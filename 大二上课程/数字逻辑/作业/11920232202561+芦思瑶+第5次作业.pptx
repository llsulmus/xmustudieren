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5" r:id="rId5"/>
    <p:sldId id="260" r:id="rId6"/>
    <p:sldId id="266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55E6D-A100-49A9-8C94-ADC59FF054A3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BBA23-53DC-45B5-93BD-F902AA8D7E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550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6BBA23-53DC-45B5-93BD-F902AA8D7E5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537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627484-6B10-B168-402B-257BED18A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4DE8F9-38CA-5732-B880-EE5386E29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2CDF61-6E4A-453D-EA59-0E96D8FF0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99C1-F767-4607-9A02-9C5222DE4C7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C01E47-71AD-D9FC-0BC5-369AA937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1E87BE-8380-2575-4CD6-977F3818F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9A9C-CF91-4BC8-A9B9-82F9287FF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18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CECA5-8A3A-AEB6-268D-5989B7816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8B3FE0-EB40-A9E3-97B8-7331F5184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20ADFC-B2D1-CFE8-3B37-E256609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99C1-F767-4607-9A02-9C5222DE4C7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828D45-A051-3F1E-291E-B316B13DF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605F07-6F52-C859-F427-99020A41D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9A9C-CF91-4BC8-A9B9-82F9287FF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507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F8C3B2-7511-09F3-B3CB-CA07C7791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0F4D51-8601-116D-CC5A-A42B57AA4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8DB958-4CD5-F5CB-52CC-A4569C6D7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99C1-F767-4607-9A02-9C5222DE4C7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D4F993-3FAA-7333-26B0-1CADC087D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7E6560-6857-3183-6A13-2E8B97CDD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9A9C-CF91-4BC8-A9B9-82F9287FF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83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190B4-7ACC-2114-EA40-8B1A07AB4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2BEF30-45C5-53E0-1D90-5D9BC200E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8E9FE6-8859-F986-594E-9D6047AB7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41EE3A-06A5-68DA-1C61-2083C32D2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99C1-F767-4607-9A02-9C5222DE4C7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4889CA-3E18-8273-DD01-F62A2347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7EFC7F-0AEB-DA6F-8DFA-503B21EA6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9A9C-CF91-4BC8-A9B9-82F9287FF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089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5BBE67-3667-9B85-6180-6A853A4F5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ACFB32-4F00-54D5-DDA5-A249F2448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FACEE7-382F-593B-D6CC-7CA1F93DF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EB7545-A551-46ED-E10D-15BA9DF89E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5DF447-8348-F9C0-43AB-FEA812421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A2021C-65E2-2572-C195-DACA028A8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99C1-F767-4607-9A02-9C5222DE4C7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1B8BA84-D038-80C3-8A7F-7276420FC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810A364-4973-5DE5-2397-A8E57E05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9A9C-CF91-4BC8-A9B9-82F9287FF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2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21F59-BEF7-D154-9FF5-BEF8B8A9F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2DA3C6-73CB-B13E-71B9-EF83971F6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99C1-F767-4607-9A02-9C5222DE4C7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733321-D07B-0CA8-B28B-90DE95118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09FB86-0113-44E1-2A16-056793763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9A9C-CF91-4BC8-A9B9-82F9287FF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085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F2B489-7E35-6D60-C34A-2383D53F5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99C1-F767-4607-9A02-9C5222DE4C7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A590ED-07C6-590E-B425-2405317BE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FF041C-64EE-1ABB-0565-1171BBEF1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9A9C-CF91-4BC8-A9B9-82F9287FF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39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A0E10D-504F-BF6E-3565-5AF0EAB5C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C9BEB2-8ACE-4C3E-643C-C8601E204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BC80EA-157B-C8AD-354C-D6E90FB72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20F919-4738-5745-0912-9D2B413C3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99C1-F767-4607-9A02-9C5222DE4C7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99F58D-F4FE-3A0B-8480-E24EF145F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4B3D06-4FDE-F5EF-F260-A6A5DDE1F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9A9C-CF91-4BC8-A9B9-82F9287FF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326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C3033-D212-FD97-53CC-BF45A917F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804B6F3-D4E7-356F-3B6D-3CFEA90696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30ADBC-F722-88B5-87DA-3B08302CC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7C627D-AF88-0C7F-A17B-2A88272B9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99C1-F767-4607-9A02-9C5222DE4C7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2F4F60-5F72-E82E-96E1-71A71241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02321C-7D9E-7CA5-8327-628B0B57A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9A9C-CF91-4BC8-A9B9-82F9287FF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486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B357D2-B9E5-ED9A-1E3F-1C3648ACD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1D806B-12D6-9462-3537-86F0320C4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842CD8-A382-6F65-43DE-32275AFA5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99C1-F767-4607-9A02-9C5222DE4C7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E966D5-4DAF-A2CE-3693-B78834C48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E0E096-8A90-1C83-7861-95109B41F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9A9C-CF91-4BC8-A9B9-82F9287FF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39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26522F-7898-78D8-6AF9-0DBAD5CDD9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AC5B54-277E-23DC-9A86-236B4DA0A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E33349-25D9-8009-7809-69C7C0BB9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99C1-F767-4607-9A02-9C5222DE4C7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2D7581-5915-8F32-F695-EA9F205F5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68230F-C182-B70A-6152-AB14ED9AF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9A9C-CF91-4BC8-A9B9-82F9287FF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5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EF5006-2AAE-D6A6-09B9-7CA7EA669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FAB547-C760-E5C5-186D-296A749E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3A4A99-7D12-605A-4A1C-91B1F0B96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D99C1-F767-4607-9A02-9C5222DE4C7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C5DAB6-22BE-A3B6-1FCF-1FB207BFDA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3BD903-37F0-5DC7-939C-5C70FC27C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89A9C-CF91-4BC8-A9B9-82F9287FF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401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991B88-A37E-8023-51E9-E146777D5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1319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4C5664B-F36B-194E-366B-746D79B5FF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6102"/>
            <a:ext cx="6593395" cy="2594201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7A5EFB1-2A7B-F13E-32F8-373874717A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64" y="3333923"/>
            <a:ext cx="12192000" cy="295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438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76A4ED-5945-556B-5BD7-466DFABEF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743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F3A0C8C-B463-0B98-E31F-D30890301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79" y="259256"/>
            <a:ext cx="8969433" cy="3169744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9B411E-3F6B-2765-95AC-D1E99A9AA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20" y="4051880"/>
            <a:ext cx="8806608" cy="151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999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42D967-9F13-67E0-EA7E-07A948B9C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530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AC4ACBA-8146-D649-4AC5-B5A074901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6272"/>
            <a:ext cx="8552288" cy="3399141"/>
          </a:xfrm>
        </p:spPr>
      </p:pic>
    </p:spTree>
    <p:extLst>
      <p:ext uri="{BB962C8B-B14F-4D97-AF65-F5344CB8AC3E}">
        <p14:creationId xmlns:p14="http://schemas.microsoft.com/office/powerpoint/2010/main" val="2446009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873030-2DA0-08C7-829E-BC70D8CAB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190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5.4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6F4BA9E-C3A1-39FE-E625-9E8634B9B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933" y="1434231"/>
            <a:ext cx="8280689" cy="5312667"/>
          </a:xfrm>
        </p:spPr>
      </p:pic>
    </p:spTree>
    <p:extLst>
      <p:ext uri="{BB962C8B-B14F-4D97-AF65-F5344CB8AC3E}">
        <p14:creationId xmlns:p14="http://schemas.microsoft.com/office/powerpoint/2010/main" val="1530336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281F5B-50AB-BC51-F8FB-C9E87B959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4431"/>
          </a:xfrm>
        </p:spPr>
        <p:txBody>
          <a:bodyPr>
            <a:normAutofit fontScale="90000"/>
          </a:bodyPr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5ABB480-2A95-BE1A-DC58-67EF939FF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44" y="222763"/>
            <a:ext cx="6384192" cy="4176953"/>
          </a:xfrm>
        </p:spPr>
      </p:pic>
    </p:spTree>
    <p:extLst>
      <p:ext uri="{BB962C8B-B14F-4D97-AF65-F5344CB8AC3E}">
        <p14:creationId xmlns:p14="http://schemas.microsoft.com/office/powerpoint/2010/main" val="3480088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D121E-0978-6C1C-2B1E-34BCCD920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827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5.6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A788590-DE25-74DD-EE92-AE3BE3881C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101" y="1272044"/>
            <a:ext cx="8727180" cy="4986338"/>
          </a:xfrm>
        </p:spPr>
      </p:pic>
    </p:spTree>
    <p:extLst>
      <p:ext uri="{BB962C8B-B14F-4D97-AF65-F5344CB8AC3E}">
        <p14:creationId xmlns:p14="http://schemas.microsoft.com/office/powerpoint/2010/main" val="2194194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8DE2FD-C8FF-D3CC-7C74-033B22E2C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6163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0E9ED2F-3603-A6A7-628B-FC60F81F0A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66" y="251377"/>
            <a:ext cx="8941260" cy="1409772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11F5DD9-80AE-E767-989C-9470F2FC9C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444" y="2257444"/>
            <a:ext cx="7258442" cy="377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87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A93C9F-5042-9614-968A-D4CAFB737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7165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21C5B97-C2F6-6C84-B5EA-E176EBF4E2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010" y="352951"/>
            <a:ext cx="8731699" cy="749339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76C0C02-43FF-571B-9F59-EA56150162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90" y="1927055"/>
            <a:ext cx="10064663" cy="375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340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DFC15-33FE-BE9C-23FB-4502724E1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0798"/>
          </a:xfrm>
        </p:spPr>
        <p:txBody>
          <a:bodyPr>
            <a:normAutofit fontScale="90000"/>
          </a:bodyPr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9AE71FF-5894-D29D-34B9-A49E106A0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7064"/>
            <a:ext cx="7843521" cy="3679119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00CBC40-40AD-EE6D-B607-A74B5F17C8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855" y="4243638"/>
            <a:ext cx="5505764" cy="224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881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BCC8B-A6F9-0516-2C62-868EBD631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954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A869567-3223-B699-E5A1-8F0D3A9A9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33" y="472624"/>
            <a:ext cx="10854464" cy="573299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C364AAF-1AAC-E4E6-011F-0E781545CF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26" y="1611464"/>
            <a:ext cx="7100192" cy="430708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42C00BC-77DD-B15A-A5D5-28BA74E7F7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424" y="2932453"/>
            <a:ext cx="5398292" cy="298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525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3</Words>
  <Application>Microsoft Office PowerPoint</Application>
  <PresentationFormat>宽屏</PresentationFormat>
  <Paragraphs>3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5.4</vt:lpstr>
      <vt:lpstr>PowerPoint 演示文稿</vt:lpstr>
      <vt:lpstr>5.6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Ulmus Lls</dc:creator>
  <cp:lastModifiedBy>Ulmus Lls</cp:lastModifiedBy>
  <cp:revision>4</cp:revision>
  <dcterms:created xsi:type="dcterms:W3CDTF">2024-10-21T02:30:04Z</dcterms:created>
  <dcterms:modified xsi:type="dcterms:W3CDTF">2024-11-01T14:57:41Z</dcterms:modified>
</cp:coreProperties>
</file>