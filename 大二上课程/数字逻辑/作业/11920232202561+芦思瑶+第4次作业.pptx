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5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B02CEE-BA43-15B8-A5BB-E2EDD8B93E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35D89E3-8743-82CC-C953-738529B71F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36D677-66D3-44BE-F413-3243F8FCF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4724-FE21-4DAF-B00E-9457E4212CE9}" type="datetimeFigureOut">
              <a:rPr lang="zh-CN" altLang="en-US" smtClean="0"/>
              <a:t>2024/10/19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773A21-790B-9C9C-3D74-95731772B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078E6C-59B5-4E51-358B-463F5C863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2ABDF-04A6-426A-AE71-960084E691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477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133703-642F-BD94-7CA9-B8333CCD2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830889-627F-B730-D1AE-4B5B760B4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7BB154-0709-F90A-0509-C3ACFAFCE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4724-FE21-4DAF-B00E-9457E4212CE9}" type="datetimeFigureOut">
              <a:rPr lang="zh-CN" altLang="en-US" smtClean="0"/>
              <a:t>2024/10/19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AD5C9C-4534-3157-93EA-80DF6FD7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2AAF29-F8E7-43F0-5D08-36DBA733F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2ABDF-04A6-426A-AE71-960084E691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621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BB9703-F366-554A-EE96-FC87074C1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2FC16F-B470-0929-AF2F-27D84D3A2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51DFE9-97B0-1D2C-E0C9-5FB65B40A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4724-FE21-4DAF-B00E-9457E4212CE9}" type="datetimeFigureOut">
              <a:rPr lang="zh-CN" altLang="en-US" smtClean="0"/>
              <a:t>2024/10/19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E75A1A-1597-D152-C484-C25D3E93E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9E3CD9-60BA-03FE-F107-30EFFF769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2ABDF-04A6-426A-AE71-960084E691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624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E3CD27-37DF-72A6-3E28-E93FEA409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D08ECB-AB4F-F2AE-647F-B23AE7B0E1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F3A721-623E-F079-2612-741CBD51D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9E4C97-C080-B860-D88C-D869091EB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4724-FE21-4DAF-B00E-9457E4212CE9}" type="datetimeFigureOut">
              <a:rPr lang="zh-CN" altLang="en-US" smtClean="0"/>
              <a:t>2024/10/19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E81E3B-BC66-F95C-8CDC-A0D3A26DA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CD533C-84CB-50E8-C194-6F1DC5C1A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2ABDF-04A6-426A-AE71-960084E691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149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78B45C-D63A-5028-B451-19AAF9591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4292D1-6B1A-D3A5-8CB8-A4386EB2C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274444-83A0-ABC0-027D-3B6E5DED8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40E3288-23CA-1F96-622F-48F77E07DD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51E98C6-AB78-20AC-BB1E-D8E78D6B98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6AE87C3-4ED7-4C77-971B-1AFCDFFA1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4724-FE21-4DAF-B00E-9457E4212CE9}" type="datetimeFigureOut">
              <a:rPr lang="zh-CN" altLang="en-US" smtClean="0"/>
              <a:t>2024/10/19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2EDE3E2-9DB5-838E-0B43-B66DA40FB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E02A43-7EC8-4A32-6D28-80B3754A9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2ABDF-04A6-426A-AE71-960084E691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738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B68505-E669-D765-CBB8-C69C09D66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83F285A-DF83-90F9-B971-CEECAD738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4724-FE21-4DAF-B00E-9457E4212CE9}" type="datetimeFigureOut">
              <a:rPr lang="zh-CN" altLang="en-US" smtClean="0"/>
              <a:t>2024/10/19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71F6011-4D99-50DD-EFD2-FB61974B7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99EA69-2BE8-B585-4A83-38EB6F3E8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2ABDF-04A6-426A-AE71-960084E691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500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96854C4-CB94-63B1-A0BB-6EB1B7F29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4724-FE21-4DAF-B00E-9457E4212CE9}" type="datetimeFigureOut">
              <a:rPr lang="zh-CN" altLang="en-US" smtClean="0"/>
              <a:t>2024/10/19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B476243-0111-E002-8753-351A79173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1BF3EC-D9F1-8B6A-7F5A-753FA6529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2ABDF-04A6-426A-AE71-960084E691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711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9B5393-DAE7-B7FB-000A-5D13986CF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470E58-453F-08D0-F9E4-0286F2856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DDE30BB-C304-0C7D-8728-7C4A797A9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A8CF20-C744-8054-913C-54DBEE175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4724-FE21-4DAF-B00E-9457E4212CE9}" type="datetimeFigureOut">
              <a:rPr lang="zh-CN" altLang="en-US" smtClean="0"/>
              <a:t>2024/10/19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5E3F40-4D3C-C357-F0A8-52C8022F8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913036-EBA2-DC26-AA70-B0021233C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2ABDF-04A6-426A-AE71-960084E691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466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63D6E1-8C6E-DF03-0D39-C2B2913A5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478F004-43DA-3173-81A5-03D77CFB37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A9B197-ED84-0639-316E-B0D106BEC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B3A9BB-4B4B-FAD4-C807-641D05449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4724-FE21-4DAF-B00E-9457E4212CE9}" type="datetimeFigureOut">
              <a:rPr lang="zh-CN" altLang="en-US" smtClean="0"/>
              <a:t>2024/10/19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E4963B-0724-C430-6C38-E0415BE81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06CE6F-27EA-5B67-E7BA-1C66AB760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2ABDF-04A6-426A-AE71-960084E691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413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F0C896-F6A3-5244-5F89-CC046B826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777265-801E-B80A-29E7-7EF0E87101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C9A1F0-FD8B-4959-8D69-FBE9B3BC2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4724-FE21-4DAF-B00E-9457E4212CE9}" type="datetimeFigureOut">
              <a:rPr lang="zh-CN" altLang="en-US" smtClean="0"/>
              <a:t>2024/10/19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E5753C-763A-8523-445F-40EA8D0AD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092FD3-6D90-CDFE-1042-BDE7C2FAA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2ABDF-04A6-426A-AE71-960084E691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06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A0C2151-4552-AAB9-3FE2-909D9C2800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71F343-2C10-F851-671B-C87398AD3E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4994C1-58D2-EA4A-0579-C907D801E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4724-FE21-4DAF-B00E-9457E4212CE9}" type="datetimeFigureOut">
              <a:rPr lang="zh-CN" altLang="en-US" smtClean="0"/>
              <a:t>2024/10/19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7AF41C-F5AA-D459-3DEF-964EF9927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61AB35-D7AE-A24A-1A98-C3D9C0254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2ABDF-04A6-426A-AE71-960084E691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153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91B79D0-50B1-C6ED-E759-29D41ECB2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1CEB1-24AE-751C-224D-0AAAD581F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36D499-A6D9-8C94-3466-7A36D4AC9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44724-FE21-4DAF-B00E-9457E4212CE9}" type="datetimeFigureOut">
              <a:rPr lang="zh-CN" altLang="en-US" smtClean="0"/>
              <a:t>2024/10/19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578509-92CA-4DC4-1FAC-C2B9CB8A6F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F3AB0A-808B-EA80-8747-0EB1753572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2ABDF-04A6-426A-AE71-960084E691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01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86D46F-6958-E56A-6229-7076F1D4B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000000000000000000000000000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3501D9C-1937-19C6-7F3C-6802A64BA6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27" y="432632"/>
            <a:ext cx="8084428" cy="3481216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713B093-B12A-FDE1-1EE4-9AE925313169}"/>
              </a:ext>
            </a:extLst>
          </p:cNvPr>
          <p:cNvSpPr txBox="1"/>
          <p:nvPr/>
        </p:nvSpPr>
        <p:spPr>
          <a:xfrm>
            <a:off x="429584" y="4038089"/>
            <a:ext cx="109242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  <a:r>
              <a:rPr lang="en-US" altLang="zh-CN" dirty="0"/>
              <a:t>(1.)F=/(A·/(ABC)+B·/(ABC)+C·/(ABC))=ABC+/A/B/C</a:t>
            </a:r>
          </a:p>
          <a:p>
            <a:r>
              <a:rPr lang="en-US" altLang="zh-CN" dirty="0"/>
              <a:t>       (2.)</a:t>
            </a:r>
            <a:r>
              <a:rPr lang="zh-CN" altLang="en-US" dirty="0"/>
              <a:t>当</a:t>
            </a:r>
            <a:r>
              <a:rPr lang="en-US" altLang="zh-CN" dirty="0"/>
              <a:t>ABC</a:t>
            </a:r>
            <a:r>
              <a:rPr lang="zh-CN" altLang="en-US" dirty="0"/>
              <a:t>取值一致，输出为</a:t>
            </a:r>
            <a:r>
              <a:rPr lang="en-US" altLang="zh-CN" dirty="0"/>
              <a:t>1</a:t>
            </a:r>
            <a:r>
              <a:rPr lang="zh-CN" altLang="en-US" dirty="0"/>
              <a:t>；取值不一致，输出为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9A24F8C-CA40-7548-1388-B271DD112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438" t="-58840" r="6510" b="50000"/>
          <a:stretch/>
        </p:blipFill>
        <p:spPr>
          <a:xfrm>
            <a:off x="1591123" y="2216055"/>
            <a:ext cx="3425549" cy="456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174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BD0906-5421-512C-AA2F-D4590E4B8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CDC61BA-EA9F-F965-2BE9-2F0734B94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06" y="365125"/>
            <a:ext cx="7060007" cy="3426918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ACB7A65-AAB0-ED90-AE99-AA3630497E56}"/>
              </a:ext>
            </a:extLst>
          </p:cNvPr>
          <p:cNvSpPr txBox="1"/>
          <p:nvPr/>
        </p:nvSpPr>
        <p:spPr>
          <a:xfrm>
            <a:off x="675060" y="3958309"/>
            <a:ext cx="10340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  <a:r>
              <a:rPr lang="en-US" altLang="zh-CN" dirty="0"/>
              <a:t>W=A; X=/AB+A/B; Y=/BC+B/C; Z=/CD+C/D</a:t>
            </a:r>
          </a:p>
          <a:p>
            <a:r>
              <a:rPr lang="zh-CN" altLang="en-US" dirty="0"/>
              <a:t>四位二进制转化为格雷码</a:t>
            </a:r>
          </a:p>
        </p:txBody>
      </p:sp>
    </p:spTree>
    <p:extLst>
      <p:ext uri="{BB962C8B-B14F-4D97-AF65-F5344CB8AC3E}">
        <p14:creationId xmlns:p14="http://schemas.microsoft.com/office/powerpoint/2010/main" val="2453841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3CE688-A2B1-F167-857A-9C860F4BC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768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4.3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91C53C7-AB62-3AF4-9739-86707B860B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890" y="1067748"/>
            <a:ext cx="3845718" cy="5127625"/>
          </a:xfrm>
        </p:spPr>
      </p:pic>
    </p:spTree>
    <p:extLst>
      <p:ext uri="{BB962C8B-B14F-4D97-AF65-F5344CB8AC3E}">
        <p14:creationId xmlns:p14="http://schemas.microsoft.com/office/powerpoint/2010/main" val="2043380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120B6-AA7F-A961-F819-58458B766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3CD5F0B-FC4E-3DEA-0705-906BBE3ACC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41" y="494025"/>
            <a:ext cx="7772799" cy="914447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81817E5-2BAE-B829-3DC0-8DC0DF5057D7}"/>
              </a:ext>
            </a:extLst>
          </p:cNvPr>
          <p:cNvSpPr txBox="1"/>
          <p:nvPr/>
        </p:nvSpPr>
        <p:spPr>
          <a:xfrm>
            <a:off x="791662" y="2111098"/>
            <a:ext cx="10862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EA07E1B-5E6E-AE90-1EED-6DF26B5B2A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954" y="1598635"/>
            <a:ext cx="3875484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929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DD4B39-C83F-7C48-FD8A-CB5CE545E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E0D7C58-638E-7666-890B-73AB9D385D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3814"/>
            <a:ext cx="7817252" cy="933498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6FC569B-EF89-CBBF-BD14-20FD97CECC73}"/>
              </a:ext>
            </a:extLst>
          </p:cNvPr>
          <p:cNvSpPr txBox="1"/>
          <p:nvPr/>
        </p:nvSpPr>
        <p:spPr>
          <a:xfrm>
            <a:off x="838200" y="2117235"/>
            <a:ext cx="10772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034F60F-3536-0855-35BE-BCFCE18380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596" y="1902399"/>
            <a:ext cx="4128568" cy="385709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61A515A-ED0C-1904-CE15-B7D943C404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597" y="1902398"/>
            <a:ext cx="4343473" cy="385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237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8D41E2-3921-C66E-B26B-402E01F48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68135BA-12CF-E494-F370-11AFBAFD16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466" y="610439"/>
            <a:ext cx="8922209" cy="742988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75F3C28-B965-1E69-DEB8-2AD1905426BD}"/>
              </a:ext>
            </a:extLst>
          </p:cNvPr>
          <p:cNvSpPr txBox="1"/>
          <p:nvPr/>
        </p:nvSpPr>
        <p:spPr>
          <a:xfrm>
            <a:off x="838200" y="2111098"/>
            <a:ext cx="10840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27DE38-401B-A338-C9B9-ACEC66425D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352" y="1399194"/>
            <a:ext cx="4613145" cy="509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923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4B2573-9B2A-B55E-D1B7-7F44EE589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E0AA7ED-258C-2B61-CC87-A2180F8774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67054"/>
            <a:ext cx="9055565" cy="768389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263539E-9856-DC5E-F3EA-10C25CB0DB9C}"/>
              </a:ext>
            </a:extLst>
          </p:cNvPr>
          <p:cNvSpPr txBox="1"/>
          <p:nvPr/>
        </p:nvSpPr>
        <p:spPr>
          <a:xfrm>
            <a:off x="838200" y="2111098"/>
            <a:ext cx="10668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EC705B0-A6C1-D9EF-1560-37B3520000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090" y="1838445"/>
            <a:ext cx="4556323" cy="445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501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A9D951-3796-1890-7381-48B22BFD7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133B9E6-55C2-6233-A3BE-68B1E3079C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12" y="662762"/>
            <a:ext cx="8998412" cy="730288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6567508-A8ED-55EB-D082-0B428C21835E}"/>
              </a:ext>
            </a:extLst>
          </p:cNvPr>
          <p:cNvSpPr txBox="1"/>
          <p:nvPr/>
        </p:nvSpPr>
        <p:spPr>
          <a:xfrm>
            <a:off x="884912" y="2190878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E604FDE-224E-C28E-2258-6ACA59941D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498" y="1810388"/>
            <a:ext cx="4831367" cy="476531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157D873-19F2-6184-F0B5-C1F066F126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914" y="2190878"/>
            <a:ext cx="5007598" cy="364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894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D0274B-A2D0-5C95-1F96-D4DF3E6E5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DC911BE-674D-D5FD-0564-91B0C062D4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919" y="443676"/>
            <a:ext cx="8979361" cy="1168460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16CE558-8659-3775-BD8F-1F967D4021A7}"/>
              </a:ext>
            </a:extLst>
          </p:cNvPr>
          <p:cNvSpPr txBox="1"/>
          <p:nvPr/>
        </p:nvSpPr>
        <p:spPr>
          <a:xfrm>
            <a:off x="838200" y="2203152"/>
            <a:ext cx="1065623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答</a:t>
            </a:r>
            <a:r>
              <a:rPr lang="zh-CN" altLang="en-US" sz="2800" dirty="0">
                <a:sym typeface="Wingdings" panose="05000000000000000000" pitchFamily="2" charset="2"/>
              </a:rPr>
              <a:t>：</a:t>
            </a:r>
            <a:r>
              <a:rPr lang="en-US" altLang="zh-CN" sz="2800" dirty="0">
                <a:sym typeface="Wingdings" panose="05000000000000000000" pitchFamily="2" charset="2"/>
              </a:rPr>
              <a:t>(1.)</a:t>
            </a:r>
            <a:r>
              <a:rPr lang="zh-CN" altLang="en-US" sz="2800" dirty="0">
                <a:sym typeface="Wingdings" panose="05000000000000000000" pitchFamily="2" charset="2"/>
              </a:rPr>
              <a:t>没有互补形式出现的逻辑变量，不会发生竞争。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r>
              <a:rPr lang="en-US" altLang="zh-CN" sz="2800" dirty="0">
                <a:sym typeface="Wingdings" panose="05000000000000000000" pitchFamily="2" charset="2"/>
              </a:rPr>
              <a:t>        (2.)</a:t>
            </a:r>
            <a:r>
              <a:rPr lang="zh-CN" altLang="en-US" sz="2800" dirty="0">
                <a:sym typeface="Wingdings" panose="05000000000000000000" pitchFamily="2" charset="2"/>
              </a:rPr>
              <a:t>表达式有</a:t>
            </a:r>
            <a:r>
              <a:rPr lang="en-US" altLang="zh-CN" sz="2800" dirty="0">
                <a:sym typeface="Wingdings" panose="05000000000000000000" pitchFamily="2" charset="2"/>
              </a:rPr>
              <a:t>A</a:t>
            </a:r>
            <a:r>
              <a:rPr lang="zh-CN" altLang="en-US" sz="2800" dirty="0">
                <a:sym typeface="Wingdings" panose="05000000000000000000" pitchFamily="2" charset="2"/>
              </a:rPr>
              <a:t>和</a:t>
            </a:r>
            <a:r>
              <a:rPr lang="en-US" altLang="zh-CN" sz="2800" dirty="0">
                <a:sym typeface="Wingdings" panose="05000000000000000000" pitchFamily="2" charset="2"/>
              </a:rPr>
              <a:t>/A</a:t>
            </a:r>
            <a:r>
              <a:rPr lang="zh-CN" altLang="en-US" sz="2800" dirty="0">
                <a:sym typeface="Wingdings" panose="05000000000000000000" pitchFamily="2" charset="2"/>
              </a:rPr>
              <a:t>出现，会发生竞争，但不会出现</a:t>
            </a:r>
            <a:r>
              <a:rPr lang="en-US" altLang="zh-CN" sz="2800" dirty="0">
                <a:sym typeface="Wingdings" panose="05000000000000000000" pitchFamily="2" charset="2"/>
              </a:rPr>
              <a:t>A+/A</a:t>
            </a:r>
            <a:r>
              <a:rPr lang="zh-CN" altLang="en-US" sz="2800" dirty="0">
                <a:sym typeface="Wingdings" panose="05000000000000000000" pitchFamily="2" charset="2"/>
              </a:rPr>
              <a:t>或者</a:t>
            </a:r>
            <a:r>
              <a:rPr lang="en-US" altLang="zh-CN" sz="2800" dirty="0">
                <a:sym typeface="Wingdings" panose="05000000000000000000" pitchFamily="2" charset="2"/>
              </a:rPr>
              <a:t>A·/A,</a:t>
            </a:r>
            <a:r>
              <a:rPr lang="zh-CN" altLang="en-US" sz="2800" dirty="0">
                <a:sym typeface="Wingdings" panose="05000000000000000000" pitchFamily="2" charset="2"/>
              </a:rPr>
              <a:t>不会出现险象。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r>
              <a:rPr lang="en-US" altLang="zh-CN" sz="2800" dirty="0">
                <a:sym typeface="Wingdings" panose="05000000000000000000" pitchFamily="2" charset="2"/>
              </a:rPr>
              <a:t>        (3.)</a:t>
            </a:r>
            <a:r>
              <a:rPr lang="zh-CN" altLang="en-US" sz="2800" dirty="0">
                <a:sym typeface="Wingdings" panose="05000000000000000000" pitchFamily="2" charset="2"/>
              </a:rPr>
              <a:t>表达式</a:t>
            </a:r>
            <a:r>
              <a:rPr lang="en-US" altLang="zh-CN" sz="2800" dirty="0">
                <a:sym typeface="Wingdings" panose="05000000000000000000" pitchFamily="2" charset="2"/>
              </a:rPr>
              <a:t>B C</a:t>
            </a:r>
            <a:r>
              <a:rPr lang="zh-CN" altLang="en-US" sz="2800" dirty="0">
                <a:sym typeface="Wingdings" panose="05000000000000000000" pitchFamily="2" charset="2"/>
              </a:rPr>
              <a:t>为</a:t>
            </a:r>
            <a:r>
              <a:rPr lang="en-US" altLang="zh-CN" sz="2800" dirty="0">
                <a:sym typeface="Wingdings" panose="05000000000000000000" pitchFamily="2" charset="2"/>
              </a:rPr>
              <a:t>1</a:t>
            </a:r>
            <a:r>
              <a:rPr lang="zh-CN" altLang="en-US" sz="2800" dirty="0">
                <a:sym typeface="Wingdings" panose="05000000000000000000" pitchFamily="2" charset="2"/>
              </a:rPr>
              <a:t>后会出现</a:t>
            </a:r>
            <a:r>
              <a:rPr lang="en-US" altLang="zh-CN" sz="2800" dirty="0">
                <a:sym typeface="Wingdings" panose="05000000000000000000" pitchFamily="2" charset="2"/>
              </a:rPr>
              <a:t>/A·A</a:t>
            </a:r>
            <a:r>
              <a:rPr lang="zh-CN" altLang="en-US" sz="2800" dirty="0">
                <a:sym typeface="Wingdings" panose="05000000000000000000" pitchFamily="2" charset="2"/>
              </a:rPr>
              <a:t>，会出现竞争和险象；增加冗余项后变成</a:t>
            </a:r>
            <a:r>
              <a:rPr lang="en-US" altLang="zh-CN" sz="2800" dirty="0">
                <a:sym typeface="Wingdings" panose="05000000000000000000" pitchFamily="2" charset="2"/>
              </a:rPr>
              <a:t>F=(A+/B)(/A+C)(/B+/C)</a:t>
            </a:r>
          </a:p>
        </p:txBody>
      </p:sp>
    </p:spTree>
    <p:extLst>
      <p:ext uri="{BB962C8B-B14F-4D97-AF65-F5344CB8AC3E}">
        <p14:creationId xmlns:p14="http://schemas.microsoft.com/office/powerpoint/2010/main" val="3703577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</TotalTime>
  <Words>185</Words>
  <Application>Microsoft Office PowerPoint</Application>
  <PresentationFormat>宽屏</PresentationFormat>
  <Paragraphs>14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Arial</vt:lpstr>
      <vt:lpstr>Wingdings</vt:lpstr>
      <vt:lpstr>Office 主题​​</vt:lpstr>
      <vt:lpstr>000000000000000000000000000</vt:lpstr>
      <vt:lpstr>PowerPoint 演示文稿</vt:lpstr>
      <vt:lpstr>4.3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Ulmus Lls</dc:creator>
  <cp:lastModifiedBy>Ulmus Lls</cp:lastModifiedBy>
  <cp:revision>5</cp:revision>
  <dcterms:created xsi:type="dcterms:W3CDTF">2024-10-16T02:38:30Z</dcterms:created>
  <dcterms:modified xsi:type="dcterms:W3CDTF">2024-10-19T09:42:15Z</dcterms:modified>
</cp:coreProperties>
</file>