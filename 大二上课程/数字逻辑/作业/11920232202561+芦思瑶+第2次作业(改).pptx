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8" r:id="rId10"/>
    <p:sldId id="264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13:59:28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24575,'28'-2'0,"37"-6"0,-37 4 0,40-1 0,837 6 0,-893 0 0,0 0 0,24 6 0,-23-4 0,0-1 0,18 2 0,-16-3 0,1 2 0,-1 0 0,0 0 0,-1 1 0,20 9 0,-14-6 0,39 10 0,-33-12 0,153 22 0,-143-24 0,-12-1 0,0 0 0,45 11 0,-47-7 0,0-2 0,0 0 0,32 0 0,71-5 0,-46-1 0,-59 4 0,0 0 0,0 1 0,30 8 0,-31-6 0,1 0 0,0-2 0,32 2 0,307-6 0,-344 2 0,0 1 0,25 5 0,-8 0 0,4 0 0,-19-4 0,0 0 0,32 2 0,-19-5 0,1 1 0,45 7 0,-73-7 0,5 0 0,0 0 0,-1 1 0,1 0 0,0 1 0,-1-1 0,1 1 0,-1 1 0,0-1 0,0 1 0,8 7 0,-8-6 0,-1-1 0,1 1 0,0-1 0,0 0 0,0-1 0,0 0 0,1 0 0,-1-1 0,1 1 0,14 1 0,81 13 0,-93-15 0,0 0 0,0 2 0,0-1 0,-1 1 0,1 1 0,11 7 0,-5-4 0,23 17 0,-32-20 0,0 0 0,0 0 0,1-1 0,0 0 0,0 0 0,0-1 0,10 3 0,-7-2 0,0 1 0,0-1 0,0 2 0,-1-1 0,0 2 0,0-1 0,0 1 0,-1 1 0,12 11 0,-8-7 0,0-1 0,1 0 0,19 11 0,-27-19 0,-1 0 0,0 1 0,0 0 0,-1 0 0,5 5 0,-5-5 0,0 1 0,1-2 0,-1 1 0,1 0 0,-1-1 0,7 3 0,4 2 0,-1 0 0,21 17 0,17 11 0,-41-29 0,0 1 0,-1 1 0,0-1 0,0 2 0,12 15 0,22 20 0,-36-37 0,0 1 0,0 0 0,-1 1 0,0 0 0,8 15 0,19 26 0,-30-45 0,0 0 0,0 1 0,0 0 0,-1 0 0,0 0 0,0 0 0,-1 0 0,1 0 0,-2 1 0,1-1 0,0 11 0,0 11 0,-4 50 0,0-24 0,2-49 0,0 0 0,0 0 0,-1 0 0,0 0 0,0-1 0,-1 1 0,1 0 0,-1 0 0,0-1 0,-1 1 0,1-1 0,-1 1 0,0-1 0,0 0 0,-8 9 0,-39 42 0,19-22 0,26-29 0,-1 0 0,1-1 0,-1 0 0,0 0 0,0 0 0,0 0 0,0-1 0,-1 0 0,0-1 0,1 0 0,-13 3 0,10-2 0,0-1 0,1 1 0,-1 1 0,1 0 0,-17 9 0,21-10 0,-1 0 0,0 0 0,0-1 0,-1 0 0,1 0 0,0 0 0,-11 2 0,-19 6 0,30-7 0,0 0 0,0 0 0,0 0 0,1 1 0,-7 7 0,-8 5 0,18-16 0,-4 5 0,-1 0 0,0-1 0,-1 0 0,1 0 0,-1-1 0,0 0 0,1 0 0,-13 3 0,16-5 0,-1-1 0,0 1 0,0 0 0,1 0 0,-1 0 0,1 0 0,-1 1 0,1-1 0,-1 1 0,1 0 0,0 0 0,0 0 0,0 1 0,0-1 0,0 1 0,1-1 0,-1 1 0,1 0 0,0 0 0,-1 0 0,-2 6 0,3-4 0,-1-1 0,0 1 0,0-1 0,0 0 0,-1 0 0,1 0 0,-1 0 0,0-1 0,-8 6 0,-42 20 0,20-12 0,29-14 0,-1-1 0,0 0 0,0 0 0,-12 3 0,13-5 0,0 2 0,-1-1 0,1 0 0,0 1 0,0 0 0,0 1 0,-6 3 0,4-1 0,1-1 0,-1 0 0,0 0 0,-1 0 0,1-1 0,0 0 0,-13 3 0,16-5 0,-14 2 0,1 2 0,0 0 0,-1 1 0,-24 12 0,36-15-151,0-1-1,-1 0 0,1 0 0,0 0 1,-1-1-1,1 0 0,-1 0 1,-12-1-1,4 0-6674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13:59:31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3513 156 24575,'-21'-2'0,"1"0"0,-1-1 0,1-1 0,-30-11 0,21 7 0,-33-6 0,22 6 0,0-1 0,1-2 0,-46-19 0,70 25 0,0 2 0,1 0 0,-2 0 0,1 1 0,0 1 0,-26 1 0,17 1 0,-35-6 0,-96-11 0,77 9 0,-199 2 0,162 6 0,-281-1 0,372 2 0,-38 5 0,38-3 0,-36 1 0,-36-6 0,-74 2 0,114 7 0,34-4 0,-36 1 0,-266-6 0,304 2 0,1 1 0,-26 6 0,10-1 0,22-4 0,-1 0 0,-14 7 0,17-6 0,-1-1 0,1 1 0,-19 2 0,24-6 0,0 1 0,0 0 0,0 0 0,0 0 0,1 1 0,-1 0 0,0 0 0,1 0 0,0 1 0,-1 0 0,1 0 0,0 0 0,-8 8 0,9-8 0,-1 0 0,0-1 0,1 1 0,-1-1 0,0 0 0,0 0 0,0-1 0,-1 0 0,-8 2 0,6-2 0,1 1 0,-1 0 0,-13 5 0,10-2 0,0-1 0,-18 5 0,21-8 0,0 1 0,0 1 0,0-1 0,1 1 0,-1 1 0,1 0 0,-11 6 0,8-3 0,0-1 0,0 0 0,-12 5 0,-25 14 0,38-18 0,0 0 0,0 1 0,0 0 0,1 0 0,0 1 0,1 0 0,-9 13 0,-28 40 0,22-32 0,14-20 0,0 1 0,-11 20 0,-19 33 0,-1 3 0,35-60 0,1 1 0,0 0 0,0 0 0,1 0 0,0 0 0,1 0 0,-1 11 0,-14 113 0,9-93 0,2 1 0,0 40 0,5-51 0,0 6 0,1 1 0,9 51 0,-5-56 0,-3-18 0,0 0 0,1-1 0,5 15 0,-6-23 0,0 0 0,0 0 0,0 0 0,0 0 0,1-1 0,-1 1 0,1-1 0,0 1 0,0-1 0,0 0 0,1 0 0,-1 0 0,5 2 0,1 1 0,0 0 0,0 1 0,-1 0 0,0 1 0,10 12 0,-12-14 0,0-1 0,0-1 0,0 1 0,0-1 0,1 0 0,0 0 0,0-1 0,8 4 0,-7-4 0,0 1 0,0 0 0,0 0 0,0 1 0,12 11 0,-11-8 0,-1 0 0,1-1 0,0 0 0,1 0 0,0 0 0,0-2 0,0 1 0,0-1 0,1-1 0,0 0 0,0 0 0,21 3 0,-15-3 0,0 0 0,0 2 0,-1-1 0,24 13 0,13 5 0,-40-20 0,0 0 0,0 0 0,0-2 0,24 2 0,21 2 0,-13 1 0,-23-3 0,0 1 0,-1 0 0,40 15 0,-33-9 0,51 10 0,-27-8 0,-29-7 0,1-1 0,28 1 0,-30-3 0,1 0 0,36 10 0,-8 1 0,-25-7 0,-1 1 0,44 19 0,-51-19 0,36 11 0,-11-5 0,-15-5 0,0-1 0,1-1 0,56 4 0,1 5 0,-31-6 0,-40-6 0,0 0 0,18 0 0,-9-2 0,-3-1 0,0 1 0,-1 0 0,21 6 0,-14-3 0,-1-1 0,1-1 0,0-1 0,47-5 0,22-13 0,-71 11 0,1 2 0,42-3 0,17-2 0,-58 5 0,38-1 0,-54 6 0,0-1 0,0 0 0,0-1 0,0 0 0,0 0 0,0-2 0,0 1 0,0-1 0,-1-1 0,17-7 0,-5 1 0,0 1 0,1 1 0,0 1 0,28-4 0,-15 3 0,-18 5 0,0 1 0,-1 0 0,1 1 0,21 3 0,32-3 0,-62 0 0,0-2 0,0 1 0,0-1 0,-1-1 0,1 1 0,10-8 0,-4 4 0,5-3-151,1 2-1,0 1 0,0 0 0,1 2 1,0 0-1,0 1 0,0 2 1,44-1-1,-52 3-6674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13:59:45.24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428 4536 24575,'0'0'0,"-3"0"0,-5 0 0,-2 0 0,-3 0 0,-3 0 0,3-3 0,3-4 0,-1 0 0,3-3 0,2-2 0,-1 2 0,2-2 0,-3-1 0,1-1 0,-1 2 0,0 0 0,-1-2 0,1 0 0,-1 2 0,1 0 0,-1-1 0,1-1 0,2-1 0,1-1 0,3-1 0,-3 4 0,-2 3 0,0-1 0,1 1 0,-2 1 0,1-1 0,2-2 0,1-1 0,-1 1 0,0 0 0,-2 2 0,0 0 0,2-2 0,-2 2 0,1-1 0,1-1 0,1-2 0,2 0 0,1-2 0,-3-1 0,0 0 0,-2 0 0,0-1 0,0 1 0,-1 0 0,1 0 0,1 0 0,2-1 0,1 1 0,-3 4 0,1-1 0,0 1 0,-2-2 0,1 1 0,0-2 0,2 0 0,-3-1 0,1 0 0,1 0 0,1-1 0,2 1 0,0 0 0,0 0 0,1 0 0,-3 0 0,-1 0 0,1 0 0,0 0 0,1 0 0,1 0 0,0-1 0,1 1 0,0 0 0,0 0 0,0 0 0,0 0 0,0 0 0,0 0 0,0 0 0,1 0 0,2 3 0,1 1 0,-1-1 0,0 0 0,-1-1 0,0-1 0,-2 0 0,1-1 0,-1 0 0,-1 0 0,1 0 0,0 0 0,0 0 0,0 0 0,0-1 0,0 1 0,0 0 0,0 0 0,0 0 0,0 0 0,0 0 0,0 0 0,0 0 0,0 0 0,0 0 0,0 0 0,0 0 0,0 0 0,0 0 0,0 0 0,0 0 0,0 0 0,0 0 0,3 3 0,1 1 0,-1-1 0,0 0 0,-1-1 0,-1-1 0,0 0 0,2 2 0,1 1 0,0-1 0,-2 0 0,0-1 0,0-1 0,-2-1 0,0 0 0,4 1 0,-1-2 0,1 1 0,-1 0 0,-1 0 0,-1 0 0,-1 0 0,1 0 0,2-1 0,0 1 0,1 0 0,-2 0 0,0 0 0,-1 0 0,0 0 0,-1 0 0,0 0 0,0 0 0,3 0 0,1 0 0,-1 0 0,0 0 0,-1 0 0,0 0 0,-2 0 0,1 0 0,-1 0 0,0 0 0,-1 0 0,1 0 0,0-1 0,0 1 0,0 0 0,0 0 0,0 0 0,0 0 0,0 0 0,0 0 0,0 0 0,0 0 0,0 0 0,0 0 0,0 0 0,0 0 0,0 0 0,0 0 0,0 0 0,0 0 0,0 0 0,0 0 0,0 0 0,0 0 0,0-1 0,0 1 0,0 0 0,0 0 0,0 0 0,0 0 0,0 0 0,0 0 0,0 0 0,0 0 0,0 0 0,3 0 0,1 0 0,-1 0 0,0 0 0,-1 0 0,-1 0 0,0-1 0,-1 1 0,3 4 0,1-1 0,-1 1 0,0-1 0,-1-1 0,-1-1 0,4 3 0,-2 0 0,1-1 0,-1 0 0,-1-1 0,-1-1 0,0 0 0,-1-1 0,0 0 0,0 0 0,0-1 0,-1 1 0,1 0 0,0 0 0,0 0 0,0 0 0,0-1 0,0 1 0,-3 0 0,-1 0 0,1 0 0,-4 0 0,1 0 0,2 0 0,0 0 0,1 0 0,2 0 0,0 0 0,1 0 0,-3 0 0,0 0 0,-4 0 0,1 0 0,1 0 0,1 0 0,1 0 0,1 0 0,2 0 0,-1 0 0,1 0 0,1-1 0,-1 1 0,0 0 0,0 0 0,0 0 0,1 0 0,-1 0 0,0 0 0,0 0 0,0 0 0,0 0 0,3 0 0,1 0 0,-1 0 0,0 0 0,-1 0 0,0 0 0,-2 0 0,1 0 0,-1 0 0,0 0 0,-1 0 0,4 3 0,1 0 0,2 4 0,1-1 0,-2 0 0,3 2 0,2 1 0,2 0 0,-2-2 0,3 2 0,-4-3 0,-1 0 0,-3-3 0,1-1 0,2 3 0,3 2 0,2 3 0,2 0 0,1 1 0,-2-2 0,0-1 0,0 0 0,-3-1 0,1 1 0,0-1 0,2 2 0,1 1 0,0 3 0,2-2 0,0 1 0,0 2 0,0 0 0,0 1 0,1 1 0,-1 1 0,0 0 0,0 0 0,0 0 0,0 0 0,0 0 0,0 0 0,0 1 0,0-1 0,0 0 0,0 0 0,0 0 0,0 0 0,0 0 0,0 0 0,1 0 0,-1 0 0,0 0 0,3 0 0,1 0 0,-1 0 0,0 0 0,-1 0 0,0 0 0,-2 0 0,1 0 0,-1 0 0,0 0 0,0 0 0,0 0 0,0 0 0,0 0 0,0 0 0,3 0 0,1 0 0,-1 0 0,0 0 0,-1 0 0,3 0 0,-1 0 0,0 0 0,-1 0 0,-1 0 0,-1 0 0,3 0 0,0 0 0,3 0 0,-1 3 0,0 1 0,-2-1 0,-2 0 0,0-1 0,-1 0 0,-1-2 0,0 1 0,0-1 0,-1 0 0,1-1 0,0 1 0,0 0 0,3 0 0,1 0 0,-1 3 0,0 1 0,0-1 0,-2 0 0,0-1 0,-1-1 0,0 0 0,0-1 0,0 0 0,0 0 0,0 0 0,0 3 0,0 1 0,0-1 0,0 0 0,0-1 0,0-1 0,0 0 0,0-1 0,0 0 0,0 0 0,0 0 0,0 0 0,0 0 0,0 0 0,0 0 0,0 0 0,0 0 0,0 0 0,4 0 0,-1 0 0,1 0 0,-1 0 0,-1 0 0,-1 0 0,0 0 0,0 0 0,-1 0 0,0 0 0,-1 0 0,1 0 0,0 0 0,0 0 0,0 0 0,0 0 0,0 0 0,0 0 0,0 3 0,0 1 0,1-1 0,-2 0 0,2-1 0,-1 0 0,0-1 0,0-1 0,0 3 0,0 0 0,0 1 0,0-2 0,0 0 0,0 3 0,0-1 0,0 3 0,0 0 0,-3 2 0,-1-2 0,1-1 0,0-1 0,-2 1 0,0-1 0,4-1 0,1-1 0,2-1 0,-4 2 0,0 0 0,0 0 0,0 2 0,0-1 0,1 0 0,1-2 0,-1-1 0,1-1 0,1 0 0,-5 3 0,1 2 0,0 1 0,0-1 0,1-1 0,1-2 0,0-1 0,1-1 0,-4 3 0,1-1 0,-1 0 0,-2 4 0,1-2 0,0 0 0,-1 2 0,0-2 0,-3 3 0,2-1 0,-2 3 0,2-3 0,1-1 0,-2 2 0,2-2 0,1 2 0,-2 3 0,2-2 0,0-2 0,-1 2 0,0-2 0,2-2 0,1-1 0,1 1 0,0 3 0,-1 3 0,-1 2 0,1-1 0,0-3 0,-2 1 0,0-2 0,1 1 0,1-2 0,1 2 0,1-1 0,1 1 0,0-2 0,-4 3 0,1-3 0,0 3 0,0-2 0,-2 1 0,0-1 0,-2 1 0,0-1 0,2-2 0,1 1 0,1-1 0,-2 2 0,1 2 0,0-1 0,2 2 0,0-2 0,1 1 0,-3 2 0,1-2 0,-1 1 0,2 1 0,0-1 0,-3 0 0,1-2 0,0 2 0,-2 0 0,1-1 0,0 1 0,2-3 0,0-1 0,-1 1 0,0-2 0,0 2 0,-2 2 0,-3 3 0,1-3 0,2 3 0,0-4 0,0 2 0,0-2 0,2 0 0,-2 2 0,0-1 0,-2 1 0,-2 1 0,1-2 0,-1 2 0,1-3 0,-2 1 0,3 2 0,2-3 0,1 2 0,0 1 0,0 2 0,-2 1 0,-3 1 0,-2 0 0,-2 1 0,2 1 0,2-1 0,0 0 0,2 1 0,-1 2 0,-2 4 0,3 0 0,-3 0 0,2-2 0,-1 2 0,2 2 0,-1-1 0,-2-2 0,-2-1 0,-1-2 0,-2 3 0,-1-2 0,0 0 0,3 2 0,0-1 0,0 0 0,0-2 0,-1 3 0,2-2 0,1 0 0,-2-1 0,0-1 0,-1 0 0,0-2 0,-2 0 0,0 0 0,0 0 0,0 0 0,0 0 0,0 0 0,3 0 0,1 0 0,-1 3 0,0 1 0,-1-1 0,0 0 0,-2 3 0,1-1 0,-1-1 0,0-1 0,0-1 0,-1-1 0,1 0 0,0-1 0,0 4 0,0-1 0,0 4 0,0-1 0,0 0 0,0 1 0,0 0 0,0-2 0,0-2 0,0 0 0,0-2 0,0-1 0,0 1 0,0-2 0,0 1 0,0 3 0,0 1 0,0-1 0,0 3 0,0 0 0,0 2 0,0-1 0,-3-4 0,-1-3 0,0 3 0,2-1 0,-1 0 0,-1 0 0,-1-1 0,1 0 0,1-1 0,1 1 0,-2-1 0,0 0 0,0 0 0,2 0 0,0 0 0,1 0 0,0 0 0,1 0 0,0 0 0,-3-4 0,-1 4 0,1 0 0,0 4 0,1 1 0,-2-1 0,-1-1 0,2 0 0,0-1 0,-2-1 0,0-1 0,1 3 0,1 4 0,1 0 0,0-1 0,2-1 0,0-2 0,0 0 0,0-2 0,-3-1 0,-1 0 0,1 0 0,-3 0 0,0-1 0,2 1 0,0 0 0,2 0 0,0 0 0,2 0 0,-4 0 0,1 0 0,-1 0 0,2 0 0,0 0 0,1 0 0,-3-3 0,0 0 0,0-1 0,-2-2 0,1 1 0,0 0 0,2 1 0,-3 2 0,1 4 0,1 1 0,-3 0 0,2 0 0,0-1 0,2 4 0,-3-2 0,2 0 0,0-1 0,1-1 0,-2-4 0,0-1 0,-3 0 0,2 0 0,0 1 0,2 0 0,1 1 0,-1-2 0,0-1 0,-3-3 0,1 1 0,0 1 0,2 1 0,2 1 0,-3-2 0,1 1 0,-3-3 0,1 1 0,0 0 0,3 2 0,-4-1 0,2 0 0,1 1 0,-2-3 0,0 2 0,-1-3 0,0 1 0,-2-2 0,1 2 0,2 1 0,-2 1 0,2 3 0,1 0 0,-2-2 0,-2 1 0,-2-4 0,1 1 0,-2-2 0,-1-3 0,2 2 0,3 1 0,2 2 0,-1-1 0,2 2 0,-3-3 0,-1-2 0,-3-2 0,-3 1 0,0-1 0,2 3 0,-1-2 0,3 3 0,0-2 0,-1-1 0,-1-2 0,-1 2 0,-2-1 0,3 2 0,0-1 0,-1 0 0,0-3 0,-1 0 0,-1 2 0,3 2 0,-1 0 0,1 3 0,-2-2 0,0-1 0,-1-3 0,0-1 0,-1-1 0,0 2 0,0-1 0,0 1 0,-1-2 0,5 4 0,-1-2 0,0 0 0,0 3 0,-1-2 0,-1 0 0,0 2 0,-1-2 0,-3 0 0,-1 2 0,1-1 0,0-1 0,0-2 0,2 2 0,0 0 0,1-1 0,0-1 0,0 2 0,0 0 0,0 2 0,0-1 0,0 0 0,0-2 0,0-2 0,0 0 0,0 2 0,0-1 0,0 1 0,0-2 0,0 0 0,0-1 0,0 0 0,0-1 0,0 0 0,0 0 0,0 0 0,-1 0 0,1 0 0,0-1 0,0 1 0,0 0 0,0 0 0,0 0 0,0 0 0,0 0 0,0 0 0,0 0 0,0 0 0,0 0 0,0 0 0,0 0 0,0 0 0,0 0 0,0 0 0,0 0 0,0 0 0,-1 0 0,1 0 0,0 0 0,0 0 0,0 0 0,0 0 0,0 0 0,0 0 0,0 0 0,0 0 0,0 0 0,0 0 0,0 0 0,3-3 0,1-1 0,-1 1 0,0 0 0,-1 1 0,-1 0 0,0 2 0,-1-1 0,0 1 0,0 0 0,0 1 0,0-1 0,0 0 0,-1 0 0,1 0 0,0 0 0,0-3 0,0-1 0,0 1 0,0 0 0,0 1 0,0 1 0,0 0 0,0 1 0,0 0 0,0 0 0,0 0 0,0 0 0,0 0 0,0 1 0,-1-1 0,1 0 0,0 0 0,0 0 0,0 0 0,0 0 0,0 0 0,0 0 0,0 0 0,0 0 0,0 0 0,0 0 0,0 0 0,0 0 0,0 0 0,0 0 0,0 0 0,0 0 0,0 0 0,0 0 0,0 0 0,0 0 0,-1 0 0,1 0 0,0 0 0,0 0 0,0 0 0,0 0 0,0 3 0,0 0 0,0 1 0,0-2 0,0 0 0,0 0 0,0-2 0,0 1 0,0-1 0,0 0 0,0-1 0,0 1 0,0 0 0,3 4 0,0-1 0,1 1 0,-1-1 0,-1-1 0,-1-1 0,0 0 0,-1-1 0,0 0 0,0 0 0,0 0 0,-1 0 0,1 0 0,0 0 0,0-1 0,0 1 0,0 0 0,0 0 0,0 0 0,0 0 0,0 0 0,-1 0 0,1 0 0,0 0 0,4 4 0,-1-1 0,1 1 0,-1-1 0,-1-1 0,-1-1 0,0 0 0,-1-1 0,0 1 0,0 2 0,-1 0 0,1 0 0,0 0 0,0-1 0,0-1 0,3-4 0,4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13:59:51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1808 105 24575,'-35'-13'0,"-5"5"0,21 4 0,1 0 0,-1 1 0,-20 0 0,14 3 0,-2-1 0,1 2 0,-1 0 0,-46 10 0,49-7 0,0-1 0,0-1 0,0-1 0,-30-3 0,3 1 0,30-1 0,-42-7 0,13 1 0,5 1 0,25 3 0,-34-2 0,-19-2 0,49 4 0,-32 0 0,-15 3 0,-113 3 0,175-1 0,1 1 0,-1 0 0,1 0 0,-1 1 0,1 0 0,0 0 0,0 1 0,1 0 0,-1 0 0,-8 8 0,4-3 0,0 1 0,0 1 0,1 0 0,-17 23 0,23-27 0,1-1 0,1 2 0,-1-1 0,1 0 0,0 0 0,1 1 0,0 0 0,0-1 0,0 1 0,0 9 0,1 13 0,1 40 0,1-34 0,-2 12 0,-10 75 0,6-82 0,-8 41 0,8-63 0,-8 37 0,-7 59 0,3-2 0,2-37 0,12-64 0,-1-1 0,0 1 0,0-1 0,-1 0 0,-12 19 0,-5 11 0,13-18 0,1-1 0,-5 27 0,10-32 0,-2 0 0,0 0 0,-1-1 0,0 0 0,-16 27 0,-3-9 0,19-28 0,1 1 0,0 0 0,0 0 0,1 0 0,0 1 0,0-1 0,1 1 0,-1 0 0,-2 14 0,4-13 0,0 0 0,0 1 0,-1-1 0,0 0 0,0 0 0,-1 0 0,-1-1 0,1 0 0,-1 1 0,-12 13 0,13-17 0,0 0 0,0 1 0,1-1 0,0 1 0,0 0 0,0 0 0,0 0 0,1 0 0,0 0 0,-1 7 0,2-10 0,1 1 0,0-1 0,-1 0 0,1 1 0,1-1 0,-1 1 0,0-1 0,1 0 0,-1 1 0,1-1 0,0 0 0,0 0 0,1 0 0,-1 0 0,0 1 0,1-2 0,0 1 0,0 0 0,0 0 0,0-1 0,3 4 0,79 79 0,-76-77 0,0 1 0,-1-1 0,0 1 0,10 16 0,-13-17 0,1 0 0,0-1 0,0 0 0,1 0 0,0 0 0,0-1 0,1 0 0,11 8 0,0-1 0,31 27 0,-8-5 0,-24-20 0,29 33 0,-33-33 0,1-1 0,30 25 0,-34-32 0,1 2 0,-1-1 0,0 1 0,-1 1 0,10 13 0,-15-19 0,0 0 0,0 0 0,0 0 0,1 0 0,-1-1 0,1 1 0,0-1 0,0 0 0,0-1 0,0 1 0,0-1 0,1 0 0,-1-1 0,1 1 0,6 0 0,10 1 0,-1-2 0,40-1 0,-42-1 0,0 0 0,-1 2 0,31 4 0,65 12 0,-58-10 0,-3-2 0,99-4 0,-67-3 0,630 2 0,-442-17-662,-55 0 189,-109 14 401,110-5-134,-44 0 206,42-4 0,146 7 1115,-211 6-817,-86 0-298,249-12 0,38 2 0,-220 11 0,1333-2 0,-1446-1 0,37-7 0,-36 5 0,34-2 0,-19 6 0,38 7 0,-38-4 0,39 1 0,283-6 0,-338 2 0,37 7 0,-37-4 0,37 1 0,-47-5 0,0 0 0,0-1 0,0 0 0,1 0 0,-1-1 0,-1-1 0,1 0 0,16-7 0,23-8 0,-37 14 0,-1 0 0,1 0 0,-1-1 0,0 0 0,0-1 0,-1 0 0,0-1 0,0-1 0,10-8 0,-2-2 0,2 2 0,21-16 0,8-5 0,26-35 0,-68 65 0,-1 0 0,0-1 0,-1 1 0,8-15 0,-8 13 0,1 0 0,0 0 0,10-10 0,-9 10 0,-1 0 0,1-1 0,-2 0 0,1 0 0,-2-1 0,1 1 0,4-20 0,13-25 0,-6 21 0,28-62 0,-39 83 0,-1 0 0,0-1 0,-1 0 0,-1 0 0,2-19 0,-2 4 0,2 0 0,2 1 0,0 0 0,12-30 0,6-30 0,-21 71 0,-1 0 0,0 0 0,-2-20 0,0 19 0,1 1 0,4-34 0,2 8 0,-2-1 0,-3 1 0,-3-67 0,-1 26 0,2 57 0,1 10 0,-1 0 0,-1 0 0,-4-27 0,4 39 0,-1 0 0,1 0 0,-1 1 0,1-1 0,-1 1 0,-1-1 0,1 1 0,-1 0 0,1 0 0,-1 0 0,0 0 0,-1 0 0,1 1 0,-1 0 0,1-1 0,-1 1 0,-5-3 0,3 3 0,1-1 0,0-1 0,0 1 0,0-1 0,-5-7 0,6 7 0,1 1 0,-1 0 0,0 0 0,0 1 0,0-1 0,0 1 0,0 0 0,-1 0 0,-5-2 0,-6-1 0,-1 0 0,-26-4 0,30 8 0,1 0 0,0-1 0,0-1 0,0 0 0,1-1 0,-20-10 0,14 6 0,0 1 0,-1 0 0,0 1 0,0 1 0,-1 1 0,-26-4 0,13 2 0,-129-30 0,117 19 0,35 13 0,0 1 0,-18-5 0,-9 1 0,-46-4 0,54 8 0,1-2 0,-37-12 0,-5-1 0,-108-19 0,132 32 0,1 1 0,-48 1 0,76 3 0,0 0 0,0 0 0,0-2 0,0 0 0,0-1 0,1 0 0,0-1 0,-23-11 0,27 12 0,0 0 0,0 1 0,-1 1 0,1 0 0,-1 0 0,-21 1 0,-26-5 0,29 2 0,-44-1 0,51 5 0,0-2 0,-1 0 0,-40-10 0,42 7 0,1 0 0,-1 2 0,-33-2 0,-68 6 0,45 1 0,50-4 0,-37-5 0,37 2 0,-35 1 0,9 4 0,18 1 0,0-2 0,-66-9 0,61 4 0,0 3 0,1 1 0,-50 4 0,9 0 0,-667-2 0,730 1 0,0 1 0,-19 4 0,17-3 0,-30 3 0,-417-5 0,225-3 0,223 1 0,-39-7 0,38 5 0,-36-3 0,-32 8 0,-63-4 0,94-5 0,35 3 0,-35-1 0,32 5 0,4 0 0,1 0 0,-1-2 0,-35-6 0,27 3 0,1 2 0,-1 1 0,0 1 0,-37 3 0,-2 0 0,-341-2 0,405 0-105,0 0 0,0 0 0,0 0 0,0-1 0,0 1 0,0-1 0,0 0 0,0 0 0,0-1 0,1 1 0,-1-1 0,-4-2 0,0-3-6721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5T14:00:40.2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615 1092,'-1'5,"0"-1,0 0,-1 0,1 0,-1 0,0 0,0 0,-1-1,1 1,-6 5,-6 11,-18 26,21-31,-16 26,-6 14,24-43,2 0,-1 0,2 1,-1 0,2 0,0 0,0 1,1 0,-3 20,5-21,0 0,-1-1,-1 1,0-1,-1 0,0 0,-11 19,1-1,8-14,2 0,0 1,1-1,0 1,2 0,-2 23,-4 31,2-28,3 0,3 81,2-44,-3-60,-6 37,3-37,-1 36,3-36,0 1,-1 0,-9 26,-2 14,11-41,-3 11,2-1,-1 43,5 886,9-855,1-1,-10-87,0 34,9 68,-6-88,-1 46,0 3,15 23,0 17,-14-105,0 0,0 0,1-1,1 1,1-1,0 0,0-1,1 0,1 0,0 0,0-1,1 0,1 0,0-1,0 0,1-1,19 12,-16-14,0 0,27 8,-27-11,1 2,26 13,-33-15,-1-1,0 0,1 0,0-1,-1 0,1 0,0 0,0-1,0-1,13 0,4 2,-18-1,0 0,0 1,0 0,0 1,-1 0,1 0,-1 0,0 1,0 0,0 0,0 0,0 1,5 6,-6-6,1 0,-1 0,1 0,0-1,0 0,1 0,-1-1,1 0,0 0,0 0,0-1,12 2,-7-3,0 1,0 0,0 0,0 1,0 1,12 5,-6-3,1 0,35 6,-4-1,-25-5,-1-2,30 1,8 1,81 11,-113-13,58 0,-58-4,0 2,30 5,-30-3,52 0,-59-4,0 1,-1 1,1 1,30 8,-27-2,43 22,-41-17,-12-8,0 0,0-1,0-1,1 0,-1-2,19 2,-25-2,0 0,-1 1,1 0,-1 0,0 1,0 1,14 7,-11-5,0 0,0-1,16 5,-2-5,-1-1,1 0,38 0,82-6,-57 0,-54 1,4 1,0-2,1-1,-1-2,59-13,-26 1,9-1,141-59,-163 50,-46 20,0 0,0 0,24-6,149-45,-64 17,-91 30,-1-2,33-18,-6 2,-49 25,0 1,0-1,15-1,-18 3,1 0,-1 0,0 0,0 0,1-1,-1 0,-1 0,1-1,0 1,0-1,4-4,72-58,-68 54,-1-1,0 0,-1-1,0 0,-1 0,-1-1,11-21,24-33,-35 54,0-1,-1 0,0-1,-1 0,-1 0,0-1,-1 1,3-23,-2-4,-1 0,-1-50,-5-552,-8 532,0-3,10-630,-6 665,-25-145,3 41,0-59,5 138,14 78,1-1,-4-56,7 47,-2-1,-1 1,-18-53,9 32,10 42,0 1,-1 0,-18-29,-9-20,25 42,-2 1,-1 0,0 1,-2 0,-16-20,22 31,2-1,-1 1,1-2,-7-18,9 19,-1 0,-1 0,1 0,-2 0,-9-12,-56-71,28 33,-28-26,55 68,-18-29,26 34,-1 0,-1 1,0 0,0 0,-14-10,19 17,0 1,0-1,1 0,-8-12,9 12,0 0,-1 0,1 1,-1 0,-1 0,-7-7,5 7,-1 0,1 0,-1 1,0 0,0 1,-20-5,5 4,-37-1,41 4,3-2,1 0,-1-1,1 0,-24-11,-21-6,10 10,-90-7,119 16,-250-35,244 32,0-1,1-1,-43-17,47 15,1 1,-1 1,-1 1,1 1,-45-4,-511 10,567 0,0 0,0 0,1 1,-1 1,1 0,-19 7,-63 36,60-28,22-14,0 1,-1-1,-18 3,18-4,-1 1,-21 8,-75 44,-54 24,154-75,-1 0,1 1,0 0,-11 8,14-8,-1-1,0 0,0 0,-1-1,1 0,-1 0,-13 4,0-3,0 0,0 2,1 0,0 1,0 2,1 0,0 0,-21 17,30-20,-1 0,0-1,0-1,0 0,-1 0,-23 5,16-4,-31 13,-18 18,-12 6,61-35,-1-2,1 0,-25 3,25-5,0 0,1 1,-1 1,-16 8,-14 7,39-18,1 1,-1 0,1 0,0 1,0 0,1 0,-1 1,1 1,1-1,-1 1,-11 14,7-2,2-1,0 1,1 1,-7 24,-3 5,14-35,1 1,0-1,1 1,-1 27,3-29,-1 1,0 0,0-1,-2 1,0-1,-5 14,4-16,0 1,2 0,-1 1,1-1,1 0,1 1,-1-1,2 20,-2 5,-1 0,-10 35,7-43,1 1,-1 41,7 14,-1-70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5T14:00:44.0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1281 461,'-19'2,"-1"0,1 1,0 1,0 1,1 0,0 2,0 0,0 1,-22 13,20-10,0 0,-1-2,-1 0,-28 7,45-15,0 1,1 0,0 0,-1 0,1 1,0-1,0 1,-4 4,-20 12,-40 20,-5 3,44-27,-52 38,64-41,-2 2,-29 30,32-28,0-1,-24 16,28-22,1 0,0 0,0 1,-13 18,19-23,0-1,0 0,-1 1,1-2,-1 1,-10 4,11-5,-1 0,1 0,0 0,-1 1,1 0,1 0,-1 0,-7 9,-67 88,10 6,65-100,-1 0,0-1,-11 12,-7 8,7-4,1-3,-21 37,32-48,1 0,0 0,0 0,0 0,1 1,0-1,1 1,-1 13,2 173,1-77,0-103,1 0,1-1,0 1,1-1,0 0,1 0,8 14,-7-13,0 0,-1-1,0 2,-1-1,-1 0,2 17,-3-17,1 0,0 0,1 0,0 0,1-1,1 1,1-1,14 23,12 27,-21-33,-7-18,1 0,0 0,9 13,-2-6,53 88,-62-102,0-1,-1 1,2-1,-1-1,10 9,12 15,-11-8,-11-13,1 0,0 0,0 0,1-1,0 0,0 0,1-1,9 7,-8-8,-2 1,1-1,0 1,-1 0,0 1,0-1,-1 1,6 8,-6-9,-1-1,1 1,0-1,0 0,0 0,0-1,1 1,7 3,-7-4,0 0,0 0,0 1,0 0,-1 0,0 1,8 7,-11-9,1 2,0 0,1-1,0 0,-1 1,1-1,1-1,-1 1,1 0,-1-1,1 0,0 0,0-1,6 3,-5-2,-2-1,1 1,0 0,0 0,-1 1,0-1,1 1,3 5,14 11,36 32,-42-37,2 0,1-1,0-1,1 0,37 16,-6-3,-40-19,0 1,21 18,-25-19,0-1,1 0,0 0,1 0,-1-1,1-1,12 6,4 0,1 2,29 17,12 7,-2-3,-41-20,1-1,0-1,1 0,50 11,36 9,-30-6,-56-17,-2 0,43 23,-45-20,0-1,1-1,40 11,129 36,-33-7,-123-43,0 0,61 0,26 3,-54-3,133-4,-98-4,-61 0,-1-2,63-14,19-3,42-5,-89 13,108-6,33 2,20-1,49 2,18-2,-113 20,168-3,-192-16,15-1,-135 18,-1-2,86-14,-116 11,0-1,17-8,15-5,88-28,-111 37,1 2,0 1,1 0,-1 2,1 2,30-1,26-1,108-19,-61 6,-75 9,-25 4,54-1,-78 6,-1 0,0 0,1-1,-1 0,0 0,0 0,0-1,0 0,0 0,0 0,0-1,-1 0,1 0,-1 0,0-1,0 0,0 0,8-8,-7 6,1 0,0 1,0 0,0 0,1 1,0 0,0 0,11-3,-10 4,0-1,0 0,-1 0,1-1,-1 0,0 0,8-8,102-114,-79 84,-26 29,0-1,-2 0,19-30,-21 30,20-25,-21 30,-1 0,0 0,0-1,10-23,55-173,-58 167,22-42,10-29,-25 48,-2 10,-3 0,17-99,1-6,-14 78,-18 69,8-34,16-46,-18 73,-5 9,1 0,-1-1,0 1,-1 0,0-1,1-18,-4-432,0 443,0 0,-1 1,-1-1,-7-26,-28-59,23 64,-2-12,13 38,1 0,-2 0,1 0,-2 1,0 0,-13-20,-15-16,25 33,-1 0,0 1,0 0,-2 1,1 1,-18-14,11 13,-1 0,0 2,-1 0,-38-13,23 11,-11-5,-93-22,-9 8,76 14,1 3,-84-5,-283-28,171 16,146 19,-326-27,32 3,217 29,126 7,-73-9,40-4,-126 1,115 4,13 0,-307 7,194 2,-88 25,178-11,-168 13,240-20,-70 18,27-3,-121 7,-9 2,171-21,-5 3,-1-3,-86 4,104-13,1 1,-1 3,1 1,-45 14,67-16,-37 4,45-8,-1 0,1 2,0-1,0 2,0-1,-24 12,26-8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5T14:00:46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734 872,'-13'0,"1"0,-1 0,0 1,0 1,0 0,1 1,-18 6,10-1,-36 14,-89 48,142-68,-2 0,0 1,0 0,0 0,1 0,0 1,-1 0,1 0,0 0,1 0,-1 0,-5 10,-56 88,-36 131,91-208,-59 169,60-164,2 0,1 0,-3 61,6-54,-17 104,10-81,-8 100,15-141,1-1,1 1,1 0,1 0,0 0,1 0,1-1,9 29,-5-20,-6-22,0 1,0-1,0 1,1-1,0 1,0-1,1 0,-1 0,1 0,0 0,1-1,-1 1,1-1,0 0,8 7,-6-6,0 0,0 0,0 1,0-1,-1 1,9 13,-1-1,-10-15,0 0,0-1,0 0,0 1,0-1,0 0,0-1,1 1,-1 0,7 1,-6-2,1 1,-1 0,0 0,0 0,-1 0,1 0,5 5,18 23,-23-23,1-2,0 1,0-1,0 1,1-1,0-1,8 6,240 114,-227-113,15 9,1-3,80 21,284 54,467 83,-613-147,71 11,202 15,-474-50,321 43,111 5,-275-51,153 7,-354-7,134 6,-134-7,0-1,1-1,-1-1,0 0,0-1,-1-1,16-7,-15 5,0 0,-1-1,0-1,-1-1,0 0,0 0,19-21,1-6,48-68,-55 69,43-44,-47 54,79-70,-68 67,44-49,-55 53,52-42,-42 39,22-28,-40 40,0 0,23-18,2 1,-2 0,-1-3,36-46,15-36,12-15,-59 85,-1-3,41-69,-41 59,3 2,72-77,-49 60,48-36,-58 59,9-3,-37 33,27-29,-16 14,2 2,47-32,-46 37,4-2,-25 20,27-26,-17 14,-24 20,0 0,-1 0,1 0,-1-1,-1 0,1-1,-1 1,7-13,0-3,-8 16,-1 0,1 0,-1 0,-1 0,1 0,-1-1,-1 1,1-1,1-11,-3 1,0-1,-1 0,-1 1,0-1,-2 1,-8-29,9 39,0 1,-1-1,0 1,0 0,0 0,-1 1,0-1,0 1,-6-5,5 4,0 0,0 0,1 0,0 0,0-1,-8-14,11 15,-1 1,0-1,0 1,-1 0,1 0,-1 0,0 0,-1 1,1 0,-1-1,0 2,0-1,0 0,0 1,-9-4,0-1,1 0,0-1,-19-18,22 18,0 0,-1 1,0 0,0 1,-1 1,-12-6,1 3,-171-69,156 64,-1 1,0 3,-44-7,22 5,-104-18,-82-21,155 30,0 5,-116-7,167 19,-511-23,-23 6,433 13,-348 3,281 6,164 2,-77 13,19-1,63-11,-309 28,113-16,47 9,128-14,-118 5,165-16,-26-1,-1 2,-47 8,-70 8,59-7,66-9,-42 9,49-4,0 2,-46 21,-17 6,70-31,-36 5,39-7,-1 1,0 0,-18 7,-22 6,44-13,-1 1,1 0,0 1,0 0,-21 12,22-10,0 0,-1-1,0-1,0 0,-20 4,0 1,22-6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16T03:24:01.7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290 240,'1'1,"-1"-1,0 1,1 0,-1-1,0 1,1 0,-1-1,1 1,-1 0,1-1,0 1,-1-1,1 1,-1-1,1 1,0-1,-1 1,1-1,0 0,0 1,-1-1,1 0,0 0,0 0,-1 1,1-1,1 0,26 3,-25-3,233 0,-170-8,18-1,-52 7,1-3,-1-1,0-1,40-14,-1 0,-50 16,-5 1,-1-1,21-8,-18 6,1 1,26-5,-1-1,-39 11,8-3,0 0,0 0,-1-2,15-7,-16 8,1 0,-1 1,1 0,0 1,0 1,0 0,0 0,19 1,-10-1,30-5,-12 0,1 3,0 1,76 5,-32 0,-33-2,13-1,104 12,-68 2,96 19,-111-12,191 47,-246-61,1-2,0 0,0-2,45-3,59 4,301 9,-281-14,662 2,-668 11,-77-4,160 11,-136-11,45 2,-22-1,10 1,-76-9,-14-2,1 3,76 10,-89-7,1-1,30-1,-30-2,53 8,3 0,-56-6,30 5,-16-2,-1-1,1-2,42-5,-5 2,489 1,-477 4,120 22,-176-20,39 6,61 7,205 27,-291-40,-41-6,-1 0,1 1,0 0,-1 1,1 0,-1 0,1 0,-1 1,9 4,-7-1,-1-1,1 1,-1 0,-1 1,1-1,-1 2,0-1,-1 1,0 0,0 0,-1 1,0-1,0 1,-1 0,0 1,-1-1,0 1,0 0,-1-1,1 18,7 27,0 12,-9-61,-1 1,0-1,0 1,-1-1,0 1,0-1,0 0,0 1,-4 6,4-10,-1 0,1 1,-1-1,0 0,0 0,0 0,0-1,0 1,0 0,0-1,0 0,-1 1,-4 1,-41 13,15-5,-16 13,-39 14,77-35,-1 0,1-1,-13 1,13-2,0 1,0 0,-17 6,-37 15,-92 19,130-38,0-1,0-1,-44-4,48 1,-1 0,0 2,0 1,0 0,-26 7,27-3,0-1,0-2,0 0,-32-1,-91-11,119 7,-88-4,-24-3,-17 2,113 8,0-3,-82-13,60 4,-75-4,-6 0,-8 0,61 8,-65-2,10 2,72 1,-130-17,104 9,-125-3,-104 17,143 2,-337-2,418 9,3 0,-417-9,416-9,70 4,-36 1,-24 5,-104-2,128-7,39 3,-42 0,-101 7,-212-4,283-5,-47-2,91 9,-252-10,28 3,206 7,62-1,0 0,-22-6,21 4,-31-3,-25-2,49 4,-32 0,46 3,1-1,-1 0,1 0,-1-1,1 0,0 0,1-1,-1 0,0-1,-13-10,12 8,0 1,-1 0,0 1,0 0,-1 1,-13-4,-13 0,-6 0,-43-14,85 22,1 0,-1-1,0 0,0 1,1-1,-1 0,0 0,1 0,-1 0,0 0,1 0,0-1,-1 1,1 0,0-1,0 1,-1-1,1 1,0-1,1 0,-1 0,0 1,0-1,1 0,-1 0,1 0,-1 1,1-1,0 0,0 0,0 0,0 0,0 0,1-3,0 2,0 0,0 1,0-1,0 1,1-1,-1 1,1 0,-1 0,1-1,0 1,0 0,0 1,0-1,0 0,0 0,1 1,-1-1,0 1,1 0,0 0,-1 0,1 0,4-1,21-1,0 1,0 1,45 5,-62-3,28 4,-1 2,0 1,39 15,-11-4,166 40,2-14,-9-2,-129-19,184 21,324-32,-400-14,-189 0,0 0,0-1,0-1,0 0,25-9,69-35,-87 36,1-6,-19 14,-1 0,0 1,1-1,-1 1,7-3,12-6,32-20,-42 24,1 1,24-8,-23 9,0-1,18-10,0 0,0 0,0 3,67-19,-54 18,-28 8,-1-1,26-14,-30 14,1 0,0 1,0 0,1 1,16-3,-25 7,0 0,0-1,-1 1,1-1,0 0,-1 0,1 0,-1 0,0-1,0 0,0 0,0 0,0 0,0-1,-1 0,0 1,4-6,-1 3,0 1,0 0,0 0,1 0,-1 1,1 0,0 1,1-1,-1 1,13-3,30-15,-39 15,1 1,0 0,0 1,0 0,1 1,-1 0,1 1,16-1,-9 1,35-11,-36 8,0 1,22-2,136-9,23 11,20-2,234-6,-296 14,918-2,-1057 1,0 0,19 6,-18-4,36 3,-21-6,-13-1,1 1,-1 2,37 6,-39-5,-1 0,1-2,31 0,-29-2,0 2,35 4,134 23,-184-27,-1 0,1 1,-1 0,1 0,-1 0,0 1,0-1,10 8,-1 0,25 23,12 10,-46-39,0 1,-1 0,0 0,0 0,0 1,0 0,-1 0,0 0,0 0,-1 1,1-1,2 12,2 7,-1 0,4 30,-7-31,0 0,2 34,-6-49,0-1,0 0,-1 0,0 1,0-1,-1 0,-4 15,0-10,1-1,-1 0,-1 0,0 0,-1-1,0 0,-17 17,6-16,-1 0,0-2,-1 0,0-1,-38 10,-79 14,108-27,0-1,0-2,-1-2,-55-3,17 0,-50 4,-120-4,40-15,10 0,-5 0,167 13,-35-8,37 6,-40-4,-14 3,-152-5,201 10,-48-7,34 3,-1-2,28 4,0 2,-22-2,30 4,8 0,23-2,26-6,71-1,-25 2,235-18,-119 9,55-2,-208 15,-1-3,70-16,-39 6,-33 13,-47 4,0-1,0 0,1 0,-1 0,0-1,0 0,0-1,0 0,0 0,0 0,9-6,-16 8,1 0,-1 0,0 0,0 0,1 0,-1-1,0 1,0 0,1 0,-1-1,0 1,0 0,0 0,1 0,-1-1,0 1,0 0,0-1,0 1,0 0,1 0,-1-1,0 1,0 0,0-1,0 1,0 0,0-1,0 1,0 0,0-1,0 1,0 0,-1 0,1-1,0 1,0 0,0-1,0 1,0 0,-1-1,-14-9,-20-1,-32-12,46 15,-37-9,-36-1,-167-43,193 43,-122-16,75 16,-463-105,404 83,-377-79,-139-15,540 116,79 11,-97-22,76 8,-112-11,157 25,30 4,0 0,-20 0,-899 3,422 1,499 0,-1 1,1 0,0 1,-18 6,17-4,0-1,0-1,-29 3,11-5,-1 2,1 1,-58 15,51-10,-64 6,94-12,1-1,0 2,-1-1,1 1,0 1,1 0,-1 0,1 1,0 0,0 1,1 0,0 0,-8 9,15-14,-1 0,1 0,0 0,-1 0,1 1,0-1,0 0,0 1,1-1,-1 0,0 1,1-1,0 1,-1-1,1 1,0-1,0 1,1-1,-1 1,0-1,1 0,0 1,-1-1,3 5,-1-4,0 0,0 0,0 0,0 0,0 0,1 0,-1 0,1-1,0 1,0-1,0 0,0 0,0 0,1 0,5 2,26 8,-1 2,-1 1,41 25,76 51,-132-80,2-1,-1-1,24 7,-20-7,0 0,23 13,-24-9,2-1,-1-1,1-2,1 0,40 8,26 10,-66-18,0-1,0-1,0-2,29 3,38 0,70 1,-101-8,-34 1,0-2,0-1,29-5,-43 3,0-1,0-1,0 0,19-12,19-8,-45 22,0 0,-1-1,0 1,0-1,0 0,0-1,-1 1,8-10,21-19,16-8,-38 30,-1 2,2-1,-1 2,2-1,-1 2,21-10,-24 13,0 1,0-1,0-1,-1 1,0-1,11-9,-12 10,-1 1,1 0,0 0,0 0,0 1,0 0,1 0,-1 1,11-1,1-1,19-4,-9 1,-1 2,49-3,-55 7,1 1,0 1,36 7,38 10,-57-12,68 20,-61-13,1-2,78 9,-125-21,175 34,-110-20,-11-5,64 1,-54-5,358 2,-252-9,736 2,-888-1,-1-1,0-1,30-9,-27 7,-1 1,34-4,32 7,-54 1,1 0,-1-2,0-2,49-11,-56 9,46-4,-25 4,25-6,7 0,90-5,-127 17,-21 1,1-2,0 0,36-8,-38 6,0 1,0 0,36 2,-38 0,-2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09.0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763 1 24575,'0'0'0,"0"3"0,3 1 0,4-1 0,3 0 0,0 3 0,2-2 0,-2 4 0,1-1 0,1-2 0,-2 3 0,1-2 0,-2 2 0,1-1 0,-1 2 0,0-1 0,2-2 0,-1 2 0,1-2 0,1-1 0,1-2 0,2-1 0,1 3 0,1 2 0,0 0 0,-3 2 0,0 0 0,-1-3 0,-1 2 0,-1-1 0,1-2 0,2-2 0,1-1 0,-3 3 0,1-1 0,0-1 0,-2 3 0,1-1 0,0 0 0,2-2 0,1-1 0,0-1 0,2 0 0,-4 3 0,1-1 0,0 0 0,-3 4 0,1-2 0,0 0 0,-2 2 0,1-2 0,2 0 0,-3 2 0,1-1 0,1-1 0,2-2 0,1 3 0,1-2 0,0 0 0,-2 3 0,0-2 0,-1-1 0,2 0 0,-3 1 0,0 0 0,1 3 0,-2 1 0,0 4 0,1 1 0,2-1 0,-3 0 0,2-3 0,-4 2 0,2-4 0,0 2 0,-1 1 0,1-2 0,-2 2 0,1 1 0,1-2 0,-1 2 0,1-3 0,1-3 0,2 3 0,-3 0 0,-2 3 0,1-2 0,-3 2 0,2-3 0,2-1 0,1 0 0,2-2 0,-2 2 0,1-1 0,-3 2 0,1-2 0,-2 2 0,-3 2 0,1-1 0,3 1 0,-2 1 0,2-2 0,1-1 0,3 0 0,-3 1 0,-1 2 0,-1 2 0,-1 1 0,0 2 0,3-4 0,-2 1 0,1 0 0,-1 0 0,1-2 0,-2 1 0,-1 0 0,-3 1 0,2-3 0,-2 1 0,4-2 0,-2 0 0,-1 2 0,2 1 0,-1 1 0,3-1 0,-2 0 0,-2 0 0,3 2 0,-2 0 0,-1 1 0,-2 0 0,3-2 0,-2-1 0,0 1 0,-1 0 0,-1 2 0,-1-1 0,0 2 0,-1 0 0,0 0 0,-1 0 0,1 0 0,0 0 0,0 0 0,0 0 0,0 1 0,0-1 0,0 0 0,0 0 0,0 0 0,0 0 0,0 0 0,0 0 0,0 0 0,0 0 0,0 0 0,0 0 0,0 0 0,0 0 0,0 0 0,0 0 0,0 0 0,-4 0 0,1 0 0,-1 1 0,-2-1 0,0 0 0,-2-4 0,1 1 0,-2-1 0,1 1 0,-2 1 0,2 1 0,2 0 0,-2-2 0,2-1 0,2 1 0,0 0 0,-1 1 0,-3 1 0,0 1 0,2-1 0,1 1 0,-1-3 0,1 0 0,-3 0 0,1 0 0,-1 1 0,0 1 0,-1-3 0,1 0 0,-1 0 0,1 2 0,2 0 0,-2 1 0,-1-3 0,0 0 0,2 1 0,-1-3 0,1 0 0,2 2 0,2 0 0,-3-1 0,-2-3 0,1 0 0,-3-2 0,2 2 0,1 1 0,-1-1 0,2 2 0,1 1 0,2 1 0,-3-1 0,-2-3 0,1 0 0,1 2 0,1 2 0,2 1 0,-2-3 0,1 2 0,0 1 0,-2-3 0,-3-3 0,1 1 0,-2-2 0,1 1 0,-1-1 0,1 2 0,0-2 0,1 2 0,-2-1 0,-1-2 0,-2-2 0,-1-1 0,-2-2 0,3 3 0,0-1 0,-1 0 0,-1 0 0,0-2 0,-1 0 0,-1 0 0,0-1 0,0 3 0,0 1 0,0-1 0,0 0 0,0-1 0,-1-1 0,1 0 0,0 3 0,0-1 0,0 1 0,0-1 0,0-1 0,0-1 0,0 0 0,0 2 0,0 1 0,0-1 0,3 3 0,1-1 0,-1 0 0,0-1 0,2 1 0,0 0 0,-1-1 0,-1 0 0,0 1 0,-2-1 0,-1 0 0,0-1 0,0-1 0,0-1 0,3 3 0,1 0 0,-1-1 0,0 0 0,-1-1 0,-1-1 0,-1 0 0,1-1 0,-1 0 0,-1 0 0,1 0 0,0-1 0,0 1 0,0 0 0,0 0 0,0 0 0,0 0 0,0 0 0,-1 0 0,1 0 0,0 0 0,0 0 0,0 0 0,0 0 0,0 0 0,0 0 0,0 0 0,0 0 0,0 0 0,0 0 0,0 0 0,0 0 0,0 0 0,0 0 0,0 0 0,0 0 0,0 0 0,0 0 0,3 4 0,0-1 0,1 1 0,-1-1 0,-1-1 0,-1-1 0,0 0 0,-1-1 0,0 0 0,0 0 0,0 0 0,-1 0 0,1 0 0,0 0 0,0 0 0,0 0 0,0 0 0,0 0 0,0 0 0,0 0 0,0 0 0,-1 0 0,5 3 0,-1 0 0,4 4 0,3-1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12.01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608.71655"/>
      <inkml:brushProperty name="anchorY" value="-1799.02673"/>
      <inkml:brushProperty name="scaleFactor" value="0.5"/>
    </inkml:brush>
  </inkml:definitions>
  <inkml:trace contextRef="#ctx0" brushRef="#br0">1552 36 24575,'0'0'0,"-3"0"0,-4 0 0,-4 0 0,-2 0 0,1-3 0,-1-1 0,-1 1 0,-1-3 0,0 0 0,-2 1 0,1 1 0,-1 2 0,-1 1 0,1 0 0,0 1 0,0 0 0,-1 0 0,1 0 0,0 1 0,0-1 0,0 0 0,0 0 0,0 0 0,0 0 0,0 0 0,0 0 0,3 3 0,1 1 0,-1 0 0,0-1 0,-1-1 0,-1-1 0,4 3 0,-2 0 0,1-1 0,-1 0 0,-2-1 0,1-1 0,1 3 0,1 0 0,-1 3 0,0-1 0,-1-1 0,-1 0 0,0-3 0,2 3 0,1-1 0,-1 0 0,0-1 0,-1-2 0,-1 0 0,-1 0 0,1-1 0,-1 0 0,-1 0 0,1-1 0,0 1 0,0 0 0,0 0 0,0 0 0,0 0 0,3 3 0,0 1 0,1 0 0,2 2 0,0 0 0,-2-1 0,0-2 0,2 3 0,-1-1 0,2 2 0,-1 0 0,0-2 0,1 2 0,3 3 0,-2-2 0,-1-1 0,-2-2 0,-2-1 0,2 1 0,-1-1 0,3 3 0,0-1 0,1 3 0,3 1 0,-2 0 0,2 1 0,-2-2 0,-2-2 0,1 1 0,-1 2 0,1 2 0,2 2 0,2 1 0,2 1 0,2 1 0,0 1 0,1-1 0,1 0 0,-1 1 0,1-1 0,-1 0 0,0 0 0,0 1 0,-3-1 0,0 0 0,-1 0 0,1 0 0,1 0 0,1 0 0,0 0 0,1 0 0,-3-4 0,-1 1 0,1 0 0,0 0 0,1 1 0,-3 0 0,1 2 0,-3-4 0,1 1 0,-3-1 0,1 2 0,-1-4 0,1 2 0,-2-4 0,2 1 0,-1 2 0,1 1 0,-1 1 0,-3 2 0,3 0 0,-2-2 0,-1 0 0,-2-1 0,2 2 0,0 0 0,2 1 0,-1-3 0,-1-3 0,3 0 0,1 1 0,3 1 0,-2-2 0,2 2 0,2 1 0,0 0 0,1 3 0,1 0 0,1 0 0,0 1 0,0 0 0,1 1 0,-1-1 0,0 0 0,0 0 0,3-3 0,4-4 0,0 0 0,3-2 0,-2 0 0,-1 2 0,-2 3 0,-2 0 0,-2 3 0,0 0 0,-1 1 0,0 0 0,0 1 0,3-4 0,0 0 0,0-1 0,0 2 0,-1 0 0,-1 1 0,4 0 0,-1 1 0,-1 0 0,0 0 0,2 0 0,0 0 0,-1 0 0,-1 1 0,-1-1 0,-1 0 0,-1 0 0,1 0 0,-1 0 0,-1 0 0,1 0 0,0 0 0,0 0 0,0 0 0,0 0 0,0 0 0,0 0 0,0 0 0,0 0 0,0 0 0,0 0 0,0 0 0,0 1 0,0-2 0,0 1 0,3 1 0,1-1 0,-1 0 0,4-4 0,-2 1 0,0-1 0,-1 2 0,2 0 0,-1 0 0,2-2 0,-1 0 0,3-2 0,-1-1 0,1 2 0,3 1 0,-3 1 0,-1 2 0,1-3 0,-2 0 0,-2 1 0,-1 0 0,1 2 0,0-1 0,-1 2 0,2-4 0,2-2 0,0-1 0,-1 1 0,-2 1 0,1-2 0,0 2 0,2 0 0,2-1 0,-1 0 0,-2 2 0,-2 0 0,-1 3 0,1-4 0,-1 1 0,3 1 0,0 0 0,-2 1 0,-1 1 0,2-3 0,-2 1 0,0-1 0,3 1 0,-2 2 0,0-1 0,2-2 0,-2 1 0,0-1 0,-1 2 0,-2 0 0,2-2 0,0-1 0,3-2 0,-1 1 0,3-3 0,2-2 0,-2 2 0,3-3 0,0 0 0,2-2 0,1 2 0,1-1 0,1 0 0,0-1 0,1-1 0,-5 2 0,1 1 0,0-2 0,0 3 0,1 0 0,1-2 0,0 0 0,1-2 0,0-1 0,0 0 0,1-1 0,-1-1 0,0 5 0,0-1 0,0 0 0,0 0 0,0-1 0,0 0 0,0-2 0,0 1 0,0-1 0,0 0 0,4-1 0,0 1 0,3 0 0,-1 0 0,3 0 0,-1 0 0,-2 0 0,-1 0 0,-3 0 0,0 0 0,2 0 0,0 0 0,2-4 0,0 1 0,0-1 0,-2 1 0,2 1 0,-1 1 0,-1 0 0,-1 1 0,-1 0 0,-1 0 0,0-3 0,-1 0 0,0-4 0,0 1 0,-1 0 0,1 2 0,0 1 0,0 1 0,0-2 0,0-3 0,0 0 0,0 1 0,0 2 0,0 1 0,0 1 0,1 1 0,-2 1 0,2-4 0,-1 1 0,0 0 0,0 0 0,0 1 0,0-2 0,0-1 0,0 2 0,0 0 0,0 1 0,0 1 0,0 0 0,0 1 0,0 0 0,0 0 0,-3-3 0,0 0 0,-1-1 0,1 1 0,1 1 0,1 1 0,-3-3 0,0 0 0,-3-3 0,1 1 0,-3-3 0,-2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15.0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88.39612"/>
      <inkml:brushProperty name="anchorY" value="-5319.42285"/>
      <inkml:brushProperty name="scaleFactor" value="0.5"/>
    </inkml:brush>
  </inkml:definitions>
  <inkml:trace contextRef="#ctx0" brushRef="#br0">290 203 24575,'0'0'0,"0"-3"0,0-4 0,0-3 0,0-4 0,3 2 0,4 2 0,4 3 0,2 3 0,3 1 0,0 2 0,2 1 0,0 1 0,-1-1 0,1 1 0,0-1 0,-1 0 0,0 1 0,0-1 0,0 0 0,0 0 0,0 0 0,4 0 0,-1 0 0,1 0 0,2 0 0,0 0 0,5 3 0,0 1 0,2-1 0,1 0 0,1-1 0,1 0 0,1-2 0,0 1 0,0-1 0,4 0 0,0 0 0,3-1 0,0 1 0,2 0 0,-1 0 0,5 0 0,-5 0 0,5 0 0,-2 0 0,2 0 0,-3 0-741,1 0 953,-3 0-318,2 0 106,-2-3 0,-2-1 0,1 0 0,0 2 0,-3-1 0,0 2 0,-2 0 0,-1 1 0,-4 0 0,-4 0 0,0 0 0,-3 0 0,-2 0 0,1 1 0,-1-1 741,-1 0-953,3 0 318,-2 0-106,-1 0 0,0 0 0,-2 0 0,-1 0 0,0 0 0,-1 0 0,0 0 0,0 0 0,3 0 0,0 0 0,4 0 0,-1-4 0,0 1 0,1 0 0,0 0 0,-2 1 0,-1 1 0,-2 0 0,3 1 0,-1 0 0,-1-4 0,3 1 0,0-1 0,-2 2 0,3-1 0,-1 2 0,-1 0 0,2 1 0,-2 0 0,0 0 0,-1 0 0,-2 1 0,-1-1 0,0 0 0,-1 0 0,0-4 0,-1 1 0,1-1 0,0 1 0,0 1 0,0 1 0,0 0 0,0 1 0,0 0 0,0 0 0,0 0 0,0 0 0,0 0 0,0 0 0,0 0 0,0 0 0,0 0 0,0 0 0,0 0 0,0 0 0,0 0 0,0 0 0,1 0 0,-1 0 0,0 0 0,0 0 0,0 0 0,0 0 0,0 0 0,0 0 0,0 0 0,0 0 0,0 0 0,0 0 0,0 0 0,0 0 0,0 0 0,0 0 0,0 0 0,0 0 0,0 0 0,0 0 0,0 0 0,0 0 0,1 0 0,-1 4 0,0 0 0,0-1 0,0 0 0,0-1 0,0-1 0,-3 4 0,-1-1 0,1-1 0,0 0 0,1-1 0,0-1 0,2 3 0,0 0 0,0 2 0,0 1 0,0 2 0,0 1 0,0 0 0,0 1 0,1 2 0,-1-2 0,-4 0 0,1 2 0,-4 1 0,1 1 0,0 1 0,-2 0 0,2 1 0,1 1 0,-2-1 0,-2 0 0,1-3 0,-2 0 0,-2-1 0,2 2 0,-2 0 0,3 0 0,-1 2 0,-2-1 0,2 5 0,-1-1 0,-1 1 0,2-1 0,-1-1 0,2 0 0,-2-1 0,0-1 0,-2 0 0,-2 0 0,3 0 0,-1 0 0,0 0 0,-1 0 0,2 0 0,-1 0 0,4-4 0,-2 1 0,0 0 0,-2 0 0,-2 1 0,0 1 0,-2 0 0,4-3 0,-1 1 0,4-1 0,-1 1 0,0 2 0,-2-1 0,-2 2 0,0 0 0,-1 0 0,-4 0 0,-1 0 0,0 0 0,-3 1 0,-2-5 0,1 1 0,-3-4 0,2 1 0,-1-3 0,1 1 0,0 2 0,1 1 0,-2 3 0,-1-3 0,-2-3 0,-1-2 0,-2-3 0,0-2 0,-2-1 0,1-1 0,0 3 0,-1-1 0,1 1 0,0 0 0,0-2 0,-1 0 0,1 0 0,0-1 0,-3 0 0,0 0 0,-4 0 0,0 0 0,2 0 0,-3 0 0,2 0 0,0 0 0,-1 0 0,2 0 0,0 0 0,1 0 0,-1 0 0,0 0 0,1 0 0,-2 0 0,-3 0 0,1 0 0,1 0 0,2 0 0,1 0 0,3 0 0,0 0 0,0 0 0,2 0 0,-1 0 0,0 0 0,0 0 0,1 0 0,-1 0 0,0 0 0,0 0 0,0 0 0,0 0 0,0 0 0,0 0 0,-1 0 0,-2 0 0,-1 0 0,1 0 0,-3 0 0,0 0 0,1 0 0,2 0 0,0 0 0,-2 0 0,1 0 0,0 0 0,1 0 0,1 0 0,1 0 0,1 0 0,-4 0 0,1 0 0,-1 0 0,5 3 0,1 4 0,0 0 0,0 0 0,0-2 0,-1-2 0,3 3 0,0-2 0,0 0 0,-1 2 0,-1 0 0,-1-2 0,-1-1 0,1 0 0,-1-2 0,-1-1 0,1 0 0,0 4 0,0-1 0,3 3 0,1 1 0,-1-2 0,0 3 0,-1-2 0,-1-1 0,0 2 0,-1-1 0,0 2 0,0-1 0,-1-2 0,1 3 0,0-2 0,0-1 0,0-2 0,0 0 0,0 1 0,0 0 0,0 3 0,0-1 0,0-1 0,0 2 0,-1 0 0,1-2 0,4 2 0,-1-2 0,1 0 0,-1 2 0,-1-2 0,-1 0 0,0 1 0,-1 0 0,0-1 0,0-2 0,-1-1 0,1-1 0,0-1 0,0 0 0,0 0 0,0 0 0,0 0 0,0 0 0,0-1 0,3 5 0,0-1 0,1 1 0,-1-1 0,-1-1 0,-1-1 0,0 0 0,-1-1 0,0 0 0,0 0 0,0 0 0,-1 0 0,1 0 0,0 0 0,0 0 0,0 0 0,0 0 0,0 0 0,0 0 0,0 0 0,0 0 0,0 0 0,0 0 0,0 0 0,0 0 0,-1 0 0,1 0 0,0 0 0,0 0 0,0 0 0,0 0 0,0 0 0,0 0 0,0 0 0,0 0 0,0 0 0,0 0 0,0 0 0,0 0 0,0 0 0,0 0 0,0 0 0,0 0 0,0 0 0,0 0 0,0 0 0,0 0 0,-1 0 0,1-4 0,0 1 0,0-4 0,0 1 0,0-3 0,0 1 0,0 2 0,0 1 0,3-1 0,1 1 0,-1 1 0,4-2 0,-2 0 0,0-2 0,-2 1 0,0 2 0,1-3 0,0 2 0,4-2 0,-2 1 0,-1 1 0,-1-1 0,-2 1 0,0 1 0,-1 2 0,2-3 0,0-2 0,1-3 0,-2 1 0,0 2 0,-1-1 0,0 1 0,-1 3 0,3-2 0,0 1 0,1 1 0,2-1 0,-1 1 0,3-3 0,0 1 0,1-2 0,-2-2 0,0 2 0,-3-3 0,-2 0 0,0 1 0,-2 0 0,0 2 0,3-2 0,0 3 0,4-2 0,-1 3 0,3-2 0,-2 1 0,3-1 0,-2 1 0,1-1 0,-1-2 0,2-2 0,-2 2 0,1-1 0,-1-1 0,1-2 0,2 0 0,-2 2 0,2 0 0,-2 0 0,1-2 0,-1 4 0,-3 2 0,1-1 0,-1 3 0,2-2 0,-1 3 0,2-3 0,1-2 0,3-1 0,-2-3 0,1-1 0,1 0 0,-2 2 0,1 0 0,1 0 0,-3 3 0,2-1 0,-3 3 0,1-1 0,-2 2 0,1-1 0,2-2 0,2-2 0,1-1 0,2-1 0,-3 1 0,0 1 0,1-1 0,0 0 0,1-2 0,1 0 0,-2 3 0,-1 0 0,1-1 0,0 0 0,1-1 0,1-1 0,0 0 0,1-1 0,0 0 0,0 0 0,1-1 0,2 1 0,0 0 0,1 0 0,-1 0 0,2 3 0,0 0 0,3 1 0,-1-1 0,2 2 0,-2 0 0,-1-1 0,2 3 0,-2-2 0,2 3 0,-1-1 0,2-1 0,-1-2 0,1 2 0,2-1 0,-1-1 0,1 2 0,1 3 0,2 2 0,1 3 0,-2-2 0,0 1 0,1 0 0,0 2 0,1-3 0,1-3 0,-3-3 0,-3-2 0,0-2 0,1 2 0,1 3 0,2 2 0,1 4 0,2 2 0,-4-2 0,1 0 0,-1 1 0,-2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17.86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95.78906"/>
      <inkml:brushProperty name="anchorY" value="-5963.49365"/>
      <inkml:brushProperty name="scaleFactor" value="0.5"/>
    </inkml:brush>
  </inkml:definitions>
  <inkml:trace contextRef="#ctx0" brushRef="#br0">481 837 24575,'0'0'0,"-3"0"0,-4 0 0,-3 0 0,-4-3 0,3-4 0,-3-1 0,0 2 0,0 1 0,1-2 0,1 2 0,-2 0 0,4-1 0,-2 0 0,3-2 0,-1 1 0,-1-2 0,-2 2 0,-5-3 0,-1-1 0,-1-2 0,0 2 0,1-2 0,0 4 0,1-2 0,0-1 0,1-1 0,3-2 0,1 3 0,-1 3 0,0-1 0,0-1 0,-2-1 0,3-2 0,3-2 0,3 0 0,3-1 0,2 0 0,2 0 0,0-1 0,1 1 0,-1 0 0,1 0 0,-1 0 0,1-1 0,-1 1 0,0 0 0,0 0 0,0 0 0,0 0 0,0 0 0,0 0 0,0 0 0,3 3 0,1 1 0,3 3 0,3-1 0,-1 0 0,-2-2 0,-1-1 0,-2-2 0,1 3 0,0 0 0,2 2 0,2 4 0,4 2 0,1 2 0,1 2 0,2-3 0,0 1 0,-3-3 0,0 0 0,1 1 0,-1 1 0,1 2 0,1 0 0,1 1 0,-1 1 0,1 0 0,1 1 0,-1-1 0,0 0 0,-4-3 0,1 0 0,0-1 0,0 2 0,1 0 0,1 0 0,0 2 0,1-1 0,0 1 0,0 0 0,0-3 0,0 0 0,0-1 0,1 1 0,-1 1 0,0 1 0,0-3 0,0 0 0,0 0 0,0 1 0,0 1 0,0 1 0,0 1 0,0-1 0,0 1 0,0 1 0,0-1 0,0 0 0,0 0 0,0 0 0,1 0 0,-1 0 0,0 0 0,0 0 0,0 0 0,0 0 0,0 0 0,0 0 0,0 0 0,0 0 0,0 0 0,0 0 0,0 0 0,0 0 0,0 0 0,0 0 0,0 0 0,0 0 0,0 0 0,0 0 0,0 0 0,0 0 0,1 0 0,-1 0 0,0 0 0,0 0 0,0 0 0,3 0 0,4 0 0,0 0 0,-1 0 0,3 0 0,1 0 0,3 0 0,1 0 0,2 0 0,1 0 0,3 0 0,8 0 0,-3 0 0,5 0 0,-1 0-672,1 0 864,1 0-288,-2 0 96,1 0 0,0 0 0,4 0 0,-2 4 0,1-1 0,0 1 0,0-1 0,1 2 0,-4 0 0,4 0 0,0-2 0,-2-1 0,-1-1 0,0 3 0,-2 0 0,0-1 0,-3-1 0,1 0 0,-2-1 0,5 0 0,-2-1 0,-2 4 0,-5-1 0,-3 0 0,-2 0 0,-1-1 0,1-1 0,-1 0 0,-2-1 0,-1 0 0,-2 0 672,-3 0-864,-2 0 288,-3 0-96,0 0 0,-2 0 0,-1 0 0,1 0 0,-1 0 0,1 0 0,0 0 0,0 0 0,0 0 0,0 0 0,0 0 0,0 0 0,0 0 0,0 0 0,0 0 0,0 0 0,0 0 0,0 0 0,0 0 0,0 0 0,0 0 0,0 0 0,0 0 0,1 0 0,-1 0 0,3 0 0,0 0 0,1 0 0,-1 0 0,2 0 0,4-4 0,-1 1 0,2-1 0,2 1 0,1 1 0,-1 1 0,1 0 0,7-3 0,1 1 0,5 0 0,0 0 0,1 1 0,3 1 0,-3 1-838,2-1 1078,5-2-360,0-1 120,2 1 0,4 0 0,3 1 0,2 1-1697,0 0 2182,5 1-728,-2 0 243,-3 0 0,4 0 0,1 0 0,-3 0 0,1 1 0,1-1 0,-4 0 0,5 0 0,-4 0 0,-1 0 0,-4 0 0,5 0 0,-3 0 0,-1 0 0,2 0 0,-3 0 0,-1 0 0,-2 0 0,-2 0 0,3 0 0,-5 0 0,0 0 0,-4 0-758,-4 0 974,-3 3-324,0 1 108,-1-1 0,-1 0 0,-2-1 0,0 0 0,-2 2 0,0-1 0,0 1 0,-3-2 749,-4 0-963,0-1 2017,-3 0-2288,-2-1 1577,2 0-1335,-2 0 364,-1 0-121,-1 0 0,-1 0 0,-1-1 0,-1 1 0,0 0 0,0 0 0,0 0 0,0 0 0,0 0 0,0 0 0,0 0 0,0 0 0,0 0 0,0 4 0,0-1 0,0 1 0,0-1 0,0-1 0,0-1 0,0 0 0,0-1 0,0 1 0,0-2 0,0 1 0,0 0 0,0 0 0,0 0 0,0 0 0,0 0 0,1 0 0,-1 0 0,0 0 0,0 0 0,0 0 0,0 0 0,0 0 0,0 0 0,0 0 0,0 0 0,0 0 0,3 0 0,1 0 0,0 0 0,-1 0 0,2 0 0,0 0 0,-1 0 0,-1 0 0,0 0 0,-2 0 0,-1 0 0,1 0 0,-1 0 0,-1 0 0,1 0 0,0 0 0,0 0 0,0 0 0,0 0 0,0 0 0,0 0 0,0 0 0,0 0 0,0 0 0,0 0 0,0 0 0,0 0 0,0 0 0,0 0 0,0 0 0,0 0 0,0 0 0,1 0 0,-1 0 0,0 0 0,0 0 0,0 0 0,0 0 0,0 0 0,0 0 0,0 0 0,0 0 0,0 0 0,0 0 0,0 0 0,0 0 0,0 0 0,0 0 0,0 0 0,-3 3 0,0 0 0,-1 1 0,1-1 0,1-1 0,1-1 0,0 0 0,1-1 0,0 0 0,0 0 0,0 3 0,1 4 0,-1 3 0,0 4 0,0-2 0,0 1 0,0 1 0,0 1 0,0-3 0,-3 1 0,-1 0 0,1 1 0,0 1 0,1 1 0,1 0 0,-3 1 0,0-3 0,-3 0 0,1-4 0,-3 1 0,1 1 0,2-3 0,-2 2 0,-1 1 0,0 1 0,-1 2 0,-2 1 0,-1 1 0,1-4 0,0 1 0,-1 0 0,2 0 0,-1 1 0,0 1 0,-2 1 0,-4-4 0,-2 1 0,0-1 0,1 1 0,-4-2 0,-2-3 0,0 1 0,-3-3 0,-1-2 0,-2-2 0,-1-1 0,-1-1 0,-1-1 0,3 3 0,1 0 0,-1 0 0,-1 0 0,0-1 0,-1-1 0,0-1 0,2 4 0,1 0 0,-1-1 0,0 0 0,-1-1 0,-1-1 0,-1 0 0,1-1 0,-1 0 0,3 3 0,0 1 0,0-1 0,0 3 0,-1-1 0,-1 0 0,0-1 0,3 2 0,-1-1 0,0-1 0,0-1 0,-1 2 0,-1 0 0,0-1 0,-1-1 0,0-2 0,0 4 0,-1-1 0,1 0 0,0-2 0,0 0 0,3 3 0,1-1 0,-1 0 0,0-1 0,-1-1 0,-1-1 0,0 0 0,3 2 0,-1 0 0,1 1 0,1 2 0,1-1 0,-1 0 0,-2 2 0,-1-1 0,0-1 0,-2-2 0,0 3 0,0-2 0,0 4 0,0-2 0,3 3 0,0-2 0,0-1 0,0-2 0,-1-1 0,-1 2 0,3-1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34.5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043.77246"/>
      <inkml:brushProperty name="anchorY" value="-6868.93506"/>
      <inkml:brushProperty name="scaleFactor" value="0.5"/>
    </inkml:brush>
  </inkml:definitions>
  <inkml:trace contextRef="#ctx0" brushRef="#br0">189 922 24575,'0'0'0,"0"-3"0,0-5 0,0-2 0,0-4 0,0-1 0,0-2 0,0 0 0,0-1 0,0 1 0,0-1 0,-3 1 0,-4-1 0,0 1 0,-2 0 0,-3 3 0,1 1 0,3-1 0,-1 0 0,-2-1 0,2-1 0,2 0 0,-2 3 0,3-1 0,1 1 0,-2-2 0,1 0 0,2-1 0,-3 3 0,2 0 0,0-1 0,2 0 0,-2 2 0,0 0 0,1-1 0,-2-1 0,0-1 0,1-1 0,2 0 0,1-1 0,0 0 0,2 0 0,0-1 0,0 1 0,0 0 0,0 0 0,1 0 0,-1 0 0,3 3 0,1 1 0,3-1 0,0 0 0,-2-1 0,0-1 0,1 3 0,2 0 0,3 3 0,3 2 0,-3 0 0,2-1 0,-2-3 0,0 2 0,1 2 0,1 2 0,1 3 0,-1-2 0,0 0 0,0 2 0,1 0 0,2 1 0,0 1 0,0 1 0,1 0 0,0 0 0,0 0 0,1 1 0,-1-5 0,0 1 0,0 0 0,0 0 0,0 1 0,0 1 0,1 0 0,-1 1 0,0 0 0,0 0 0,0 0 0,0 0 0,3 0 0,1 0 0,-1 0 0,0 0 0,-1 1 0,0-1 0,-2 0 0,1 0 0,2-1 0,1 1 0,-1 4 0,0-1 0,-1 1 0,-1-2 0,3 4 0,0-1 0,0-1 0,-1-1 0,-2-1 0,1 3 0,-2-1 0,1-1 0,-1 0 0,0 2 0,3 0 0,0-1 0,1-1 0,-1-1 0,-1 3 0,-1-1 0,0 0 0,-1-1 0,0-2 0,0 4 0,0-1 0,0-1 0,0 0 0,0-1 0,3-1 0,1 0 0,-1-1 0,-3 3 0,-2 1 0,0-1 0,0 0 0,0 2 0,1 0 0,0-1 0,1 0 0,0-2 0,0-1 0,0 0 0,0 2 0,0 0 0,0 0 0,0 0 0,0-1 0,1-1 0,-1 0 0,0-1 0,0 0 0,0 0 0,0 0 0,0-1 0,0 1 0,0 0 0,0 0 0,0 0 0,0 0 0,0 0 0,0 0 0,0 0 0,0 0 0,0 0 0,0 0 0,0 0 0,0 0 0,0 0 0,0 0 0,1 0 0,-1 0 0,0 0 0,0 0 0,0 0 0,0 0 0,0 0 0,0 0 0,0 0 0,0 0 0,0 0 0,0-3 0,0 0 0,0-1 0,0 1 0,0 1 0,0 1 0,0-3 0,1 0 0,-1 0 0,3 2 0,0 0 0,1 0 0,-1 2 0,-1 0 0,-1 0 0,0-4 0,0 1 0,-1-1 0,0 2 0,0 0 0,-1 0 0,1 2 0,0-1 0,0 1 0,0 0 0,0 1 0,0-1 0,0 0 0,1 0 0,-1 0 0,0 0 0,0 0 0,0 0 0,0 0 0,0 0 0,0 0 0,0 0 0,0 0 0,0-3 0,0-1 0,0 1 0,0 0 0,0 1 0,0 1 0,0 0 0,0 1 0,0 0 0,0 0 0,0 0 0,0 0 0,1 0 0,-1 0 0,0 1 0,0-1 0,0 0 0,0 0 0,-3-4 0,-1 0 0,0 1 0,2 0 0,-4-3 0,1 1 0,1 1 0,1 1 0,1 1 0,1 1 0,0 0 0,1 1 0,0 0 0,1 0 0,-1 0 0,0-3 0,0 0 0,0 0 0,1 0 0,-1 1 0,0 1 0,0 0 0,0 1 0,0 0 0,0 0 0,0 0 0,0 0 0,0 3 0,0 1 0,0-1 0,0 0 0,0 3 0,-3 2 0,-1 0 0,1-1 0,0-2 0,1-2 0,1-1 0,0-1 0,1-1 0,0 3 0,0 0 0,0 4 0,0-1 0,-3 3 0,0-2 0,-1 3 0,2-2 0,0 1 0,0-1 0,2 2 0,-1 1 0,1-1 0,0 1 0,1-2 0,-1 1 0,0-2 0,-3 2 0,-4 1 0,0-2 0,1 2 0,1-2 0,2 1 0,1-2 0,-3 2 0,1-2 0,-3 1 0,1 2 0,1-2 0,1 2 0,2-2 0,-3 1 0,1-1 0,-3 0 0,-3 2 0,2 2 0,0 1 0,3-1 0,1 0 0,2-3 0,2-3 0,-4 2 0,-2 0 0,-1 0 0,-2 1 0,0-2 0,3 2 0,1 1 0,2 2 0,1-2 0,-2 2 0,-3 0 0,1-2 0,0 0 0,-2 2 0,1 1 0,2 1 0,1-3 0,-1 1 0,-3 0 0,0-2 0,-2 1 0,-1 0 0,-3 2 0,-1 1 0,3-3 0,-2 1 0,1 1 0,1-3 0,1 0 0,-2 2 0,-1 0 0,-1 2 0,0 1 0,-2 0 0,0 1 0,0 1 0,-3-1 0,-4-3 0,0 0 0,-3-1 0,1 2 0,-1-4 0,-2-2 0,2 0 0,-1-2 0,-2-2 0,3 2 0,-2-2 0,3 3 0,-1-1 0,-2-2 0,-1-1 0,-1-1 0,-2-2 0,3 3 0,3 3 0,0-1 0,-1 0 0,-2-1 0,-1-2 0,-1 3 0,-1-2 0,3 3 0,-1-1 0,0 0 0,-4-2 0,0-2 0,-5-1 0,3 3 0,-2 0 0,1 0 0,-3-2 0,-3 0 0,2-1 0,0 3 0,3 0 0,-2 3 0,1-1 0,-1-1 0,-3-1 0,1-1 0,-2-2 0,-1 0 0,-2 3 0,-1-1 0,-1 1 0,-1-2 0,3 4 0,0-2 0,4 1 0,5 1 0,1-1 0,-2 0 0,0-2 0,-1 0 0,0-2 0,-2 3 0,1-1 0,-1 1 0,1 2 0,2-1 0,1 0 0,2-2 0,-1-1 0,0-1 0,0 3 0,-2 0 0,1 0 0,-3-2 0,1 4 0,1-1 0,-1-1 0,0-1 0,3-1 0,0-1 0,-2 0 0,2-1 0,0 0 0,1 3 0,1 0 0,1 0 0,-3 0 0,0-1 0,-3-1 0,1 0 0,1-1 0,1 0 0,1 0 0,1 0 0,-2 0 0,0 0 0,1-1 0,0 1 0,-2 0 0,1 0 0,-1 0 0,2 0 0,-2 0 0,0 0 0,1 0 0,1 0 0,1 0 0,-3 0 0,1 0 0,0 0 0,2 0 0,0 0 0,1 0 0,0 0 0,1 0 0,0 0 0,0 0 0,0 0 0,0 0 0,-3 0 0,-1 0 0,1 0 0,-3 0 0,0 0 0,1 0 0,-2 0 0,1 0 0,1 0 0,2 0 0,0 0 0,2 0 0,0 0 0,1 0 0,0 0 0,1 0 0,-1 0 0,0 0 0,0 0 0,0 0 0,0 0 0,0 0 0,0 0 0,0 0 0,0 0 0,0 0 0,0 0 0,0 0 0,0 0 0,3-3 0,1 0 0,-1-1 0,0 2 0,-1 0 0,-1 0 0,3-2 0,0 0 0,0 1 0,-2 0 0,0 1 0,-1 1 0,0 0 0,-1 1 0,3-4 0,1 1 0,-1-1 0,0 2 0,-1 0 0,-1 0 0,3-1 0,-1-1 0,1-3 0,-1 1 0,-2 0 0,1 2 0,-2 2 0,0 0 0,0 1 0,0 1 0,0 0 0,0-3 0,0 0 0,-1 0 0,1 0 0,0 1 0,0 1 0,0 1 0,0-1 0,4-2 0,-1-1 0,1 1 0,-2 0 0,0-2 0,0 0 0,-2 0 0,0 2 0,0 1 0,0 1 0,0 0 0,0-2 0,0 0 0,0-4 0,0 1 0,0 0 0,-1 2 0,1 2 0,0 0 0,0 1 0,0 1 0,0 0 0,0-3 0,0 0 0,0-1 0,0 2 0,0 0 0,0 0 0,0 2 0,0-1 0,0 1 0,0 0 0,0 0 0,0 1 0,0-1 0,3-3 0,0-1 0,1 1 0,2-3 0,0 0 0,2-2 0,-1 1 0,2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40.36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124.19531"/>
      <inkml:brushProperty name="anchorY" value="-7893.58398"/>
      <inkml:brushProperty name="scaleFactor" value="0.5"/>
    </inkml:brush>
  </inkml:definitions>
  <inkml:trace contextRef="#ctx0" brushRef="#br0">2439 53 24575,'0'0'0,"0"-3"0,-4-1 0,-2 1 0,-5 0 0,-2 1 0,-2 1 0,-2 0 0,0 1 0,-1 0 0,0 0 0,1 0 0,-1 0 0,1-3 0,0-1 0,-1 1 0,1 0 0,0 1 0,0 0 0,0 2 0,0-1 0,0 1 0,0 0 0,0 1 0,0-1 0,0 0 0,0 0 0,0 0 0,0 0 0,0 0 0,0 0 0,0 0 0,0 0 0,0 0 0,0 0 0,0 0 0,0 0 0,-1 0 0,1 0 0,0 0 0,0 0 0,0 0 0,0 0 0,0 0 0,0 0 0,0 0 0,0 0 0,0 0 0,0 0 0,0 0 0,0 0 0,0 0 0,0 0 0,0 0 0,0-3 0,0-1 0,0 0 0,0 1 0,0 1 0,-1 1 0,1 0 0,0 1 0,0 0 0,0 0 0,0 0 0,0 0 0,0 0 0,0 0 0,0 1 0,0-1 0,0 0 0,0 0 0,0 0 0,0 0 0,0 0 0,0 0 0,0 0 0,3 3 0,0 1 0,1-1 0,-1 0 0,-1-1 0,-1 0 0,0-2 0,-1 1 0,0-1 0,0 0 0,0 3 0,-1 0 0,1 1 0,0-1 0,3 2 0,1 0 0,-1-1 0,0-1 0,-1-1 0,0-1 0,-2 0 0,0-1 0,0 3 0,0 0 0,3 4 0,1 0 0,-1-2 0,0-1 0,-1 2 0,-1 0 0,0-2 0,2 2 0,1 0 0,-1-2 0,0 3 0,-1-1 0,-1 2 0,0-1 0,-1 2 0,0-2 0,-1-1 0,1-1 0,0 0 0,3 4 0,1-2 0,-1 0 0,3 1 0,0-2 0,-1 3 0,-2-2 0,-1-1 0,3 1 0,-1-1 0,0-1 0,-1-2 0,-2 3 0,1-1 0,-2 2 0,0-1 0,0 3 0,0-2 0,-1 3 0,1-2 0,0 1 0,0-1 0,0 1 0,0-1 0,3 2 0,1-2 0,-1-2 0,3 1 0,0-1 0,2 2 0,2 2 0,0-1 0,1 2 0,-2-2 0,-2-2 0,-2-3 0,1 3 0,2 1 0,3 3 0,2 2 0,2 2 0,2 1 0,-4-2 0,1 0 0,0 0 0,0 1 0,2 0 0,0 1 0,0 0 0,1 1 0,3 0 0,1 0 0,3 0 0,-1 1 0,3-1 0,3-3 0,-2-1 0,-2 1 0,-3 0 0,-1 1 0,1 1 0,3-3 0,-1 0 0,3-3 0,-2 0 0,-2 2 0,2 1 0,2-2 0,-2 1 0,-1 1 0,1 1 0,-1 1 0,-2 1 0,-2 1 0,0 0 0,1 0 0,0 0 0,3-3 0,-1 0 0,-1-1 0,-1 2 0,2-4 0,-1 2 0,-1-1 0,-1 2 0,3 1 0,-2 1 0,0 1 0,-1-1 0,3 1 0,-2 1 0,0-1 0,3-3 0,-2-1 0,0 1 0,-2 0 0,-1 1 0,-1 1 0,3 0 0,0 1 0,-1 0 0,0 0 0,-1 0 0,-1 1 0,0-1 0,2 0 0,1 0 0,-1 0 0,0 0 0,-1 0 0,-1 0 0,0 0 0,-1 1 0,0-1 0,0 0 0,0 0 0,0 0 0,0 0 0,0 0 0,0 0 0,0 0 0,0 0 0,0 0 0,0 0 0,0 0 0,0 0 0,0 0 0,0 0 0,3-3 0,0-1 0,4 1 0,0 0 0,-2 1 0,3 1 0,1 0 0,0 1 0,1-4 0,-1 1 0,-2 0 0,1-4 0,2-1 0,2-4 0,1-2 0,3 2 0,-3 2 0,0 0 0,1-1 0,0-1 0,2 1 0,0-1 0,-3 3 0,0-2 0,-2 3 0,-1-1 0,2-2 0,1-2 0,1-1 0,-2 1 0,1 0 0,1 0 0,0-2 0,1 0 0,1-1 0,1-1 0,0 0 0,-4 4 0,1-1 0,0 1 0,0-2 0,1 0 0,1 0 0,-3 2 0,0 0 0,1-1 0,0 0 0,1-1 0,1-1 0,1 0 0,-1-1 0,1 0 0,0 3 0,1 0 0,-1 1 0,0-2 0,0 0 0,0-1 0,0 0 0,0-1 0,1 0 0,-2 0 0,1 0 0,1 0 0,-1 0 0,0 0 0,0 0 0,0 3 0,0 1 0,0-1 0,0 0 0,0-1 0,0 0 0,0-1 0,0-1 0,0 0 0,0 0 0,0 0 0,0 0 0,0-1 0,0 1 0,0 0 0,0 0 0,1 0 0,-1 0 0,0 0 0,0 0 0,0 0 0,0 0 0,0 0 0,0 0 0,0 0 0,0 0 0,0 0 0,0 0 0,0 0 0,0 0 0,0 0 0,0 0 0,0 0 0,0 0 0,0 0 0,0 0 0,0 0 0,0 0 0,1 0 0,-1 0 0,0 0 0,0 0 0,0 0 0,0 0 0,0 0 0,0 0 0,0 0 0,0 0 0,0 0 0,0 0 0,0 0 0,0 0 0,0 0 0,0 0 0,0 0 0,0 0 0,0 0 0,0 0 0,0 0 0,0 0 0,1 0 0,-1 0 0,0 0 0,0 0 0,0 0 0,0 0 0,0 0 0,0 4 0,0-1 0,0 1 0,0-1 0,-3 2 0,-1 0 0,1-1 0,0-1 0,1-1 0,1-1 0,0 0 0,-3 2 0,1 1 0,-1-1 0,2 0 0,0 2 0,1 0 0,-3 2 0,0 0 0,1-1 0,0-2 0,-2 2 0,-3-1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42.8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17.74121"/>
      <inkml:brushProperty name="anchorY" value="-10981.30664"/>
      <inkml:brushProperty name="scaleFactor" value="0.5"/>
    </inkml:brush>
  </inkml:definitions>
  <inkml:trace contextRef="#ctx0" brushRef="#br0">287 88 24575,'0'0'0,"3"0"0,5 0 0,2 0 0,0-4 0,2 1 0,-2-4 0,1 0 0,1-2 0,2 2 0,0 0 0,2 3 0,-3-2 0,1 1 0,0 0 0,0 2 0,1-2 0,1 1 0,1 0 0,0 1 0,0 1 0,0 1 0,0 0 0,0 1 0,0 0 0,1 0 0,-1 0 0,0 1 0,0-1 0,0 0 0,0 0 0,0 0 0,3 0 0,1 0 0,-1 0 0,0 0 0,-1 0 0,0 0 0,-1 0 0,-1 0 0,0 0 0,0 0 0,0 0 0,0 0 0,3 0 0,1 0 0,-1 3 0,0 4 0,-1 0 0,-1 0 0,0-2 0,0-2 0,-1 0 0,-4 1 0,1 0 0,3 2 0,0 0 0,1 0 0,1-2 0,-1 2 0,0-1 0,0-1 0,-1-1 0,1-1 0,-1-1 0,0 3 0,0-1 0,0 1 0,0-2 0,-4 3 0,1 0 0,-1-1 0,2-1 0,-4 3 0,1-2 0,1 4 0,1-2 0,1 3 0,1-1 0,0-2 0,1-1 0,0 1 0,1-2 0,-1 0 0,0-1 0,0-1 0,0-1 0,-3 3 0,0-1 0,-4 4 0,1-1 0,0 0 0,2-2 0,-2 2 0,1-1 0,-3 3 0,2 2 0,0-1 0,2-2 0,-2 2 0,1-2 0,1 2 0,-2 1 0,1 3 0,0-2 0,2 1 0,1-2 0,-3 0 0,1 2 0,1 1 0,-3 2 0,1 1 0,0 0 0,-2 1 0,1-3 0,2 0 0,-3 0 0,1 0 0,-2 1 0,-2 1 0,1 0 0,-2 1 0,-1 0 0,1 0 0,0 0 0,-2 1 0,3-1 0,-2 0 0,0 0 0,-2 0 0,-1 0 0,0 0 0,1 0 0,1 0 0,3 0 0,-1 0 0,-1 0 0,-1 0 0,-1 1 0,-2-1 0,0 0 0,-1 0 0,0 0 0,0 0 0,-1 0 0,1 0 0,0 0 0,0 0 0,0 0 0,0 0 0,0 0 0,0 0 0,0 0 0,0 0 0,0 0 0,0 0 0,0 0 0,0 0 0,0 0 0,0 0 0,0 1 0,-4-1 0,1 0 0,-4 0 0,1 0 0,0 0 0,2 0 0,1 0 0,2 0 0,-3 0 0,0 0 0,0 0 0,2 0 0,0 0 0,1 0 0,0 0 0,1 0 0,-3 0 0,-1 0 0,1 1 0,0-1 0,-2-4 0,0 1 0,-3-1 0,2 1 0,0 1 0,-1-2 0,0 0 0,-1 0 0,1 1 0,-2-2 0,1 0 0,2 1 0,2 1 0,2 1 0,0 1 0,-2-3 0,1 0 0,0 1 0,1 0 0,0 1 0,-3-2 0,1 0 0,-3-3 0,1 1 0,-3 0 0,1 2 0,-1-2 0,1 1 0,1 1 0,0-2 0,0 0 0,2 2 0,2 0 0,1 2 0,1 1 0,0 1 0,-2-4 0,0 1 0,-3-4 0,-1 1 0,2 1 0,1 1 0,1 1 0,2 2 0,-3-3 0,-4 0 0,2 1 0,0 0 0,1 1 0,2 1 0,-3-3 0,2 1 0,-3-4 0,1 1 0,0 0 0,3 2 0,-3-2 0,1 1 0,1 1 0,1 1 0,-3-2 0,-2 0 0,1 1 0,-3-2 0,2 1 0,-3-3 0,3 1 0,-2-2 0,2 1 0,-1 2 0,-2 2 0,-2 1 0,-2-1 0,-1-4 0,3 1 0,3 1 0,0-2 0,2 2 0,-1-3 0,-1-1 0,-2-3 0,-2-1 0,-2-2 0,3 3 0,0-1 0,-1 0 0,-1-1 0,0 3 0,-1 0 0,-1-1 0,0-1 0,4 3 0,-1-2 0,0 1 0,0-2 0,2 2 0,0 0 0,-1-2 0,-1 0 0,-1-1 0,0-1 0,2 3 0,-1 0 0,0-1 0,0 0 0,2 3 0,0-2 0,-1 1 0,-1-2 0,-1-1 0,-1-1 0,0 0 0,2 2 0,1 0 0,-1 1 0,-1-2 0,0 0 0,-1 3 0,0-1 0,-1 0 0,0-2 0,0 0 0,0 0 0,0-2 0,3 4 0,0 0 0,1-1 0,-2 0 0,1-1 0,-2-1 0,-1-1 0,1 1 0,-1-1 0,3 3 0,0 0 0,1 0 0,-2 0 0,0-1 0,0-1 0,-2 0 0,0-1 0,0 0 0,0 0 0,0 0 0,0 0 0,0 0 0,0 0 0,-1 0 0,1-1 0,0 1 0,0 0 0,0 0 0,0 0 0,0 0 0,0 0 0,0 1 0,0-5 0,0 1 0,0-1 0,0 2 0,3-4 0,1 1 0,3-2 0,-1 0 0,-1 1 0,0 2 0,-3 1 0,0 2 0,-1 0 0,-1 1 0,0 0 0,-1 0 0,4-3 0,1 0 0,-1 0 0,0 0 0,-1 2 0,-1-1 0,-1 2 0,1-1 0,-1-2 0,-1-1 0,1 1 0,4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44.85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084.22168"/>
      <inkml:brushProperty name="anchorY" value="-12711.86719"/>
      <inkml:brushProperty name="scaleFactor" value="0.5"/>
    </inkml:brush>
  </inkml:definitions>
  <inkml:trace contextRef="#ctx0" brushRef="#br0">342 1280 24575,'0'0'0,"-3"0"0,-4 0 0,-4 0 0,-2 0 0,-2 0 0,-2 0 0,3-3 0,0-4 0,0 0 0,2-3 0,0 2 0,0 1 0,2-2 0,-2 3 0,0 0 0,-1 0 0,1-3 0,0-3 0,-1-2 0,-1 3 0,2-2 0,0 3 0,-1-1 0,2-1 0,3-2 0,2 0 0,3-2 0,-2 3 0,1 0 0,1-1 0,0 0 0,2-2 0,0 0 0,0 0 0,1-1 0,1 0 0,-1 0 0,0 0 0,0-1 0,0 1 0,-3 3 0,-1 1 0,1-1 0,0 0 0,1-1 0,0-1 0,1 0 0,1-1 0,0 0 0,0 0 0,0 0 0,1 0 0,-1 0 0,0 0 0,0-1 0,0 1 0,0 0 0,0 0 0,0 0 0,0 0 0,0 0 0,0 0 0,0 0 0,0 0 0,0 0 0,3 3 0,1 1 0,-1-1 0,0 0 0,3-1 0,2-1 0,3 3 0,0 0 0,0 0 0,-1-2 0,1 4 0,1 2 0,2-1 0,-3 0 0,1 1 0,1-1 0,1 2 0,1 1 0,1 3 0,-2-2 0,-4-2 0,0 0 0,1-1 0,1 0 0,-1 0 0,0 0 0,2 3 0,-3-2 0,2 2 0,0-2 0,2 1 0,1 2 0,1-2 0,0 1 0,-2-2 0,-1 1 0,1 1 0,1-1 0,0 1 0,1-3 0,0 3 0,-2-3 0,-1 1 0,1 2 0,0 2 0,1-2 0,1 1 0,0 1 0,1 1 0,-3-2 0,0 0 0,-1 1 0,1 2 0,2 0 0,-1 1 0,2 0 0,0 1 0,0 0 0,0 0 0,0 1 0,0-1 0,0-4 0,0 1 0,0-1 0,1 2 0,-1-1 0,0 2 0,0 0 0,0 1 0,0 0 0,0 0 0,0 0 0,0 0 0,0 0 0,0 1 0,0-1 0,0 0 0,0 0 0,0 0 0,0 0 0,0 0 0,1 0 0,-1 0 0,0 0 0,0 0 0,3 3 0,1 4 0,3 0 0,-1-1 0,3 3 0,-1-2 0,-2-2 0,-1-1 0,-3 2 0,0 2 0,2 3 0,-4 2 0,0-1 0,-1 1 0,0 1 0,0-3 0,0-3 0,1 1 0,0-2 0,-1 2 0,1 1 0,0 2 0,1-1 0,-1 1 0,0 1 0,0-2 0,-3 1 0,-1 0 0,1-1 0,0 0 0,1 2 0,0-3 0,-2 1 0,1 2 0,-1-3 0,1 1 0,2 2 0,-4 0 0,1 2 0,-3 1 0,1 1 0,0-4 0,-1 1 0,1 0 0,1-3 0,1 1 0,-1 0 0,-3 1 0,0-1 0,-1 0 0,0 1 0,-1 1 0,-1 1 0,1 1 0,2 0 0,3 1 0,-2 1 0,-2-1 0,2-3 0,-3-1 0,-2 1 0,-1 0 0,2-2 0,-2 0 0,0 1 0,2-3 0,0 2 0,1-3 0,0 1 0,2 1 0,-1 2 0,1-2 0,-1 1 0,-2 1 0,-1 1 0,-3 2 0,3-4 0,-1 2 0,-1-1 0,3-2 0,-1 1 0,3-4 0,-1 2 0,-1 2 0,-2-3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3:01:47.0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802.4873"/>
      <inkml:brushProperty name="anchorY" value="-13269.69922"/>
      <inkml:brushProperty name="scaleFactor" value="0.5"/>
    </inkml:brush>
  </inkml:definitions>
  <inkml:trace contextRef="#ctx0" brushRef="#br0">1 388 24575,'0'0'0,"0"3"0,0 5 0,0 2 0,0 4 0,0 1 0,0 2 0,0 0 0,3-3 0,1 1 0,-1-1 0,0 1 0,2 0 0,0 1 0,-1 0 0,-1 1 0,0 0 0,-2 0 0,3 0 0,0 0 0,-1 0 0,3-3 0,-1 0 0,0-1 0,-2 1 0,0 1 0,-2 1 0,-1 0 0,1 1 0,-2 0 0,1 0 0,0 0 0,0 1 0,0-1 0,3-3 0,1-1 0,-1 1 0,3-4 0,0 2 0,-1 0 0,1-2 0,0 1 0,-1 2 0,2-3 0,2-2 0,3 1 0,2 1 0,-2 2 0,1 2 0,1-2 0,-3 0 0,1-2 0,-3 1 0,1-2 0,2-3 0,-3 1 0,2-1 0,-2 2 0,1-1 0,-2 2 0,1-2 0,2-1 0,-1 1 0,1-1 0,-3 2 0,3-1 0,0-1 0,2-2 0,2-2 0,1 0 0,0-2 0,1 0 0,-3 3 0,0 1 0,0-1 0,-3 3 0,1-1 0,0 0 0,1 2 0,2-1 0,-3 2 0,1-1 0,1-1 0,0 1 0,1 0 0,1-3 0,1 0 0,-4 1 0,1 0 0,-1-1 0,2-1 0,0 2 0,1 0 0,0-1 0,-2 2 0,-1-1 0,1 0 0,-3 2 0,0-2 0,-2 3 0,1-1 0,2-1 0,0-2 0,3-2 0,0 0 0,2-2 0,0 0 0,0 0 0,0 0 0,1 0 0,-1-1 0,0 1 0,0 0 0,0-3 0,1-1 0,-1 1 0,-4-3 0,1 0 0,-1-2 0,1 1 0,1 1 0,-2-1 0,-1 0 0,2-1 0,0-3 0,1 2 0,1 2 0,0-2 0,-2-1 0,-4-3 0,0 3 0,1 1 0,-2 0 0,1 2 0,2-2 0,1-2 0,-2-1 0,1-2 0,2 1 0,0 4 0,-2-1 0,0-1 0,1 2 0,-2-2 0,1 3 0,-3-2 0,-2-1 0,0 1 0,-1-1 0,2 2 0,2-1 0,2-1 0,3-3 0,-3 0 0,1-2 0,-3 0 0,1 2 0,-2 0 0,0 4 0,-1-1 0,1-1 0,-1-1 0,1 2 0,-2-1 0,-1-1 0,2 3 0,-2-2 0,2 3 0,-1-1 0,-2-2 0,-1-1 0,-1-1 0,1 2 0,0-1 0,0-1 0,-1 0 0,2-1 0,-1-1 0,3 3 0,0-1 0,-2 1 0,3-2 0,-2 0 0,2-1 0,3 3 0,-2 0 0,-1-1 0,-3 0 0,-1-1 0,-3-1 0,4 3 0,-2 0 0,4-1 0,-1 0 0,2-1 0,0-1 0,-2-1 0,-2 0 0,-1 0 0,-2 0 0,3 3 0,0 1 0,3-1 0,-1 0 0,2-1 0,0-1 0,-2 0 0,-2-1 0,-1 0 0,-1 0 0,-2 0 0,0-1 0,0 1 0,0 0 0,-1 0 0,1 0 0,3 3 0,1 1 0,-1-1 0,0 0 0,-1-1 0,0-1 0,-5 3 0,-4 4 0,0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7T02:51:32.4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4384 309 24575,'0'0'0,"-3"0"0,-1-3 0,-3-1 0,-3 0 0,1-2 0,-2 0 0,-2 1 0,-1 2 0,-2 0 0,3-1 0,0 0 0,-1-3 0,0 0 0,-1 2 0,-1 1 0,-1-2 0,4-2 0,-1-3 0,1 1 0,-2 1 0,0 3 0,-1 2 0,0 2 0,-1 1 0,0 1 0,0 0 0,0 1 0,-1-1 0,1 1 0,0-1 0,0 0 0,0-3 0,0-1 0,0 1 0,0 0 0,0 1 0,0 0 0,0 1 0,0 1 0,0 0 0,3-3 0,1 0 0,-1-1 0,0 2 0,-1 0 0,-1 1 0,0 0 0,-1 1 0,0 0 0,-4 0 0,1 0 0,-1-3 0,1-1 0,1 1 0,-3 0 0,1 1 0,0 0 0,-3 2 0,5-4 0,1 1 0,1-1 0,-3 2 0,1-4 0,-1 2 0,0-1 0,2-1 0,-4 0 0,-2 1 0,-1 2 0,2 1 0,1 0 0,2 2 0,1 0 0,1 0 0,0 0 0,1 0 0,1 0 0,-1 1 0,0-1 0,0 0 0,0 0 0,0 0 0,0 0 0,0 0 0,0 0 0,0 0 0,0 0 0,0 0 0,0 0 0,0 0 0,0 0 0,0 0 0,0 0 0,0 0 0,0 0 0,0 0 0,-4 0 0,1 0 0,-1 0 0,-2 0 0,0 0 0,1 0 0,-2 0 0,-2 0 0,1 0 0,-3 0 0,-1 0 0,-2-4 0,-1 1 0,-1 0 0,3 0 0,-1-3 0,0 2 0,-1-1 0,0 2 0,-1-3 0,0 2 0,2-1 0,1 2 0,-1 1 0,-1 1 0,0 1 0,-1 0 0,0 0 0,3-3 0,2-1 0,5 1 0,2 1 0,-2 0 0,2 0 0,1 2 0,0-1 0,2 1 0,0-3 0,1 0 0,0-1 0,0 1 0,0 1 0,0 1 0,0 0 0,0 1 0,0 0 0,0 0 0,1 0 0,-1 0 0,-1 1 0,1-1 0,0 0 0,0 0 0,0 0 0,0 0 0,0 0 0,0 0 0,0 0 0,0 0 0,0 0 0,-3 0 0,-1 0 0,0 0 0,2 3 0,-1 1 0,2-1 0,0 0 0,1-1 0,0 0 0,-4-2 0,1 1 0,0-1 0,0 0 0,1 0 0,0-1 0,2 1 0,-1 3 0,1 1 0,0-1 0,0 3 0,0 0 0,1-1 0,-1 2 0,0-1 0,0-1 0,0 2 0,0-2 0,0 0 0,-1 2 0,1 2 0,0-1 0,0-1 0,0-2 0,0-2 0,0-1 0,3 2 0,1 3 0,-1 0 0,4 2 0,-2-1 0,0-1 0,2 1 0,2 2 0,0-2 0,1 3 0,-2-3 0,-1 2 0,-2-2 0,-2 2 0,2 1 0,-1 2 0,-1 2 0,-1 1 0,0-3 0,-1-3 0,3 0 0,-1 1 0,0 1 0,0-1 0,2 1 0,0-3 0,2 1 0,0-2 0,-2 2 0,0-2 0,-3-2 0,0 1 0,2 2 0,-1-1 0,1 3 0,-2-3 0,0 2 0,-1 1 0,-1-1 0,0 1 0,0-2 0,3 1 0,1-1 0,3 0 0,-1 2 0,-1 2 0,-1-2 0,3 1 0,-2-2 0,-1-3 0,2 2 0,3 0 0,-1 3 0,-1 2 0,1 1 0,-1-2 0,2 0 0,-2-3 0,2 2 0,2-1 0,2 3 0,1 0 0,-2 1 0,1 2 0,1 0 0,0 0 0,2 0 0,0 0 0,0 1 0,1-1 0,0 0 0,0 0 0,0 0 0,0 0 0,1 0 0,-1 0 0,0 0 0,0 1 0,0-1 0,0 0 0,0 0 0,0 0 0,0 0 0,0 0 0,0 0 0,0 0 0,0 0 0,0 0 0,0 0 0,0 0 0,0 0 0,0 0 0,3 0 0,4-3 0,4-4 0,-1 0 0,-2 1 0,2 1 0,-3 2 0,3-3 0,-3 2 0,2-4 0,-1 2 0,-2 1 0,-2 1 0,2 1 0,2 2 0,3 1 0,2 0 0,2 0 0,-2 0 0,0 0 0,-2 1 0,0-1 0,1-3 0,1-1 0,2 1 0,0 0 0,2-2 0,-4 0 0,-2 1 0,-1 0 0,1-1 0,1 0 0,-1 1 0,0 1 0,2-2 0,-3 0 0,2 1 0,-3 1 0,1-2 0,1 0 0,-1 2 0,1-4 0,-2 2 0,1-3 0,-2 1 0,1-2 0,-1 1 0,-2 2 0,2-1 0,1-3 0,-1 2 0,2-2 0,-1 1 0,1-1 0,1-1 0,2-2 0,-1 1 0,-3 4 0,0 1 0,2 0 0,1-2 0,2-2 0,-2 2 0,1-3 0,0-1 0,1-1 0,-2 2 0,1 0 0,0-1 0,1-1 0,1-2 0,1 4 0,-3 2 0,0 0 0,1 0 0,-3 1 0,1-1 0,0-2 0,2-1 0,1 2 0,-3 2 0,1-1 0,0-1 0,1-1 0,2 2 0,0-2 0,0-1 0,1-1 0,0 3 0,0 2 0,1-1 0,-1-1 0,-4 3 0,-2 0 0,-1 0 0,1-2 0,1 2 0,1-2 0,2-2 0,1-1 0,1-2 0,-3 2 0,-1 4 0,1 2 0,1 3 0,0-1 0,-3 0 0,1-1 0,1-4 0,0-1 0,1-4 0,1 0 0,0-2 0,1 3 0,-3 4 0,-1 3 0,1-1 0,-3 3 0,1-3 0,0 2 0,1-2 0,2-3 0,1 2 0,0-2 0,1-1 0,0-2 0,1-1 0,-1 3 0,0-1 0,0-1 0,0 0 0,1-1 0,-1 2 0,0 3 0,0 0 0,0 0 0,0-2 0,0 1 0,0 0 0,-4 1 0,1 0 0,0 2 0,0-2 0,1-1 0,1-1 0,0-3 0,1 0 0,0-2 0,0 4 0,0-1 0,0 0 0,0 0 0,-3 2 0,0 0 0,3-2 0,0 4 0,2-1 0,-1 2 0,1 2 0,-1-1 0,0-1 0,-1-3 0,0 2 0,0-1 0,4-2 0,-1-1 0,1-1 0,-1 2 0,-1 0 0,-1-1 0,0 0 0,-1 2 0,0 0 0,0-1 0,4 2 0,-1 0 0,4 2 0,-4 2 0,-1 0 0,2-3 0,-1-1 0,0 1 0,3 1 0,-1 0 0,0-1 0,2 1 0,-2-2 0,0-1 0,-1-1 0,-2-2 0,-1 3 0,0-1 0,2-1 0,1 0 0,-1-1 0,0-1 0,-2 3 0,1 3 0,-2 0 0,1-1 0,-1-1 0,0-2 0,0-1 0,0 2 0,0 0 0,-1-1 0,5-1 0,-1 0 0,1-1 0,-1 0 0,-1-1 0,3 0 0,-1 0 0,0-1 0,-1 1 0,-1 0 0,-1 0 0,0 0 0,-1 0 0,0 0 0,0 0 0,0 0 0,0 0 0,-1 0 0,1 0 0,0 0 0,0 0 0,1 0 0,-2 0 0,2 0 0,-1 0 0,-4-3 0,1-1 0,-1-2 0,2-1 0,-1 2 0,2 0 0,1-1 0,-1 1 0,1 1 0,0 1 0,1-2 0,-1-3 0,0-3 0,0-2 0,0 1 0,0-1 0,0 2 0,1 0 0,-1 2 0,0 0 0,0-3 0,0 3 0,0-2 0,0 2 0,0 3 0,-4-2 0,1-2 0,-1 2 0,2-2 0,0 1 0,0 3 0,-2-2 0,0-1 0,1 0 0,0 3 0,2 1 0,-1-2 0,2 2 0,-4-3 0,1 2 0,-1-3 0,2-2 0,0 2 0,1 1 0,0 3 0,1-2 0,0 1 0,0 2 0,-3-2 0,0 1 0,-1-3 0,-2-2 0,1 0 0,-3 0 0,0 1 0,3-2 0,0 0 0,3-2 0,0 1 0,-2 0 0,1 2 0,-4 0 0,-2-2 0,-3-1 0,1-2 0,-1-1 0,2 3 0,-1 0 0,2-1 0,2 0 0,0-1 0,1-1 0,-2-1 0,-2 0 0,-2 0 0,-2 0 0,1 3 0,0 1 0,0-1 0,-2 0 0,3 2 0,-1 0 0,0-1 0,3-1 0,-2-1 0,3-1 0,-1 0 0,-1-1 0,-2-3 0,2 2 0,-1 1 0,-1 0 0,3 1 0,-2-1 0,0 1 0,-2-1 0,-1 0 0,0 1 0,-2-1 0,0 0 0,0 0 0,0 0 0,0-4 0,-1 0 0,1 1 0,0 0 0,0-3 0,0 2 0,0-1 0,0 2 0,0-3 0,0 2 0,0 0 0,0 0 0,0 2 0,0-2 0,0-4 0,-3 1 0,-1 1 0,0 1 0,-2 2 0,0 1 0,1-2 0,-1 0 0,0 0 0,1 2 0,-2 0 0,1 1 0,-2 0 0,1 1 0,1 0 0,-1 0 0,-2 0 0,0 0 0,-1 0 0,1 0 0,-1 4 0,-1-1 0,-2 1 0,1-1 0,0-5 0,-1 0 0,-1-1 0,-1 4 0,-1 0 0,2-2 0,1-1 0,2 0 0,1 1 0,-2-1 0,-1 5 0,-1 0 0,-2-3 0,0-1 0,-1-1 0,3 1 0,0-4 0,4 0 0,-1 1 0,3 1 0,-2 4 0,3 1 0,-2 1 0,-2-1 0,-2 4 0,2-1 0,2-1 0,3 0 0,-1-2 0,2-1 0,1 0 0,-3 2 0,2 1 0,1-1 0,-3-1 0,-1 0 0,-1-1 0,-1 0 0,-2-1 0,2 0 0,2 0 0,2 0 0,3 0 0,-2-1 0,0 1 0,2 0 0,-3 4 0,-3 2 0,1 1 0,-2 3 0,2-1 0,-3 1 0,0-2 0,1-1 0,2-3 0,3-1 0,-2 2 0,-2-1 0,-2-1 0,1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A1A26-B05D-DD11-FADE-504C22850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16F6A4-D62B-288C-AE95-B588CE664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976A94-C64D-DEE6-C99D-CB0CA54D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1DD0BB-57D4-BED4-11AD-D95A5EB1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2BDF7-DB6E-C0BE-17A3-F577AE10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72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C7596-1F94-3668-CBF3-B1614DF3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2BC94-9FF5-9328-33CD-FA1B95F7C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BF643-2FF1-3ED8-98F9-7AE15782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0199CE-9BC6-7D22-04A5-F7F7C672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CC8C7-6E84-340B-63AD-ECFD3BBF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20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71EB6-6508-5808-55C5-2282C25D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5A3B72-39EE-4E68-3468-9508D1B26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4ABAE-3745-7794-E4A6-CA44339E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0F6C0B-E9B1-3D2F-3EE7-05C663FE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33F2B4-236E-3051-365E-996D6375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12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0A75B-1E8A-DCCA-8A20-E0E3D87A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C26235-D57F-2A43-A9D8-CCC799D8A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236D7-DDEB-D17E-6153-6EAA8A9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136606-87FD-0E31-97BA-03CB2992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33B4F-9BB6-FF46-39C7-2913CA2F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2A5D02-0DFF-895A-39EE-5A3D6160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56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7931C-92EB-BA8A-89F9-A6C21966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30668-9FE5-705E-EF6E-2DE84B25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671B12-8DA9-FE4D-79CB-87B44D4AB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47B092-E198-5379-2AFB-01E03B2B2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F72885-5E5B-E93B-FF71-B56C28E07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170EBE-CB70-E966-209D-B3EE4201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747198-2F77-571B-95F0-C1E51BD4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83F76D-935B-5185-8A0F-C801D638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53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D2917-3DC9-3490-2FE9-C1923E5C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869C74-8955-CA7E-BD6C-7BC85F7F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BD8C89-11C7-25B7-E895-D50AC4F5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B58BBC-01EA-B447-73EE-74235D68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08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3BC838-08F2-28E5-65AA-5BC8964B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98D862-DD8D-1956-3CF2-F10C7266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D6D52B-C622-D5E5-04B5-B03F736F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88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A2722-5E1A-380F-78E5-08BF3C98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7D20B7-6E27-A5B1-58C5-23EB9E4A9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20C62A-0B67-0485-166E-2AD2F7A9E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FFABBC-5DF9-7454-08A1-256CB346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42EDB3-F2A1-DDDA-C95C-A1DF0CF4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E026ED-6093-C26C-EDEC-3651FD7A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4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FD2FC-ACE0-082F-DEBE-B9B57A511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10F994-010A-122F-C62F-FA69FB95E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5AABA6-1F41-0221-15B9-F7054B5B6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09BA75-BBAC-EF2F-BC94-4EBFA1D7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43C647-4502-84DD-71D8-320681DA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84F49B-007B-4967-072D-E2054668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0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F8D35-2540-0065-FBAB-A8D56D68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A48753-DBE9-7CF8-9342-92F8D801C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6924CD-13EF-5FEA-5857-26DC849C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CEAA7B-9270-6640-3975-54137432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AE4514-7325-B441-EC59-2C372B94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3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8CB248-5E91-B5A3-887E-358C4275A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B16CE6-057D-404F-B0D1-72DE8DEB0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F5173-7D5C-7E8A-0837-556DF802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BFCF62-CFBF-3E06-4389-5B9C1318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93CE1C-4816-C625-94BF-E7C56479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09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BA640D-7065-67C9-6FE4-F2253F93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7A26CB-D867-CC8E-1E6D-2894726D6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4639D-D15A-4C5C-0F1E-17C5A093C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EF616-F6F9-46A3-8421-3C43C9997378}" type="datetimeFigureOut">
              <a:rPr lang="zh-CN" altLang="en-US" smtClean="0"/>
              <a:t>2024/9/17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298DB7-1AEC-7E3A-BDFF-F43038DAE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5FA85C-51E4-671A-7882-39CA206FC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3940-DC26-46F1-959F-63C225207E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63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3.png"/><Relationship Id="rId18" Type="http://schemas.openxmlformats.org/officeDocument/2006/relationships/customXml" Target="../ink/ink17.xml"/><Relationship Id="rId3" Type="http://schemas.openxmlformats.org/officeDocument/2006/relationships/image" Target="../media/image80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14.xml"/><Relationship Id="rId17" Type="http://schemas.openxmlformats.org/officeDocument/2006/relationships/image" Target="../media/image15.png"/><Relationship Id="rId2" Type="http://schemas.openxmlformats.org/officeDocument/2006/relationships/customXml" Target="../ink/ink9.xml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openxmlformats.org/officeDocument/2006/relationships/customXml" Target="../ink/ink13.xml"/><Relationship Id="rId19" Type="http://schemas.openxmlformats.org/officeDocument/2006/relationships/image" Target="../media/image16.png"/><Relationship Id="rId4" Type="http://schemas.openxmlformats.org/officeDocument/2006/relationships/customXml" Target="../ink/ink10.xml"/><Relationship Id="rId9" Type="http://schemas.openxmlformats.org/officeDocument/2006/relationships/image" Target="../media/image11.png"/><Relationship Id="rId14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9A9BC-8163-EB0F-D00D-173AE718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780"/>
            <a:ext cx="10515600" cy="79735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2.2 </a:t>
            </a:r>
            <a:r>
              <a:rPr lang="zh-CN" altLang="en-US" sz="3600" dirty="0"/>
              <a:t>用逻辑代数的公理、定理和规则证明下列表达式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89FC43-0726-4C76-B0FC-9C22D8F6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(1). /(AB+/AC)=A/B+/A/C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=/(AB)/(/AC)</a:t>
            </a:r>
          </a:p>
          <a:p>
            <a:r>
              <a:rPr lang="en-US" altLang="zh-CN" dirty="0"/>
              <a:t>=(/A+/B)(A+/C)</a:t>
            </a:r>
          </a:p>
          <a:p>
            <a:r>
              <a:rPr lang="en-US" altLang="zh-CN" dirty="0"/>
              <a:t>=/AA+/A/C+A/B+/B/C</a:t>
            </a:r>
          </a:p>
          <a:p>
            <a:r>
              <a:rPr lang="en-US" altLang="zh-CN" dirty="0"/>
              <a:t>=/A/C(/B+B)+A/B+/B/C</a:t>
            </a:r>
          </a:p>
          <a:p>
            <a:r>
              <a:rPr lang="en-US" altLang="zh-CN" dirty="0"/>
              <a:t>=/B(A+/A/C)+/C(/B+/AB)</a:t>
            </a:r>
          </a:p>
          <a:p>
            <a:r>
              <a:rPr lang="en-US" altLang="zh-CN" dirty="0"/>
              <a:t>=/B(A+/C)+/C(/B+/A)</a:t>
            </a:r>
          </a:p>
          <a:p>
            <a:r>
              <a:rPr lang="en-US" altLang="zh-CN" dirty="0"/>
              <a:t>=A/B+/B/C+/B/C+/A/C</a:t>
            </a:r>
          </a:p>
          <a:p>
            <a:r>
              <a:rPr lang="en-US" altLang="zh-CN" dirty="0"/>
              <a:t>=A/B+/A/C  </a:t>
            </a:r>
            <a:r>
              <a:rPr lang="zh-CN" altLang="en-US" dirty="0"/>
              <a:t>                                                      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2149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70F80-D038-71BF-6442-34B57EA4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60643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用真值表验证下列表达式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1410AE-F631-DC08-FF39-B8AD9B886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5181"/>
            <a:ext cx="10515600" cy="4501782"/>
          </a:xfrm>
        </p:spPr>
        <p:txBody>
          <a:bodyPr/>
          <a:lstStyle/>
          <a:p>
            <a:r>
              <a:rPr lang="en-US" altLang="zh-CN" dirty="0"/>
              <a:t>(1). A/B+/AB=(/A+/B)(A+B)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成立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9EABF7E-A49E-495C-DC23-4603D7378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082361"/>
              </p:ext>
            </p:extLst>
          </p:nvPr>
        </p:nvGraphicFramePr>
        <p:xfrm>
          <a:off x="1230963" y="2807541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043504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673736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4906329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8056370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772387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69929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/A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/B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14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7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52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223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59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56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E74E4-F567-11EE-7451-7E45277D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1417"/>
            <a:ext cx="10515600" cy="70574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2.4 </a:t>
            </a:r>
            <a:r>
              <a:rPr lang="zh-CN" altLang="en-US" sz="3600" dirty="0"/>
              <a:t>利用反演规则和对偶规则求下列函数的反函数和对偶函数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D4E85-EE9D-EE5B-2FDB-5AD4817DB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008"/>
            <a:ext cx="10515600" cy="4562955"/>
          </a:xfrm>
        </p:spPr>
        <p:txBody>
          <a:bodyPr/>
          <a:lstStyle/>
          <a:p>
            <a:r>
              <a:rPr lang="en-US" altLang="zh-CN" dirty="0"/>
              <a:t>(1). F=AB+/A/B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反函数：</a:t>
            </a:r>
            <a:r>
              <a:rPr lang="en-US" altLang="zh-CN" dirty="0"/>
              <a:t>/F=(/A+/B)·(A+B)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对偶函数：</a:t>
            </a:r>
            <a:r>
              <a:rPr lang="en-US" altLang="zh-CN" dirty="0"/>
              <a:t>F’=(A+B)·(/A+/B)</a:t>
            </a:r>
          </a:p>
        </p:txBody>
      </p:sp>
    </p:spTree>
    <p:extLst>
      <p:ext uri="{BB962C8B-B14F-4D97-AF65-F5344CB8AC3E}">
        <p14:creationId xmlns:p14="http://schemas.microsoft.com/office/powerpoint/2010/main" val="68637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F85BD-DB61-C338-1148-611E03E4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754"/>
            <a:ext cx="10515600" cy="488046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2.5 </a:t>
            </a:r>
            <a:r>
              <a:rPr lang="zh-CN" altLang="en-US" dirty="0"/>
              <a:t>判断下列逻辑命题正误，并说明理由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03305-7300-214A-C687-56502542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454"/>
            <a:ext cx="10515600" cy="5170510"/>
          </a:xfrm>
        </p:spPr>
        <p:txBody>
          <a:bodyPr/>
          <a:lstStyle/>
          <a:p>
            <a:r>
              <a:rPr lang="zh-CN" altLang="en-US" sz="2400" dirty="0"/>
              <a:t>答：</a:t>
            </a:r>
            <a:endParaRPr lang="en-US" altLang="zh-CN" sz="2400" dirty="0"/>
          </a:p>
          <a:p>
            <a:r>
              <a:rPr lang="en-US" altLang="zh-CN" sz="2400" dirty="0"/>
              <a:t>(1).</a:t>
            </a:r>
            <a:r>
              <a:rPr lang="zh-CN" altLang="en-US" sz="2400" dirty="0"/>
              <a:t>如果</a:t>
            </a:r>
            <a:r>
              <a:rPr lang="en-US" altLang="zh-CN" sz="2400" dirty="0"/>
              <a:t>X+Y</a:t>
            </a:r>
            <a:r>
              <a:rPr lang="zh-CN" altLang="en-US" sz="2400" dirty="0"/>
              <a:t>和</a:t>
            </a:r>
            <a:r>
              <a:rPr lang="en-US" altLang="zh-CN" sz="2400" dirty="0"/>
              <a:t>X+Z</a:t>
            </a:r>
            <a:r>
              <a:rPr lang="zh-CN" altLang="en-US" sz="2400" dirty="0"/>
              <a:t>的逻辑值相同，那么，</a:t>
            </a:r>
            <a:r>
              <a:rPr lang="en-US" altLang="zh-CN" sz="2400" dirty="0"/>
              <a:t>Y</a:t>
            </a:r>
            <a:r>
              <a:rPr lang="zh-CN" altLang="en-US" sz="2400" dirty="0"/>
              <a:t>和</a:t>
            </a:r>
            <a:r>
              <a:rPr lang="en-US" altLang="zh-CN" sz="2400" dirty="0"/>
              <a:t>Z</a:t>
            </a:r>
            <a:r>
              <a:rPr lang="zh-CN" altLang="en-US" sz="2400" dirty="0"/>
              <a:t>的逻辑值一定相同。</a:t>
            </a:r>
            <a:endParaRPr lang="en-US" altLang="zh-CN" sz="2400" dirty="0"/>
          </a:p>
          <a:p>
            <a:r>
              <a:rPr lang="en-US" altLang="zh-CN" sz="2400" dirty="0"/>
              <a:t>(2).</a:t>
            </a:r>
            <a:r>
              <a:rPr lang="zh-CN" altLang="en-US" sz="2400" dirty="0"/>
              <a:t>如果</a:t>
            </a:r>
            <a:r>
              <a:rPr lang="en-US" altLang="zh-CN" sz="2400" dirty="0"/>
              <a:t>XY</a:t>
            </a:r>
            <a:r>
              <a:rPr lang="zh-CN" altLang="en-US" sz="2400" dirty="0"/>
              <a:t>和</a:t>
            </a:r>
            <a:r>
              <a:rPr lang="en-US" altLang="zh-CN" sz="2400" dirty="0"/>
              <a:t>XZ</a:t>
            </a:r>
            <a:r>
              <a:rPr lang="zh-CN" altLang="en-US" sz="2400" dirty="0"/>
              <a:t>的逻辑值相同，那么，</a:t>
            </a:r>
            <a:r>
              <a:rPr lang="en-US" altLang="zh-CN" sz="2400" dirty="0"/>
              <a:t>Y</a:t>
            </a:r>
            <a:r>
              <a:rPr lang="zh-CN" altLang="en-US" sz="2400" dirty="0"/>
              <a:t>和</a:t>
            </a:r>
            <a:r>
              <a:rPr lang="en-US" altLang="zh-CN" sz="2400" dirty="0"/>
              <a:t>Z</a:t>
            </a:r>
            <a:r>
              <a:rPr lang="zh-CN" altLang="en-US" sz="2400" dirty="0"/>
              <a:t>的逻辑值一定相同。</a:t>
            </a:r>
            <a:endParaRPr lang="en-US" altLang="zh-CN" sz="2400" dirty="0"/>
          </a:p>
          <a:p>
            <a:r>
              <a:rPr lang="en-US" altLang="zh-CN" sz="2400" dirty="0"/>
              <a:t>(3).</a:t>
            </a:r>
            <a:r>
              <a:rPr lang="zh-CN" altLang="en-US" sz="2400" dirty="0"/>
              <a:t>如果</a:t>
            </a:r>
            <a:r>
              <a:rPr lang="en-US" altLang="zh-CN" sz="2400" dirty="0"/>
              <a:t>X+Y</a:t>
            </a:r>
            <a:r>
              <a:rPr lang="zh-CN" altLang="en-US" sz="2400" dirty="0"/>
              <a:t>和</a:t>
            </a:r>
            <a:r>
              <a:rPr lang="en-US" altLang="zh-CN" sz="2400" dirty="0"/>
              <a:t>X+Z</a:t>
            </a:r>
            <a:r>
              <a:rPr lang="zh-CN" altLang="en-US" sz="2400" dirty="0"/>
              <a:t>的逻辑值相同，且</a:t>
            </a:r>
            <a:r>
              <a:rPr lang="en-US" altLang="zh-CN" sz="2400" dirty="0"/>
              <a:t>XY</a:t>
            </a:r>
            <a:r>
              <a:rPr lang="zh-CN" altLang="en-US" sz="2400" dirty="0"/>
              <a:t>和</a:t>
            </a:r>
            <a:r>
              <a:rPr lang="en-US" altLang="zh-CN" sz="2400" dirty="0"/>
              <a:t>XZ</a:t>
            </a:r>
            <a:r>
              <a:rPr lang="zh-CN" altLang="en-US" sz="2400" dirty="0"/>
              <a:t>的逻辑值相同，那么，</a:t>
            </a:r>
            <a:r>
              <a:rPr lang="en-US" altLang="zh-CN" sz="2400" dirty="0"/>
              <a:t>Y</a:t>
            </a:r>
            <a:r>
              <a:rPr lang="zh-CN" altLang="en-US" sz="2400" dirty="0"/>
              <a:t>和</a:t>
            </a:r>
            <a:r>
              <a:rPr lang="en-US" altLang="zh-CN" sz="2400" dirty="0"/>
              <a:t>Z</a:t>
            </a:r>
            <a:r>
              <a:rPr lang="zh-CN" altLang="en-US" sz="2400" dirty="0"/>
              <a:t>的逻辑值一定相同。</a:t>
            </a:r>
            <a:endParaRPr lang="en-US" altLang="zh-CN" sz="2400" dirty="0"/>
          </a:p>
          <a:p>
            <a:r>
              <a:rPr lang="en-US" altLang="zh-CN" sz="2400" dirty="0"/>
              <a:t>(4).</a:t>
            </a:r>
            <a:r>
              <a:rPr lang="zh-CN" altLang="en-US" sz="2400" dirty="0"/>
              <a:t>如果</a:t>
            </a:r>
            <a:r>
              <a:rPr lang="en-US" altLang="zh-CN" sz="2400" dirty="0"/>
              <a:t>X+Y</a:t>
            </a:r>
            <a:r>
              <a:rPr lang="zh-CN" altLang="en-US" sz="2400" dirty="0"/>
              <a:t>和</a:t>
            </a:r>
            <a:r>
              <a:rPr lang="en-US" altLang="zh-CN" sz="2400" dirty="0"/>
              <a:t>X·Y</a:t>
            </a:r>
            <a:r>
              <a:rPr lang="zh-CN" altLang="en-US" sz="2400" dirty="0"/>
              <a:t>的逻辑值相同，那么，</a:t>
            </a:r>
            <a:r>
              <a:rPr lang="en-US" altLang="zh-CN" sz="2400" dirty="0"/>
              <a:t>X</a:t>
            </a:r>
            <a:r>
              <a:rPr lang="zh-CN" altLang="en-US" sz="2400" dirty="0"/>
              <a:t>和</a:t>
            </a:r>
            <a:r>
              <a:rPr lang="en-US" altLang="zh-CN" sz="2400" dirty="0"/>
              <a:t>Y</a:t>
            </a:r>
            <a:r>
              <a:rPr lang="zh-CN" altLang="en-US" sz="2400" dirty="0"/>
              <a:t>的逻辑值一定相同。</a:t>
            </a:r>
            <a:endParaRPr lang="en-US" altLang="zh-CN" sz="2400" dirty="0"/>
          </a:p>
          <a:p>
            <a:r>
              <a:rPr lang="zh-CN" altLang="en-US" sz="2400" dirty="0"/>
              <a:t>答：</a:t>
            </a:r>
            <a:endParaRPr lang="en-US" altLang="zh-CN" sz="2400" dirty="0"/>
          </a:p>
          <a:p>
            <a:r>
              <a:rPr lang="en-US" altLang="zh-CN" sz="2400" dirty="0"/>
              <a:t>(1).</a:t>
            </a:r>
            <a:r>
              <a:rPr lang="zh-CN" altLang="en-US" sz="2400" dirty="0"/>
              <a:t>错误，当</a:t>
            </a:r>
            <a:r>
              <a:rPr lang="en-US" altLang="zh-CN" sz="2400" dirty="0"/>
              <a:t>X</a:t>
            </a:r>
            <a:r>
              <a:rPr lang="zh-CN" altLang="en-US" sz="2400" dirty="0"/>
              <a:t>为</a:t>
            </a:r>
            <a:r>
              <a:rPr lang="en-US" altLang="zh-CN" sz="2400" dirty="0"/>
              <a:t>1</a:t>
            </a:r>
            <a:r>
              <a:rPr lang="zh-CN" altLang="en-US" sz="2400" dirty="0"/>
              <a:t>时，</a:t>
            </a:r>
            <a:r>
              <a:rPr lang="en-US" altLang="zh-CN" sz="2400" dirty="0"/>
              <a:t>X+Y</a:t>
            </a:r>
            <a:r>
              <a:rPr lang="zh-CN" altLang="en-US" sz="2400" dirty="0"/>
              <a:t>和</a:t>
            </a:r>
            <a:r>
              <a:rPr lang="en-US" altLang="zh-CN" sz="2400" dirty="0"/>
              <a:t>X+Z</a:t>
            </a:r>
            <a:r>
              <a:rPr lang="zh-CN" altLang="en-US" sz="2400" dirty="0"/>
              <a:t>都为</a:t>
            </a:r>
            <a:r>
              <a:rPr lang="en-US" altLang="zh-CN" sz="2400" dirty="0"/>
              <a:t>1</a:t>
            </a:r>
            <a:r>
              <a:rPr lang="zh-CN" altLang="en-US" sz="2400" dirty="0"/>
              <a:t>，无法判断</a:t>
            </a:r>
            <a:r>
              <a:rPr lang="en-US" altLang="zh-CN" sz="2400" dirty="0"/>
              <a:t>YZ</a:t>
            </a:r>
            <a:r>
              <a:rPr lang="zh-CN" altLang="en-US" sz="2400" dirty="0"/>
              <a:t>的值。</a:t>
            </a:r>
            <a:endParaRPr lang="en-US" altLang="zh-CN" sz="2400" dirty="0"/>
          </a:p>
          <a:p>
            <a:r>
              <a:rPr lang="en-US" altLang="zh-CN" sz="2400" dirty="0"/>
              <a:t>(2).</a:t>
            </a:r>
            <a:r>
              <a:rPr lang="zh-CN" altLang="en-US" sz="2400" dirty="0"/>
              <a:t>错误，当</a:t>
            </a:r>
            <a:r>
              <a:rPr lang="en-US" altLang="zh-CN" sz="2400" dirty="0"/>
              <a:t>X</a:t>
            </a:r>
            <a:r>
              <a:rPr lang="zh-CN" altLang="en-US" sz="2400" dirty="0"/>
              <a:t>为</a:t>
            </a:r>
            <a:r>
              <a:rPr lang="en-US" altLang="zh-CN" sz="2400" dirty="0"/>
              <a:t>0</a:t>
            </a:r>
            <a:r>
              <a:rPr lang="zh-CN" altLang="en-US" sz="2400" dirty="0"/>
              <a:t>时，</a:t>
            </a:r>
            <a:r>
              <a:rPr lang="en-US" altLang="zh-CN" sz="2400" dirty="0"/>
              <a:t>XY</a:t>
            </a:r>
            <a:r>
              <a:rPr lang="zh-CN" altLang="en-US" sz="2400" dirty="0"/>
              <a:t>和</a:t>
            </a:r>
            <a:r>
              <a:rPr lang="en-US" altLang="zh-CN" sz="2400" dirty="0"/>
              <a:t>XZ</a:t>
            </a:r>
            <a:r>
              <a:rPr lang="zh-CN" altLang="en-US" sz="2400" dirty="0"/>
              <a:t>都为</a:t>
            </a:r>
            <a:r>
              <a:rPr lang="en-US" altLang="zh-CN" sz="2400" dirty="0"/>
              <a:t>0</a:t>
            </a:r>
            <a:r>
              <a:rPr lang="zh-CN" altLang="en-US" sz="2400" dirty="0"/>
              <a:t>，无法判断</a:t>
            </a:r>
            <a:r>
              <a:rPr lang="en-US" altLang="zh-CN" sz="2400" dirty="0"/>
              <a:t>YZ</a:t>
            </a:r>
            <a:r>
              <a:rPr lang="zh-CN" altLang="en-US" sz="2400" dirty="0"/>
              <a:t>的值。</a:t>
            </a:r>
            <a:endParaRPr lang="en-US" altLang="zh-CN" sz="2400" dirty="0"/>
          </a:p>
          <a:p>
            <a:r>
              <a:rPr lang="en-US" altLang="zh-CN" sz="2400" dirty="0"/>
              <a:t>(3).</a:t>
            </a:r>
            <a:r>
              <a:rPr lang="zh-CN" altLang="en-US" sz="2400" dirty="0"/>
              <a:t>正确，假设</a:t>
            </a:r>
            <a:r>
              <a:rPr lang="en-US" altLang="zh-CN" sz="2400" dirty="0"/>
              <a:t>Y≠Z,</a:t>
            </a:r>
            <a:r>
              <a:rPr lang="zh-CN" altLang="en-US" sz="2400" dirty="0"/>
              <a:t>若</a:t>
            </a:r>
            <a:r>
              <a:rPr lang="en-US" altLang="zh-CN" sz="2400" dirty="0"/>
              <a:t>X=1</a:t>
            </a:r>
            <a:r>
              <a:rPr lang="zh-CN" altLang="en-US" sz="2400" dirty="0"/>
              <a:t>，</a:t>
            </a:r>
            <a:r>
              <a:rPr lang="en-US" altLang="zh-CN" sz="2400" dirty="0"/>
              <a:t>XY≠XZ</a:t>
            </a:r>
            <a:r>
              <a:rPr lang="zh-CN" altLang="en-US" sz="2400" dirty="0"/>
              <a:t>；若</a:t>
            </a:r>
            <a:r>
              <a:rPr lang="en-US" altLang="zh-CN" sz="2400" dirty="0"/>
              <a:t>X=0,X+Y≠X+Z</a:t>
            </a:r>
            <a:r>
              <a:rPr lang="zh-CN" altLang="en-US" sz="2400" dirty="0"/>
              <a:t>，所以</a:t>
            </a:r>
            <a:r>
              <a:rPr lang="en-US" altLang="zh-CN" sz="2400" dirty="0"/>
              <a:t>Y=Z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(4).</a:t>
            </a:r>
            <a:r>
              <a:rPr lang="zh-CN" altLang="en-US" sz="2400" dirty="0"/>
              <a:t>正确，假设</a:t>
            </a:r>
            <a:r>
              <a:rPr lang="en-US" altLang="zh-CN" sz="2400" dirty="0"/>
              <a:t>X≠Y,X+Y=1,XY=0</a:t>
            </a:r>
            <a:r>
              <a:rPr lang="zh-CN" altLang="en-US" sz="2400" dirty="0"/>
              <a:t>，故而不成立。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20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BBEE9-7139-E6C6-485D-DCB15A3E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1637"/>
            <a:ext cx="10515600" cy="711881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2.6 </a:t>
            </a:r>
            <a:r>
              <a:rPr lang="zh-CN" altLang="en-US" sz="3600" dirty="0"/>
              <a:t>用代数化简法求下列逻辑函数的最简与</a:t>
            </a:r>
            <a:r>
              <a:rPr lang="en-US" altLang="zh-CN" sz="3600" dirty="0"/>
              <a:t>-</a:t>
            </a:r>
            <a:r>
              <a:rPr lang="zh-CN" altLang="en-US" sz="3600" dirty="0"/>
              <a:t>或表达式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B9634-8B3A-3021-426D-20174E8B9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85"/>
            <a:ext cx="10515600" cy="4716378"/>
          </a:xfrm>
        </p:spPr>
        <p:txBody>
          <a:bodyPr/>
          <a:lstStyle/>
          <a:p>
            <a:r>
              <a:rPr lang="en-US" altLang="zh-CN" dirty="0"/>
              <a:t>(1). F=AB+/A/BC+BC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=AB+C(B+/A)</a:t>
            </a:r>
          </a:p>
          <a:p>
            <a:r>
              <a:rPr lang="en-US" altLang="zh-CN" dirty="0"/>
              <a:t>=AB+C/A+AB</a:t>
            </a:r>
          </a:p>
          <a:p>
            <a:r>
              <a:rPr lang="en-US" altLang="zh-CN" dirty="0"/>
              <a:t>=ABC+/ABC+/ABC+/A/BC+ABC+AB/C</a:t>
            </a:r>
          </a:p>
          <a:p>
            <a:r>
              <a:rPr lang="en-US" altLang="zh-CN" dirty="0"/>
              <a:t>=/AC+AB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127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41A57-0C9A-120A-EFBD-F81E18D9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144"/>
            <a:ext cx="10515600" cy="69347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2.7 </a:t>
            </a:r>
            <a:r>
              <a:rPr lang="zh-CN" altLang="en-US" sz="3200" dirty="0"/>
              <a:t>将下列逻辑函数表示成“最小项之和”及“最大项之积”的简写形式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E4A19-2A4E-B814-0ED9-1557BE9B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134"/>
            <a:ext cx="10515600" cy="4691830"/>
          </a:xfrm>
        </p:spPr>
        <p:txBody>
          <a:bodyPr>
            <a:normAutofit/>
          </a:bodyPr>
          <a:lstStyle/>
          <a:p>
            <a:r>
              <a:rPr lang="en-US" altLang="zh-CN" dirty="0"/>
              <a:t>(1). F(A,B,C,D)=B/C/D+/AB+AB/CD+BC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最小项之和：</a:t>
            </a:r>
            <a:r>
              <a:rPr lang="en-US" altLang="zh-CN" dirty="0"/>
              <a:t>F(A,B,C,D)=∑m(4,5,6,7,12,13,14,15)</a:t>
            </a:r>
          </a:p>
          <a:p>
            <a:pPr marL="0" indent="0">
              <a:buNone/>
            </a:pPr>
            <a:r>
              <a:rPr lang="zh-CN" altLang="en-US" dirty="0"/>
              <a:t>最大项之积：</a:t>
            </a:r>
            <a:r>
              <a:rPr lang="en-US" altLang="zh-CN" dirty="0"/>
              <a:t>/F(A,B,C,D)=∏M(0,1,2,3,8,9,10,11)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64DC1D-0B57-FFF3-53A7-82D1F728E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026576"/>
              </p:ext>
            </p:extLst>
          </p:nvPr>
        </p:nvGraphicFramePr>
        <p:xfrm>
          <a:off x="1289435" y="2498780"/>
          <a:ext cx="8128000" cy="230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814215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693133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82646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765623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31253634"/>
                    </a:ext>
                  </a:extLst>
                </a:gridCol>
              </a:tblGrid>
              <a:tr h="23906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              AB</a:t>
                      </a:r>
                    </a:p>
                    <a:p>
                      <a:pPr algn="l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CD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8"/>
                  </a:ext>
                </a:extLst>
              </a:tr>
              <a:tr h="512603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45020"/>
                  </a:ext>
                </a:extLst>
              </a:tr>
              <a:tr h="423447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04642"/>
                  </a:ext>
                </a:extLst>
              </a:tr>
              <a:tr h="349804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08824"/>
                  </a:ext>
                </a:extLst>
              </a:tr>
              <a:tr h="306846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30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75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41A57-0C9A-120A-EFBD-F81E18D9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144"/>
            <a:ext cx="10515600" cy="69347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2.8 </a:t>
            </a:r>
            <a:r>
              <a:rPr lang="zh-CN" altLang="en-US" sz="3200" dirty="0"/>
              <a:t>用卡诺图化简法求出下列逻辑函数的最简与</a:t>
            </a:r>
            <a:r>
              <a:rPr lang="en-US" altLang="zh-CN" sz="3200" dirty="0"/>
              <a:t>-</a:t>
            </a:r>
            <a:r>
              <a:rPr lang="zh-CN" altLang="en-US" sz="3200" dirty="0"/>
              <a:t>或表达式和最简或</a:t>
            </a:r>
            <a:r>
              <a:rPr lang="en-US" altLang="zh-CN" sz="3200" dirty="0"/>
              <a:t>-</a:t>
            </a:r>
            <a:r>
              <a:rPr lang="zh-CN" altLang="en-US" sz="3200" dirty="0"/>
              <a:t>与表达式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E4A19-2A4E-B814-0ED9-1557BE9B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134"/>
            <a:ext cx="10515600" cy="469183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(1). F(A,B,C,D)=/A/B+/A/CD+AC+B/C</a:t>
            </a:r>
          </a:p>
          <a:p>
            <a:r>
              <a:rPr lang="zh-CN" altLang="en-US" sz="2400" dirty="0"/>
              <a:t>答：</a:t>
            </a:r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64DC1D-0B57-FFF3-53A7-82D1F728E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909613"/>
              </p:ext>
            </p:extLst>
          </p:nvPr>
        </p:nvGraphicFramePr>
        <p:xfrm>
          <a:off x="1258750" y="2345357"/>
          <a:ext cx="8128000" cy="230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814215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693133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82646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765623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31253634"/>
                    </a:ext>
                  </a:extLst>
                </a:gridCol>
              </a:tblGrid>
              <a:tr h="23906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              AB</a:t>
                      </a:r>
                    </a:p>
                    <a:p>
                      <a:pPr algn="l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CD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8"/>
                  </a:ext>
                </a:extLst>
              </a:tr>
              <a:tr h="512603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45020"/>
                  </a:ext>
                </a:extLst>
              </a:tr>
              <a:tr h="423447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04642"/>
                  </a:ext>
                </a:extLst>
              </a:tr>
              <a:tr h="349804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08824"/>
                  </a:ext>
                </a:extLst>
              </a:tr>
              <a:tr h="306846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301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61C961E-8F60-2813-E45F-AC6334E06FB3}"/>
                  </a:ext>
                </a:extLst>
              </p14:cNvPr>
              <p14:cNvContentPartPr/>
              <p14:nvPr/>
            </p14:nvContentPartPr>
            <p14:xfrm>
              <a:off x="2828984" y="3976239"/>
              <a:ext cx="1487160" cy="6454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61C961E-8F60-2813-E45F-AC6334E06F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2864" y="3970119"/>
                <a:ext cx="1499400" cy="65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8D7F41-4768-6F14-081C-337BC83FF3D9}"/>
                  </a:ext>
                </a:extLst>
              </p14:cNvPr>
              <p14:cNvContentPartPr/>
              <p14:nvPr/>
            </p14:nvContentPartPr>
            <p14:xfrm>
              <a:off x="7676744" y="3994239"/>
              <a:ext cx="1264680" cy="6771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8D7F41-4768-6F14-081C-337BC83FF3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70624" y="3988119"/>
                <a:ext cx="127692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7AE1D06-7BA4-7629-D638-27D1A21A59D3}"/>
                  </a:ext>
                </a:extLst>
              </p14:cNvPr>
              <p14:cNvContentPartPr/>
              <p14:nvPr/>
            </p14:nvContentPartPr>
            <p14:xfrm>
              <a:off x="6111824" y="2975799"/>
              <a:ext cx="1602720" cy="16941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C7AE1D06-7BA4-7629-D638-27D1A21A59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03184" y="2967159"/>
                <a:ext cx="1620360" cy="17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B9EB44A-1274-D484-E055-16D1AE6BB63A}"/>
                  </a:ext>
                </a:extLst>
              </p14:cNvPr>
              <p14:cNvContentPartPr/>
              <p14:nvPr/>
            </p14:nvContentPartPr>
            <p14:xfrm>
              <a:off x="2736464" y="3036639"/>
              <a:ext cx="2782080" cy="8488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B9EB44A-1274-D484-E055-16D1AE6BB6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0344" y="3030519"/>
                <a:ext cx="2794320" cy="86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5883FD1B-3C92-074B-CDB1-08B818583B87}"/>
                  </a:ext>
                </a:extLst>
              </p14:cNvPr>
              <p14:cNvContentPartPr/>
              <p14:nvPr/>
            </p14:nvContentPartPr>
            <p14:xfrm>
              <a:off x="2613704" y="2761239"/>
              <a:ext cx="1596600" cy="18241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5883FD1B-3C92-074B-CDB1-08B818583B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60064" y="2653239"/>
                <a:ext cx="1704240" cy="20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E137771-D75B-D83A-9744-537BEA5683AD}"/>
                  </a:ext>
                </a:extLst>
              </p14:cNvPr>
              <p14:cNvContentPartPr/>
              <p14:nvPr/>
            </p14:nvContentPartPr>
            <p14:xfrm>
              <a:off x="4485344" y="2742879"/>
              <a:ext cx="2848680" cy="131472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E137771-D75B-D83A-9744-537BEA5683A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31704" y="2634879"/>
                <a:ext cx="2956320" cy="15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C245E4D-0A85-27A8-B43F-C2484648C678}"/>
                  </a:ext>
                </a:extLst>
              </p14:cNvPr>
              <p14:cNvContentPartPr/>
              <p14:nvPr/>
            </p14:nvContentPartPr>
            <p14:xfrm>
              <a:off x="6191744" y="3859239"/>
              <a:ext cx="2676600" cy="122292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C245E4D-0A85-27A8-B43F-C2484648C67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38104" y="3751599"/>
                <a:ext cx="2784240" cy="14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1039525F-185C-4D63-9530-9D1CB8BB0FAE}"/>
                  </a:ext>
                </a:extLst>
              </p14:cNvPr>
              <p14:cNvContentPartPr/>
              <p14:nvPr/>
            </p14:nvContentPartPr>
            <p14:xfrm>
              <a:off x="2871916" y="3510039"/>
              <a:ext cx="2910240" cy="38664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1039525F-185C-4D63-9530-9D1CB8BB0FA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18276" y="3402039"/>
                <a:ext cx="3017880" cy="60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27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D868C-42E1-F026-BD73-E23BA0FE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01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2.8</a:t>
            </a:r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43D4A46D-CCC7-2C14-D6D7-1312CF6EF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448"/>
            <a:ext cx="10515600" cy="4722515"/>
          </a:xfrm>
        </p:spPr>
        <p:txBody>
          <a:bodyPr/>
          <a:lstStyle/>
          <a:p>
            <a:r>
              <a:rPr lang="en-US" altLang="zh-CN" dirty="0"/>
              <a:t>F(A,B,C,D)=/A/B+B/C+AC+/A/CD</a:t>
            </a:r>
          </a:p>
          <a:p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ABCD+ABCD+ABCD+ABCD</a:t>
            </a:r>
          </a:p>
          <a:p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/A/B+B/C+AC+/A/CD</a:t>
            </a:r>
          </a:p>
          <a:p>
            <a:r>
              <a:rPr lang="en-US" altLang="zh-CN" dirty="0"/>
              <a:t>/F(A,B,C,D)=(A+B)·(/B+C)·(/A+/C)·(A+C+/D)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189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41A57-0C9A-120A-EFBD-F81E18D9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144"/>
            <a:ext cx="10515600" cy="69347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2.9 </a:t>
            </a:r>
            <a:r>
              <a:rPr lang="zh-CN" altLang="en-US" sz="3200" dirty="0"/>
              <a:t>用卡诺图判断函数</a:t>
            </a:r>
            <a:r>
              <a:rPr lang="en-US" altLang="zh-CN" sz="3200" dirty="0"/>
              <a:t>F</a:t>
            </a:r>
            <a:r>
              <a:rPr lang="zh-CN" altLang="en-US" sz="3200" dirty="0"/>
              <a:t>和</a:t>
            </a:r>
            <a:r>
              <a:rPr lang="en-US" altLang="zh-CN" sz="3200" dirty="0"/>
              <a:t>G</a:t>
            </a:r>
            <a:r>
              <a:rPr lang="zh-CN" altLang="en-US" sz="3200" dirty="0"/>
              <a:t>之间的关系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E4A19-2A4E-B814-0ED9-1557BE9B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615"/>
            <a:ext cx="10515600" cy="5339113"/>
          </a:xfrm>
        </p:spPr>
        <p:txBody>
          <a:bodyPr>
            <a:normAutofit/>
          </a:bodyPr>
          <a:lstStyle/>
          <a:p>
            <a:r>
              <a:rPr lang="en-US" altLang="zh-CN" dirty="0"/>
              <a:t>(2). </a:t>
            </a:r>
          </a:p>
          <a:p>
            <a:r>
              <a:rPr lang="en-US" altLang="zh-CN" dirty="0"/>
              <a:t>F(A,B,C)=(A/B+/AB)/C+/(A/B+/AB)C</a:t>
            </a:r>
          </a:p>
          <a:p>
            <a:r>
              <a:rPr lang="en-US" altLang="zh-CN" dirty="0"/>
              <a:t>G(A,B,C)=/(AB+BC+AC)·(A+B+C)+ABC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64DC1D-0B57-FFF3-53A7-82D1F728E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771918"/>
              </p:ext>
            </p:extLst>
          </p:nvPr>
        </p:nvGraphicFramePr>
        <p:xfrm>
          <a:off x="838200" y="3351811"/>
          <a:ext cx="3942455" cy="185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491">
                  <a:extLst>
                    <a:ext uri="{9D8B030D-6E8A-4147-A177-3AD203B41FA5}">
                      <a16:colId xmlns:a16="http://schemas.microsoft.com/office/drawing/2014/main" val="2881421529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3769313323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2108264636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2776562319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3931253634"/>
                    </a:ext>
                  </a:extLst>
                </a:gridCol>
              </a:tblGrid>
              <a:tr h="23906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              AB</a:t>
                      </a:r>
                    </a:p>
                    <a:p>
                      <a:pPr algn="l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8"/>
                  </a:ext>
                </a:extLst>
              </a:tr>
              <a:tr h="512603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45020"/>
                  </a:ext>
                </a:extLst>
              </a:tr>
              <a:tr h="423447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0464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A302423-8088-BEE9-E578-06BACBB63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862602"/>
              </p:ext>
            </p:extLst>
          </p:nvPr>
        </p:nvGraphicFramePr>
        <p:xfrm>
          <a:off x="6171177" y="3351811"/>
          <a:ext cx="3942455" cy="185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491">
                  <a:extLst>
                    <a:ext uri="{9D8B030D-6E8A-4147-A177-3AD203B41FA5}">
                      <a16:colId xmlns:a16="http://schemas.microsoft.com/office/drawing/2014/main" val="2881421529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3769313323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2108264636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2776562319"/>
                    </a:ext>
                  </a:extLst>
                </a:gridCol>
                <a:gridCol w="788491">
                  <a:extLst>
                    <a:ext uri="{9D8B030D-6E8A-4147-A177-3AD203B41FA5}">
                      <a16:colId xmlns:a16="http://schemas.microsoft.com/office/drawing/2014/main" val="3931253634"/>
                    </a:ext>
                  </a:extLst>
                </a:gridCol>
              </a:tblGrid>
              <a:tr h="23906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              AB</a:t>
                      </a:r>
                    </a:p>
                    <a:p>
                      <a:pPr algn="l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8"/>
                  </a:ext>
                </a:extLst>
              </a:tr>
              <a:tr h="512603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45020"/>
                  </a:ext>
                </a:extLst>
              </a:tr>
              <a:tr h="423447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04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70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6673B-764B-407A-0BB7-7CAD109A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161"/>
          </a:xfrm>
        </p:spPr>
        <p:txBody>
          <a:bodyPr>
            <a:normAutofit/>
          </a:bodyPr>
          <a:lstStyle/>
          <a:p>
            <a:r>
              <a:rPr lang="en-US" altLang="zh-CN" dirty="0"/>
              <a:t>2.9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8EE20-8C65-3001-E83D-42781042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228"/>
            <a:ext cx="10515600" cy="4642735"/>
          </a:xfrm>
        </p:spPr>
        <p:txBody>
          <a:bodyPr/>
          <a:lstStyle/>
          <a:p>
            <a:r>
              <a:rPr lang="en-US" altLang="zh-CN" dirty="0"/>
              <a:t>F=A/B/C+/AB/C+((/A+B)·(A+/B))C=A/B/C+/AB/C+/A/BC+ABC</a:t>
            </a:r>
          </a:p>
          <a:p>
            <a:r>
              <a:rPr lang="en-US" altLang="zh-CN" dirty="0"/>
              <a:t>G</a:t>
            </a:r>
          </a:p>
          <a:p>
            <a:r>
              <a:rPr lang="en-US" altLang="zh-CN" dirty="0"/>
              <a:t>=((/A+/B)·(/B+/C)·(/A+/C))(A+B+C)+ABC</a:t>
            </a:r>
          </a:p>
          <a:p>
            <a:r>
              <a:rPr lang="en-US" altLang="zh-CN" dirty="0"/>
              <a:t>=(/A+/B)(/B+/C)(/A+/C)(A+B+C)+ABC</a:t>
            </a:r>
          </a:p>
          <a:p>
            <a:r>
              <a:rPr lang="en-US" altLang="zh-CN" dirty="0"/>
              <a:t>=A/B(/A/B+/C)+/AB(/C+/A/B)+/AC(/B+/A/C)+ABC</a:t>
            </a:r>
          </a:p>
          <a:p>
            <a:r>
              <a:rPr lang="en-US" altLang="zh-CN" dirty="0"/>
              <a:t>=A/B/C+/AB/C+/A/BC+ABC</a:t>
            </a:r>
          </a:p>
        </p:txBody>
      </p:sp>
    </p:spTree>
    <p:extLst>
      <p:ext uri="{BB962C8B-B14F-4D97-AF65-F5344CB8AC3E}">
        <p14:creationId xmlns:p14="http://schemas.microsoft.com/office/powerpoint/2010/main" val="96009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41A57-0C9A-120A-EFBD-F81E18D9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144"/>
            <a:ext cx="10515600" cy="69347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2.10 </a:t>
            </a:r>
            <a:r>
              <a:rPr lang="zh-CN" altLang="en-US" sz="3200" dirty="0"/>
              <a:t>某函数的卡诺图如图</a:t>
            </a:r>
            <a:r>
              <a:rPr lang="en-US" altLang="zh-CN" sz="3200" dirty="0"/>
              <a:t>2.1</a:t>
            </a:r>
            <a:r>
              <a:rPr lang="zh-CN" altLang="en-US" sz="3200" dirty="0"/>
              <a:t>所示，请回答如下问题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E4A19-2A4E-B814-0ED9-1557BE9B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134"/>
            <a:ext cx="10515600" cy="4691830"/>
          </a:xfrm>
        </p:spPr>
        <p:txBody>
          <a:bodyPr>
            <a:normAutofit/>
          </a:bodyPr>
          <a:lstStyle/>
          <a:p>
            <a:r>
              <a:rPr lang="en-US" altLang="zh-CN" dirty="0"/>
              <a:t>(1). </a:t>
            </a:r>
            <a:r>
              <a:rPr lang="zh-CN" altLang="en-US" dirty="0"/>
              <a:t>若</a:t>
            </a:r>
            <a:r>
              <a:rPr lang="en-US" altLang="zh-CN" dirty="0"/>
              <a:t>b=/a,</a:t>
            </a:r>
            <a:r>
              <a:rPr lang="zh-CN" altLang="en-US" dirty="0"/>
              <a:t>则当</a:t>
            </a:r>
            <a:r>
              <a:rPr lang="en-US" altLang="zh-CN" dirty="0"/>
              <a:t>a</a:t>
            </a:r>
            <a:r>
              <a:rPr lang="zh-CN" altLang="en-US" dirty="0"/>
              <a:t>取何值时能得到最简的与</a:t>
            </a:r>
            <a:r>
              <a:rPr lang="en-US" altLang="zh-CN" dirty="0"/>
              <a:t>-</a:t>
            </a:r>
            <a:r>
              <a:rPr lang="zh-CN" altLang="en-US" dirty="0"/>
              <a:t>或表达式</a:t>
            </a:r>
            <a:endParaRPr lang="en-US" altLang="zh-CN" dirty="0"/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a=1                                              a=0</a:t>
            </a:r>
          </a:p>
          <a:p>
            <a:pPr marL="0" indent="0">
              <a:buNone/>
            </a:pPr>
            <a:r>
              <a:rPr lang="zh-CN" altLang="en-US" dirty="0"/>
              <a:t>当</a:t>
            </a:r>
            <a:r>
              <a:rPr lang="en-US" altLang="zh-CN" dirty="0"/>
              <a:t>a=1</a:t>
            </a:r>
            <a:r>
              <a:rPr lang="zh-CN" altLang="en-US" dirty="0"/>
              <a:t>能得到最简式。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64DC1D-0B57-FFF3-53A7-82D1F728E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682955"/>
              </p:ext>
            </p:extLst>
          </p:nvPr>
        </p:nvGraphicFramePr>
        <p:xfrm>
          <a:off x="1289435" y="2498780"/>
          <a:ext cx="4006720" cy="258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344">
                  <a:extLst>
                    <a:ext uri="{9D8B030D-6E8A-4147-A177-3AD203B41FA5}">
                      <a16:colId xmlns:a16="http://schemas.microsoft.com/office/drawing/2014/main" val="2881421529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3769313323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2108264636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2776562319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3931253634"/>
                    </a:ext>
                  </a:extLst>
                </a:gridCol>
              </a:tblGrid>
              <a:tr h="23906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              AB</a:t>
                      </a:r>
                    </a:p>
                    <a:p>
                      <a:pPr algn="l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CD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8"/>
                  </a:ext>
                </a:extLst>
              </a:tr>
              <a:tr h="512603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45020"/>
                  </a:ext>
                </a:extLst>
              </a:tr>
              <a:tr h="423447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04642"/>
                  </a:ext>
                </a:extLst>
              </a:tr>
              <a:tr h="349804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08824"/>
                  </a:ext>
                </a:extLst>
              </a:tr>
              <a:tr h="306846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3017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3F6FCB-D4C9-D3BB-A7E3-0BC600DBB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60246"/>
              </p:ext>
            </p:extLst>
          </p:nvPr>
        </p:nvGraphicFramePr>
        <p:xfrm>
          <a:off x="6039405" y="2498780"/>
          <a:ext cx="4006720" cy="258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344">
                  <a:extLst>
                    <a:ext uri="{9D8B030D-6E8A-4147-A177-3AD203B41FA5}">
                      <a16:colId xmlns:a16="http://schemas.microsoft.com/office/drawing/2014/main" val="2881421529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3769313323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2108264636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2776562319"/>
                    </a:ext>
                  </a:extLst>
                </a:gridCol>
                <a:gridCol w="801344">
                  <a:extLst>
                    <a:ext uri="{9D8B030D-6E8A-4147-A177-3AD203B41FA5}">
                      <a16:colId xmlns:a16="http://schemas.microsoft.com/office/drawing/2014/main" val="3931253634"/>
                    </a:ext>
                  </a:extLst>
                </a:gridCol>
              </a:tblGrid>
              <a:tr h="23906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              AB</a:t>
                      </a:r>
                    </a:p>
                    <a:p>
                      <a:pPr algn="l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CD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8"/>
                  </a:ext>
                </a:extLst>
              </a:tr>
              <a:tr h="512603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45020"/>
                  </a:ext>
                </a:extLst>
              </a:tr>
              <a:tr h="423447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04642"/>
                  </a:ext>
                </a:extLst>
              </a:tr>
              <a:tr h="349804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08824"/>
                  </a:ext>
                </a:extLst>
              </a:tr>
              <a:tr h="306846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30179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BCCF58B0-9776-8D5C-BFA9-735916F687A9}"/>
              </a:ext>
            </a:extLst>
          </p:cNvPr>
          <p:cNvGrpSpPr/>
          <p:nvPr/>
        </p:nvGrpSpPr>
        <p:grpSpPr>
          <a:xfrm>
            <a:off x="2011424" y="3399519"/>
            <a:ext cx="3228480" cy="1697400"/>
            <a:chOff x="2011424" y="3399519"/>
            <a:chExt cx="3228480" cy="16974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286F98E5-C59D-3908-4CB2-F93D211BF5FD}"/>
                    </a:ext>
                  </a:extLst>
                </p14:cNvPr>
                <p14:cNvContentPartPr/>
                <p14:nvPr/>
              </p14:nvContentPartPr>
              <p14:xfrm>
                <a:off x="2057504" y="3399519"/>
                <a:ext cx="784440" cy="95292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286F98E5-C59D-3908-4CB2-F93D211BF5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8864" y="3390879"/>
                  <a:ext cx="802080" cy="9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3920F20C-6A72-6A74-0583-2F130760C4E1}"/>
                    </a:ext>
                  </a:extLst>
                </p14:cNvPr>
                <p14:cNvContentPartPr/>
                <p14:nvPr/>
              </p14:nvContentPartPr>
              <p14:xfrm>
                <a:off x="4455104" y="3417519"/>
                <a:ext cx="765720" cy="10382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3920F20C-6A72-6A74-0583-2F130760C4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6104" y="3408879"/>
                  <a:ext cx="783360" cy="10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E26633F9-E6C8-2864-0C0D-C59D662A9498}"/>
                    </a:ext>
                  </a:extLst>
                </p14:cNvPr>
                <p14:cNvContentPartPr/>
                <p14:nvPr/>
              </p14:nvContentPartPr>
              <p14:xfrm>
                <a:off x="3638984" y="3891279"/>
                <a:ext cx="1547640" cy="54612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E26633F9-E6C8-2864-0C0D-C59D662A94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29984" y="3882639"/>
                  <a:ext cx="15652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ADA7FD0-8BED-D0C0-D9BE-5928DFC42114}"/>
                    </a:ext>
                  </a:extLst>
                </p14:cNvPr>
                <p14:cNvContentPartPr/>
                <p14:nvPr/>
              </p14:nvContentPartPr>
              <p14:xfrm>
                <a:off x="2011424" y="4773999"/>
                <a:ext cx="3228480" cy="3229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ADA7FD0-8BED-D0C0-D9BE-5928DFC421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2784" y="4764999"/>
                  <a:ext cx="3246120" cy="34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FFD3BC8-24AC-2B79-A563-5CA50C1586B8}"/>
                  </a:ext>
                </a:extLst>
              </p14:cNvPr>
              <p14:cNvContentPartPr/>
              <p14:nvPr/>
            </p14:nvContentPartPr>
            <p14:xfrm>
              <a:off x="6854144" y="4718919"/>
              <a:ext cx="1645920" cy="4791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FFD3BC8-24AC-2B79-A563-5CA50C1586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45504" y="4710279"/>
                <a:ext cx="1663560" cy="49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ECD25E52-BB89-B2B1-4C7A-2845DB820D0B}"/>
              </a:ext>
            </a:extLst>
          </p:cNvPr>
          <p:cNvGrpSpPr/>
          <p:nvPr/>
        </p:nvGrpSpPr>
        <p:grpSpPr>
          <a:xfrm>
            <a:off x="6854144" y="3399519"/>
            <a:ext cx="3248640" cy="1778400"/>
            <a:chOff x="6818864" y="3358119"/>
            <a:chExt cx="3248640" cy="17784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B3BDC4C9-0750-8694-C395-8620A59BD2BF}"/>
                    </a:ext>
                  </a:extLst>
                </p14:cNvPr>
                <p14:cNvContentPartPr/>
                <p14:nvPr/>
              </p14:nvContentPartPr>
              <p14:xfrm>
                <a:off x="9100544" y="3411399"/>
                <a:ext cx="966960" cy="8258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B3BDC4C9-0750-8694-C395-8620A59BD2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91904" y="3402759"/>
                  <a:ext cx="98460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3C6333BD-689D-698C-006A-43646F858779}"/>
                    </a:ext>
                  </a:extLst>
                </p14:cNvPr>
                <p14:cNvContentPartPr/>
                <p14:nvPr/>
              </p14:nvContentPartPr>
              <p14:xfrm>
                <a:off x="6818864" y="3429759"/>
                <a:ext cx="773280" cy="9889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3C6333BD-689D-698C-006A-43646F8587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10224" y="3421119"/>
                  <a:ext cx="790920" cy="10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066A928C-B10F-39E5-FCCB-04542A29AD91}"/>
                    </a:ext>
                  </a:extLst>
                </p14:cNvPr>
                <p14:cNvContentPartPr/>
                <p14:nvPr/>
              </p14:nvContentPartPr>
              <p14:xfrm>
                <a:off x="8431664" y="4675719"/>
                <a:ext cx="797040" cy="46080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066A928C-B10F-39E5-FCCB-04542A29AD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22664" y="4667079"/>
                  <a:ext cx="8146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7DB72E36-ADB7-1E74-6F0A-A4C0E3B2C131}"/>
                    </a:ext>
                  </a:extLst>
                </p14:cNvPr>
                <p14:cNvContentPartPr/>
                <p14:nvPr/>
              </p14:nvContentPartPr>
              <p14:xfrm>
                <a:off x="8462624" y="3358119"/>
                <a:ext cx="681480" cy="49644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7DB72E36-ADB7-1E74-6F0A-A4C0E3B2C1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53984" y="3349119"/>
                  <a:ext cx="699120" cy="51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E02AC209-2DE5-FCF7-2E35-19EE75FE6649}"/>
                  </a:ext>
                </a:extLst>
              </p14:cNvPr>
              <p14:cNvContentPartPr/>
              <p14:nvPr/>
            </p14:nvContentPartPr>
            <p14:xfrm>
              <a:off x="8314756" y="3503559"/>
              <a:ext cx="1645920" cy="101340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E02AC209-2DE5-FCF7-2E35-19EE75FE66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06116" y="3494919"/>
                <a:ext cx="1663560" cy="10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414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1104</Words>
  <Application>Microsoft Office PowerPoint</Application>
  <PresentationFormat>宽屏</PresentationFormat>
  <Paragraphs>222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2.2 用逻辑代数的公理、定理和规则证明下列表达式</vt:lpstr>
      <vt:lpstr>2.3 用真值表验证下列表达式</vt:lpstr>
      <vt:lpstr>2.4 利用反演规则和对偶规则求下列函数的反函数和对偶函数</vt:lpstr>
      <vt:lpstr>2.5 判断下列逻辑命题正误，并说明理由</vt:lpstr>
      <vt:lpstr>2.6 用代数化简法求下列逻辑函数的最简与-或表达式</vt:lpstr>
      <vt:lpstr>2.7 将下列逻辑函数表示成“最小项之和”及“最大项之积”的简写形式</vt:lpstr>
      <vt:lpstr>2.8 用卡诺图化简法求出下列逻辑函数的最简与-或表达式和最简或-与表达式</vt:lpstr>
      <vt:lpstr>2.8</vt:lpstr>
      <vt:lpstr>2.9 用卡诺图判断函数F和G之间的关系</vt:lpstr>
      <vt:lpstr>2.9 </vt:lpstr>
      <vt:lpstr>2.10 某函数的卡诺图如图2.1所示，请回答如下问题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7</cp:revision>
  <dcterms:created xsi:type="dcterms:W3CDTF">2024-09-15T11:48:19Z</dcterms:created>
  <dcterms:modified xsi:type="dcterms:W3CDTF">2024-09-17T02:52:13Z</dcterms:modified>
</cp:coreProperties>
</file>