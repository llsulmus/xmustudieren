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7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A9EC4-5ED0-8838-4032-907420C99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CEF445-6C0A-16BB-38BF-86ADBADA8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B3972-4C40-A75D-0C5D-2495494D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8509D0-230D-44E7-9B34-8B399BFE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139F7-3464-4FEF-8E90-B67261B4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7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FAD0F-4729-78A5-EE40-267E2982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F27522-8487-12E8-EA26-8E370947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5E05A2-E18D-607D-9D4A-A040D3A9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CE44F-4881-CE6E-5F93-111CF371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11024-FD38-522E-A82A-CE0CB5D8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13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E4E53-7E69-DE3D-B351-EBB640C5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FCF3DC-D052-A26B-AB85-2C48D1BD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5DBD9-FFEF-C6CD-1A14-6BF79469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30A07-0416-12BB-61B3-E6BF230A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26E73-ED0D-A88D-D8B4-08B51B769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12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6FCCD-D33B-5D38-F973-48D4F41F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DED3B5-E510-642E-8A93-B5CB69BA2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8FEC98-126B-DE7D-1260-40E5A40F7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968200-1DE4-E5B2-9CF1-22B44D5C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D011D-CE9B-DEE6-15CA-9568FC50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E0F0F7-E68C-1030-17A0-BE5BC9AE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59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02D8A-E148-DDB8-E25B-CDEC4DDB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EB89CF-ED26-96DC-A332-CAF23160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267B83-D46B-5F60-32D9-9D38F9A5E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870DE5-E4DA-FCB3-982E-B52BF8E92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2DA9F4-49FD-B2F0-FDD1-3C0652D8D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EAA66-DCC6-7120-2B8A-23DE1AAD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8362E7-D70F-B3E3-D7B5-F55951CB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EE5F65-72A9-A200-0360-61160FB6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66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2E421-6FFD-EC4F-22FA-C5CC0E7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51C1F2-5ECE-A66D-2575-B43E479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CFB4E9-F42C-F373-D768-25E5236E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430DB-FD3E-970F-8E81-AB9B8648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94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254910-68BF-9DD4-4F4A-EFDC2A59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CBCCAC-64D2-492B-2AA2-A90D8A22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0DF2B5-E12C-C782-A649-823657B6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79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547F7-AFBC-868D-E7C5-E73558F4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8E94B7-A564-938C-95A2-91ABF84B2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88843C-521C-E426-0CC5-95BECBD59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8096BD-5DD2-5E62-0CA8-94D90806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9B5D25-6C5D-F7AE-C1B2-CDBC20BA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5F2D03-C450-06AB-CD63-6060933C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58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DCBCC-623B-8CCA-6FC7-DDF9CA45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374756-3FA1-C058-2FA8-7FC37FF96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B13D01-54F0-BBA5-F90A-C0CA3B6DA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05A2BB-7CE6-6193-70F6-281AF314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8D138F-0AFA-C117-71CF-DCDB042E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7C275E-FF10-65EF-B0AC-7C22FB44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33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74368-EBC6-456D-534D-5FD775B8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BE31A6-58DF-75EB-CDCE-82D8380E9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3E573-42A9-EC09-EEDD-553C8AFB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43CAD-3F68-DCFF-8C4B-7EDB435F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959EF-F2E3-9A54-D5C0-55DB8FC7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5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6650F2-CEDA-1C60-BCF5-DA6CC2E26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56B6E0-7B00-AAB3-19D7-80AF193E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66CFD-814B-F2F6-DBB1-E46E52B0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96961-8252-3A89-63BF-94D6E3C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B73D8-387C-A3DB-4591-147887FF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07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1C9227-A722-1B68-6267-A708C58A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FA6332-3148-CA3A-EDEF-B3D38D824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2A0F9B-1EDF-84C3-F731-F5DAC977F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95E2D-B558-4942-8681-36FBB2AB10DD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166705-A81B-3025-F756-BF2F93D59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3C403-10E0-5271-9C78-20B9A6A1E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B4547-90C3-44D6-AEEC-FA9068291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02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224DE-603F-30A1-9512-8BF5BD31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395F9F-2049-A10B-6BC2-8895E5CA6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70" y="158446"/>
            <a:ext cx="3577225" cy="389889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5E00FF6-9F89-4E10-6F9C-098BDEAE2FDB}"/>
              </a:ext>
            </a:extLst>
          </p:cNvPr>
          <p:cNvSpPr txBox="1"/>
          <p:nvPr/>
        </p:nvSpPr>
        <p:spPr>
          <a:xfrm>
            <a:off x="432148" y="4271375"/>
            <a:ext cx="831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023FCF-F7B4-2332-EEAA-CF86461F1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795" y="158446"/>
            <a:ext cx="3778569" cy="637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85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1AFD3-E865-0125-8B94-9DBEC333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84D48A2-0E42-323F-3D70-518BEBE8A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97" y="283707"/>
            <a:ext cx="6663637" cy="238199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A5F6EB-1D98-12F8-359B-527AFD67CB8C}"/>
              </a:ext>
            </a:extLst>
          </p:cNvPr>
          <p:cNvSpPr txBox="1"/>
          <p:nvPr/>
        </p:nvSpPr>
        <p:spPr>
          <a:xfrm>
            <a:off x="494778" y="2956142"/>
            <a:ext cx="9738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AE1B2F-290E-1348-A57E-073B0E48D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35" y="2786026"/>
            <a:ext cx="8342334" cy="378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0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4B88F-04E5-3AA4-1960-5379C26B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78BFC3-FC55-6AC1-3202-3BE80F0BA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7033"/>
            <a:ext cx="7855354" cy="901746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97D6AD-8128-812F-37FB-12793850FF8D}"/>
              </a:ext>
            </a:extLst>
          </p:cNvPr>
          <p:cNvSpPr txBox="1"/>
          <p:nvPr/>
        </p:nvSpPr>
        <p:spPr>
          <a:xfrm>
            <a:off x="939452" y="2110636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212437-A038-2D05-4EDE-50B9893D6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101" y="1619143"/>
            <a:ext cx="7803055" cy="495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8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C289-15DC-94FB-DC24-72519F99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AD989-6C16-65CB-89E8-DBFAD39E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D0BDDAC-578D-EC9D-D382-6DD0D8D96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7033"/>
            <a:ext cx="7855354" cy="901746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213195-B288-80CB-1631-D4690A482C57}"/>
              </a:ext>
            </a:extLst>
          </p:cNvPr>
          <p:cNvSpPr txBox="1"/>
          <p:nvPr/>
        </p:nvSpPr>
        <p:spPr>
          <a:xfrm>
            <a:off x="939452" y="2110636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CF253B-9A3E-B5F9-99D8-71BD18CCD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773" y="1966401"/>
            <a:ext cx="6355022" cy="40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7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1C474-EC4B-4561-B96B-D1BC2EED5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DA6172-A6AC-9AE5-0EDC-C2C064467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10" y="540489"/>
            <a:ext cx="7912507" cy="806491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EA459E7-E432-3AB7-D86B-37A535218F01}"/>
              </a:ext>
            </a:extLst>
          </p:cNvPr>
          <p:cNvSpPr txBox="1"/>
          <p:nvPr/>
        </p:nvSpPr>
        <p:spPr>
          <a:xfrm>
            <a:off x="838200" y="218579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0C232F-1A8C-1EB5-46A5-11E39E029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714" y="1272478"/>
            <a:ext cx="6530785" cy="53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4B7A-FB4F-EA2B-39D1-C273B03A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A9C23-D2D8-835F-C9D5-25704E65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99F8D4-DFA9-ABD0-70D8-1894B4BB1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10" y="540489"/>
            <a:ext cx="7912507" cy="806491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AF99D22-D7A8-44C8-93FF-93D2C9DFEB88}"/>
              </a:ext>
            </a:extLst>
          </p:cNvPr>
          <p:cNvSpPr txBox="1"/>
          <p:nvPr/>
        </p:nvSpPr>
        <p:spPr>
          <a:xfrm>
            <a:off x="838200" y="218579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1B5EF6-6B49-0CFE-63F5-B0076F50E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523" y="1690688"/>
            <a:ext cx="8598342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3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157E2-9D3A-5196-E4E2-F9940F82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8B3F90-415D-E31C-1597-B08C31922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92" y="278494"/>
            <a:ext cx="7121680" cy="330187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05D5E4-56BB-7BC4-BFA2-5F67740B0A9E}"/>
              </a:ext>
            </a:extLst>
          </p:cNvPr>
          <p:cNvSpPr txBox="1"/>
          <p:nvPr/>
        </p:nvSpPr>
        <p:spPr>
          <a:xfrm>
            <a:off x="838200" y="374528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14FEEE-0B1F-BECD-8460-EEF6B47B0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80485"/>
            <a:ext cx="4124195" cy="549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1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BA106-53F6-DD27-8718-14750E9AA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586CCCE-FF43-4F4E-3835-19879386C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1153"/>
            <a:ext cx="7948808" cy="1705563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83B5AB7-F13F-C8F3-A2FA-11EC62D34285}"/>
              </a:ext>
            </a:extLst>
          </p:cNvPr>
          <p:cNvSpPr txBox="1"/>
          <p:nvPr/>
        </p:nvSpPr>
        <p:spPr>
          <a:xfrm>
            <a:off x="838200" y="2567836"/>
            <a:ext cx="1080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200BA4-9AC3-BE11-36A4-B73EE44B7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465" y="2175780"/>
            <a:ext cx="4980538" cy="40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50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32A22-9130-0779-5CA8-758042F5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CDEB868-EFBF-CB3B-55C1-BF303799B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43" y="180455"/>
            <a:ext cx="4976504" cy="271234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E294C0-C978-F77B-F35A-4C56D617E3FC}"/>
              </a:ext>
            </a:extLst>
          </p:cNvPr>
          <p:cNvSpPr txBox="1"/>
          <p:nvPr/>
        </p:nvSpPr>
        <p:spPr>
          <a:xfrm>
            <a:off x="1070975" y="3025036"/>
            <a:ext cx="1028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6A64D5-2021-0DA5-951A-98D2047E5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208" y="3025036"/>
            <a:ext cx="4989534" cy="374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1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56A9B-E529-EBB9-F59B-AFEA6907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B06D7A8-5DB9-DDC6-C88E-B0A8C753A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4496"/>
            <a:ext cx="8198271" cy="1016052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034698-62EE-3351-566B-B0818BD447F5}"/>
              </a:ext>
            </a:extLst>
          </p:cNvPr>
          <p:cNvSpPr txBox="1"/>
          <p:nvPr/>
        </p:nvSpPr>
        <p:spPr>
          <a:xfrm>
            <a:off x="838200" y="2179529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5E61EF-3F17-7617-6D31-E7142B25B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526" y="1858385"/>
            <a:ext cx="6121052" cy="459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9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B0793-4A20-ADFA-7F85-3AFE59CE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66123" cy="68079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6.15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7768A7E-0634-F4C4-30EE-55E74F334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62" y="1126055"/>
            <a:ext cx="9665197" cy="4419827"/>
          </a:xfrm>
        </p:spPr>
      </p:pic>
    </p:spTree>
    <p:extLst>
      <p:ext uri="{BB962C8B-B14F-4D97-AF65-F5344CB8AC3E}">
        <p14:creationId xmlns:p14="http://schemas.microsoft.com/office/powerpoint/2010/main" val="1974170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21</Words>
  <Application>Microsoft Office PowerPoint</Application>
  <PresentationFormat>宽屏</PresentationFormat>
  <Paragraphs>11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5</cp:revision>
  <dcterms:created xsi:type="dcterms:W3CDTF">2024-11-11T07:02:14Z</dcterms:created>
  <dcterms:modified xsi:type="dcterms:W3CDTF">2024-11-17T09:52:56Z</dcterms:modified>
</cp:coreProperties>
</file>