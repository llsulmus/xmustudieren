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notesSlides/notesSlide16.xml" ContentType="application/vnd.openxmlformats-officedocument.presentationml.notesSlide+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notesSlides/notesSlide17.xml" ContentType="application/vnd.openxmlformats-officedocument.presentationml.notesSlide+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theme/themeOverride1.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bookmarkIdSeed="2">
  <p:sldMasterIdLst>
    <p:sldMasterId id="2147483648" r:id="rId1"/>
    <p:sldMasterId id="2147483679" r:id="rId2"/>
  </p:sldMasterIdLst>
  <p:notesMasterIdLst>
    <p:notesMasterId r:id="rId54"/>
  </p:notesMasterIdLst>
  <p:handoutMasterIdLst>
    <p:handoutMasterId r:id="rId55"/>
  </p:handoutMasterIdLst>
  <p:sldIdLst>
    <p:sldId id="695" r:id="rId3"/>
    <p:sldId id="2168" r:id="rId4"/>
    <p:sldId id="1722" r:id="rId5"/>
    <p:sldId id="2169" r:id="rId6"/>
    <p:sldId id="1775" r:id="rId7"/>
    <p:sldId id="1919" r:id="rId8"/>
    <p:sldId id="1921" r:id="rId9"/>
    <p:sldId id="1920" r:id="rId10"/>
    <p:sldId id="1858" r:id="rId11"/>
    <p:sldId id="1859" r:id="rId12"/>
    <p:sldId id="1860" r:id="rId13"/>
    <p:sldId id="1861" r:id="rId14"/>
    <p:sldId id="1862" r:id="rId15"/>
    <p:sldId id="1863" r:id="rId16"/>
    <p:sldId id="1864" r:id="rId17"/>
    <p:sldId id="1865" r:id="rId18"/>
    <p:sldId id="1866" r:id="rId19"/>
    <p:sldId id="1867" r:id="rId20"/>
    <p:sldId id="1868" r:id="rId21"/>
    <p:sldId id="1869" r:id="rId22"/>
    <p:sldId id="1870" r:id="rId23"/>
    <p:sldId id="1871" r:id="rId24"/>
    <p:sldId id="1872" r:id="rId25"/>
    <p:sldId id="1873" r:id="rId26"/>
    <p:sldId id="1875" r:id="rId27"/>
    <p:sldId id="1874" r:id="rId28"/>
    <p:sldId id="1876" r:id="rId29"/>
    <p:sldId id="1877" r:id="rId30"/>
    <p:sldId id="1878" r:id="rId31"/>
    <p:sldId id="1879" r:id="rId32"/>
    <p:sldId id="1880" r:id="rId33"/>
    <p:sldId id="1881" r:id="rId34"/>
    <p:sldId id="1882" r:id="rId35"/>
    <p:sldId id="1883" r:id="rId36"/>
    <p:sldId id="1884" r:id="rId37"/>
    <p:sldId id="1885" r:id="rId38"/>
    <p:sldId id="1887" r:id="rId39"/>
    <p:sldId id="1895" r:id="rId40"/>
    <p:sldId id="1897" r:id="rId41"/>
    <p:sldId id="1899" r:id="rId42"/>
    <p:sldId id="1900" r:id="rId43"/>
    <p:sldId id="1901" r:id="rId44"/>
    <p:sldId id="1902" r:id="rId45"/>
    <p:sldId id="1903" r:id="rId46"/>
    <p:sldId id="1905" r:id="rId47"/>
    <p:sldId id="1907" r:id="rId48"/>
    <p:sldId id="1909" r:id="rId49"/>
    <p:sldId id="1911" r:id="rId50"/>
    <p:sldId id="1913" r:id="rId51"/>
    <p:sldId id="1915" r:id="rId52"/>
    <p:sldId id="726" r:id="rId53"/>
  </p:sldIdLst>
  <p:sldSz cx="12192000" cy="6858000"/>
  <p:notesSz cx="6797675" cy="9928225"/>
  <p:defaultTextStyle>
    <a:defPPr>
      <a:defRPr lang="en-US"/>
    </a:defPPr>
    <a:lvl1pPr algn="l" rtl="0" eaLnBrk="0" fontAlgn="base" hangingPunct="0">
      <a:spcBef>
        <a:spcPct val="0"/>
      </a:spcBef>
      <a:spcAft>
        <a:spcPct val="0"/>
      </a:spcAft>
      <a:defRPr sz="2400" kern="1200">
        <a:solidFill>
          <a:schemeClr val="tx1"/>
        </a:solidFill>
        <a:latin typeface="Times" charset="0"/>
        <a:ea typeface="Geneva" charset="0"/>
        <a:cs typeface="+mn-cs"/>
      </a:defRPr>
    </a:lvl1pPr>
    <a:lvl2pPr marL="457167" algn="l" rtl="0" eaLnBrk="0" fontAlgn="base" hangingPunct="0">
      <a:spcBef>
        <a:spcPct val="0"/>
      </a:spcBef>
      <a:spcAft>
        <a:spcPct val="0"/>
      </a:spcAft>
      <a:defRPr sz="2400" kern="1200">
        <a:solidFill>
          <a:schemeClr val="tx1"/>
        </a:solidFill>
        <a:latin typeface="Times" charset="0"/>
        <a:ea typeface="Geneva" charset="0"/>
        <a:cs typeface="+mn-cs"/>
      </a:defRPr>
    </a:lvl2pPr>
    <a:lvl3pPr marL="914332" algn="l" rtl="0" eaLnBrk="0" fontAlgn="base" hangingPunct="0">
      <a:spcBef>
        <a:spcPct val="0"/>
      </a:spcBef>
      <a:spcAft>
        <a:spcPct val="0"/>
      </a:spcAft>
      <a:defRPr sz="2400" kern="1200">
        <a:solidFill>
          <a:schemeClr val="tx1"/>
        </a:solidFill>
        <a:latin typeface="Times" charset="0"/>
        <a:ea typeface="Geneva" charset="0"/>
        <a:cs typeface="+mn-cs"/>
      </a:defRPr>
    </a:lvl3pPr>
    <a:lvl4pPr marL="1371498" algn="l" rtl="0" eaLnBrk="0" fontAlgn="base" hangingPunct="0">
      <a:spcBef>
        <a:spcPct val="0"/>
      </a:spcBef>
      <a:spcAft>
        <a:spcPct val="0"/>
      </a:spcAft>
      <a:defRPr sz="2400" kern="1200">
        <a:solidFill>
          <a:schemeClr val="tx1"/>
        </a:solidFill>
        <a:latin typeface="Times" charset="0"/>
        <a:ea typeface="Geneva" charset="0"/>
        <a:cs typeface="+mn-cs"/>
      </a:defRPr>
    </a:lvl4pPr>
    <a:lvl5pPr marL="1828664" algn="l" rtl="0" eaLnBrk="0" fontAlgn="base" hangingPunct="0">
      <a:spcBef>
        <a:spcPct val="0"/>
      </a:spcBef>
      <a:spcAft>
        <a:spcPct val="0"/>
      </a:spcAft>
      <a:defRPr sz="2400" kern="1200">
        <a:solidFill>
          <a:schemeClr val="tx1"/>
        </a:solidFill>
        <a:latin typeface="Times" charset="0"/>
        <a:ea typeface="Geneva" charset="0"/>
        <a:cs typeface="+mn-cs"/>
      </a:defRPr>
    </a:lvl5pPr>
    <a:lvl6pPr marL="2285830" algn="l" defTabSz="914332" rtl="0" eaLnBrk="1" latinLnBrk="0" hangingPunct="1">
      <a:defRPr sz="2400" kern="1200">
        <a:solidFill>
          <a:schemeClr val="tx1"/>
        </a:solidFill>
        <a:latin typeface="Times" charset="0"/>
        <a:ea typeface="Geneva" charset="0"/>
        <a:cs typeface="+mn-cs"/>
      </a:defRPr>
    </a:lvl6pPr>
    <a:lvl7pPr marL="2742994" algn="l" defTabSz="914332" rtl="0" eaLnBrk="1" latinLnBrk="0" hangingPunct="1">
      <a:defRPr sz="2400" kern="1200">
        <a:solidFill>
          <a:schemeClr val="tx1"/>
        </a:solidFill>
        <a:latin typeface="Times" charset="0"/>
        <a:ea typeface="Geneva" charset="0"/>
        <a:cs typeface="+mn-cs"/>
      </a:defRPr>
    </a:lvl7pPr>
    <a:lvl8pPr marL="3200160" algn="l" defTabSz="914332" rtl="0" eaLnBrk="1" latinLnBrk="0" hangingPunct="1">
      <a:defRPr sz="2400" kern="1200">
        <a:solidFill>
          <a:schemeClr val="tx1"/>
        </a:solidFill>
        <a:latin typeface="Times" charset="0"/>
        <a:ea typeface="Geneva" charset="0"/>
        <a:cs typeface="+mn-cs"/>
      </a:defRPr>
    </a:lvl8pPr>
    <a:lvl9pPr marL="3657327" algn="l" defTabSz="914332" rtl="0" eaLnBrk="1" latinLnBrk="0" hangingPunct="1">
      <a:defRPr sz="2400" kern="1200">
        <a:solidFill>
          <a:schemeClr val="tx1"/>
        </a:solidFill>
        <a:latin typeface="Times" charset="0"/>
        <a:ea typeface="Geneva" charset="0"/>
        <a:cs typeface="+mn-cs"/>
      </a:defRPr>
    </a:lvl9pPr>
  </p:defaultTextStyle>
  <p:extLst>
    <p:ext uri="{EFAFB233-063F-42B5-8137-9DF3F51BA10A}">
      <p15:sldGuideLst xmlns:p15="http://schemas.microsoft.com/office/powerpoint/2012/main">
        <p15:guide id="2" orient="horz" pos="4111" userDrawn="1">
          <p15:clr>
            <a:srgbClr val="A4A3A4"/>
          </p15:clr>
        </p15:guide>
        <p15:guide id="3" pos="801" userDrawn="1">
          <p15:clr>
            <a:srgbClr val="A4A3A4"/>
          </p15:clr>
        </p15:guide>
        <p15:guide id="4" pos="7296" userDrawn="1">
          <p15:clr>
            <a:srgbClr val="A4A3A4"/>
          </p15:clr>
        </p15:guide>
        <p15:guide id="5"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4A7A"/>
    <a:srgbClr val="004D8D"/>
    <a:srgbClr val="99CCFF"/>
    <a:srgbClr val="2D2D8A"/>
    <a:srgbClr val="34AEA8"/>
    <a:srgbClr val="2E81B4"/>
    <a:srgbClr val="A61D38"/>
    <a:srgbClr val="0087E2"/>
    <a:srgbClr val="0099FF"/>
    <a:srgbClr val="FA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78576" autoAdjust="0"/>
  </p:normalViewPr>
  <p:slideViewPr>
    <p:cSldViewPr>
      <p:cViewPr varScale="1">
        <p:scale>
          <a:sx n="82" d="100"/>
          <a:sy n="82" d="100"/>
        </p:scale>
        <p:origin x="537" y="45"/>
      </p:cViewPr>
      <p:guideLst>
        <p:guide orient="horz" pos="4111"/>
        <p:guide pos="801"/>
        <p:guide pos="7296"/>
        <p:guide pos="3840"/>
      </p:guideLst>
    </p:cSldViewPr>
  </p:slideViewPr>
  <p:outlineViewPr>
    <p:cViewPr>
      <p:scale>
        <a:sx n="33" d="100"/>
        <a:sy n="33" d="100"/>
      </p:scale>
      <p:origin x="0" y="1758"/>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0" d="100"/>
          <a:sy n="50" d="100"/>
        </p:scale>
        <p:origin x="2628"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E298B3FB-E04F-41A6-BA05-7A32EB186443}" type="datetimeFigureOut">
              <a:rPr lang="zh-CN" altLang="en-US" smtClean="0"/>
              <a:pPr/>
              <a:t>2026/4/9</a:t>
            </a:fld>
            <a:endParaRPr lang="zh-CN" altLang="en-US"/>
          </a:p>
        </p:txBody>
      </p:sp>
      <p:sp>
        <p:nvSpPr>
          <p:cNvPr id="4" name="Footer Placeholder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20E306DD-D67D-4B9E-B1AA-43B67BE60182}" type="slidenum">
              <a:rPr lang="zh-CN" altLang="en-US" smtClean="0"/>
              <a:pPr/>
              <a:t>‹#›</a:t>
            </a:fld>
            <a:endParaRPr lang="zh-CN" altLang="en-US"/>
          </a:p>
        </p:txBody>
      </p:sp>
    </p:spTree>
    <p:extLst>
      <p:ext uri="{BB962C8B-B14F-4D97-AF65-F5344CB8AC3E}">
        <p14:creationId xmlns:p14="http://schemas.microsoft.com/office/powerpoint/2010/main" val="47224193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41.646"/>
    </inkml:context>
    <inkml:brush xml:id="br0">
      <inkml:brushProperty name="width" value="0.05" units="cm"/>
      <inkml:brushProperty name="height" value="0.05" units="cm"/>
    </inkml:brush>
  </inkml:definitions>
  <inkml:trace contextRef="#ctx0" brushRef="#br0">11 0 17711 0 0,'0'0'915'0'0,"-6"11"-2354"0"0,5-4 1396 0 0,-1-1-1 0 0,1 1 1 0 0,1-1-1 0 0,-1 1 1 0 0,1 0-1 0 0,1-1 1 0 0,-1 1-1 0 0,2 7 1 0 0,1 21 46 0 0,-1 7-3 0 0,0-26 0 0 0,-2 25 0 0 0,-9 322 328 0 0,15-223-244 0 0,4-59-12 0 0,-6-58-25 0 0,-2-18-41 0 0,-1 0 1 0 0,0 0-1 0 0,0 10 0 0 0,0-3-41 0 0,0-1 0 0 0,1 0 0 0 0,4 17 0 0 0,-3-16-227 0 0,0-1 0 0 0,-1 1 0 0 0,1 17 1 0 0,-2 6-1141 0 0,7 37 0 0 0,-8-70 1416 0 0,1 0 0 0 0,-1 0-1 0 0,0 0 1 0 0,1 0 0 0 0,-1 0 0 0 0,1 0 0 0 0,0 0 0 0 0,0 0 0 0 0,0 0 0 0 0,0-1 0 0 0,0 1 0 0 0,0 0 0 0 0,0-1 0 0 0,1 1 0 0 0,-1-1 0 0 0,0 1 0 0 0,1-1 0 0 0,-1 0 0 0 0,1 1 0 0 0,0-1 0 0 0,2 1 0 0 0,1 1 157 0 0,1-1 1 0 0,0-1-1 0 0,0 1 1 0 0,0-1-1 0 0,10 1 0 0 0,-9-1-137 0 0,0 0 101 0 0,0-1 1 0 0,1 0-1 0 0,-1-1 0 0 0,10-1 1 0 0,8 0 206 0 0,454-52 383 0 0,-329 32-715 0 0,-79 13-10 0 0,156-7 0 0 0,-99 10 0 0 0,16-3 5 0 0,107-9 366 0 0,52-4 245 0 0,62-20 24 0 0,-77 7-436 0 0,0 0-111 0 0,55-6-38 0 0,783-67 852 0 0,-1054 101-857 0 0,111-13 345 0 0,259-23-762 0 0,-343 36 422 0 0,142-6-33 0 0,-24 2 369 0 0,122-11-274 0 0,25-13 105 0 0,-111 27-206 0 0,-51 3 659 0 0,-141 4-312 0 0,135 6 549 0 0,-183-5-852 0 0,0 0 0 0 0,17-2 0 0 0,12 0 2 0 0,57 2 77 0 0,-98 0-320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42.500"/>
    </inkml:context>
    <inkml:brush xml:id="br0">
      <inkml:brushProperty name="width" value="0.05" units="cm"/>
      <inkml:brushProperty name="height" value="0.05" units="cm"/>
    </inkml:brush>
  </inkml:definitions>
  <inkml:trace contextRef="#ctx0" brushRef="#br0">0 339 11200 0 0,'140'10'1303'0'0,"-99"-5"-936"0"0,0-2-1 0 0,64-2 0 0 0,254-20 1888 0 0,-17 2-1724 0 0,0-19-404 0 0,48-5 73 0 0,-123 18-78 0 0,117-9-60 0 0,-290 26-42 0 0,596-23 340 0 0,-347 21 31 0 0,-140 2-133 0 0,221-10-209 0 0,-194 6 89 0 0,391-26-9 0 0,-245 25-12 0 0,-90 4-28 0 0,-34 1-8 0 0,22-1 72 0 0,-199 3-81 0 0,133-11 150 0 0,43-11 381 0 0,-229 24-393 0 0,0 2 1 0 0,0 0 0 0 0,35 5-1 0 0,-36-5-7 0 0,-19-1-174 0 0,0 1 1 0 0,1 0-1 0 0,-1 0 0 0 0,0 0 0 0 0,0 0 1 0 0,1 0-1 0 0,-1 0 0 0 0,4 1 0 0 0,9 3 578 0 0,-14-3-188 0 0,-1 0-284 0 0,0 7-108 0 0,1 15-24 0 0,-1-19 7 0 0,0-1 1 0 0,0 1 0 0 0,0 0 0 0 0,0 0-1 0 0,-1-1 1 0 0,0 1 0 0 0,1 0 0 0 0,-1-1-1 0 0,-2 5 1 0 0,1-2 26 0 0,1 0 0 0 0,0 0 0 0 0,0 0 0 0 0,0 11-1 0 0,-3 13 87 0 0,-8 55 228 0 0,4-21-124 0 0,5-39 87 0 0,0 49-1 0 0,3-47-23 0 0,-5 41 0 0 0,-8 56 77 0 0,-4 26-259 0 0,12-120-175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49.342"/>
    </inkml:context>
    <inkml:brush xml:id="br0">
      <inkml:brushProperty name="width" value="0.05" units="cm"/>
      <inkml:brushProperty name="height" value="0.05" units="cm"/>
    </inkml:brush>
  </inkml:definitions>
  <inkml:trace contextRef="#ctx0" brushRef="#br0">26 539 13104 0 0,'0'0'1566'0'0,"-5"-15"-1878"0"0,4 10 318 0 0,1-1-1 0 0,-1 0 0 0 0,0 1 1 0 0,-3-8-1 0 0,2 7 59 0 0,0 0 0 0 0,1 0 1 0 0,-1 0-1 0 0,1-9 0 0 0,-4-35 551 0 0,4 27-403 0 0,2 1-1 0 0,1 0 1 0 0,7-33 0 0 0,-7 48-212 0 0,1 0 0 0 0,0 0 0 0 0,1 0 0 0 0,-1 0 0 0 0,6-6 0 0 0,2-6 0 0 0,-4 9 0 0 0,0 0 0 0 0,1 0 0 0 0,0 1 0 0 0,1 0 0 0 0,15-13 0 0 0,10-10 0 0 0,-27 24 0 0 0,0 1 0 0 0,1 0 0 0 0,0 0 0 0 0,0 1 0 0 0,0 0 0 0 0,1 1 0 0 0,0-1 0 0 0,17-6 0 0 0,-7 5-13 0 0,0-1-51 0 0,1 1 0 0 0,28-6 1 0 0,-24 9 69 0 0,0 1 0 0 0,-1 1 1 0 0,1 1-1 0 0,0 2 0 0 0,0 0 1 0 0,0 1-1 0 0,26 6 0 0 0,-36-6-8 0 0,0 0-1 0 0,16-1 1 0 0,-21-2-51 0 0,-1 1 0 0 0,0 1 0 0 0,0-1 0 0 0,1 1 0 0 0,-1 1 0 0 0,0-1 0 0 0,0 2 0 0 0,0-1 0 0 0,0 1 0 0 0,8 4 0 0 0,-7-2 5 0 0,0 0 0 0 0,0 1 0 0 0,-1 0 0 0 0,0 1 0 0 0,0-1 0 0 0,-1 1 0 0 0,1 1 0 0 0,7 11 0 0 0,-13-17 50 0 0,-1 1 1 0 0,0-1 0 0 0,0 1 0 0 0,0 0 0 0 0,0 0-1 0 0,0-1 1 0 0,-1 1 0 0 0,1 0 0 0 0,-1 0-1 0 0,0 0 1 0 0,0 4 0 0 0,-3 33 35 0 0,2-37-37 0 0,-1 11 14 0 0,-2 0 1 0 0,0 0 0 0 0,0-1-1 0 0,-1 1 1 0 0,-1-1 0 0 0,0 0-1 0 0,-1-1 1 0 0,-14 21 0 0 0,0-5-66 0 0,-2-1 0 0 0,-35 34 1 0 0,38-43 162 0 0,-1 0 1 0 0,0-1-1 0 0,-30 18 1 0 0,39-28 92 0 0,0-1 0 0 0,0 0 1 0 0,-1-1-1 0 0,1 0 0 0 0,-1-1 0 0 0,0 0 1 0 0,-1-1-1 0 0,-19 2 0 0 0,23-4 72 0 0,-1-1-1 0 0,1-1 1 0 0,-1 0 0 0 0,1 0-1 0 0,0-1 1 0 0,0-1 0 0 0,0 1-1 0 0,0-2 1 0 0,-19-8-1 0 0,9 1-61 0 0,-1-1 0 0 0,2 0-1 0 0,-24-21 1 0 0,28 22-253 0 0,6 5-19 0 0,1-1 0 0 0,1 1 0 0 0,-8-9-1 0 0,-41-43-2132 0 0,35 36 1042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35.007"/>
    </inkml:context>
    <inkml:brush xml:id="br0">
      <inkml:brushProperty name="width" value="0.05" units="cm"/>
      <inkml:brushProperty name="height" value="0.05" units="cm"/>
    </inkml:brush>
  </inkml:definitions>
  <inkml:trace contextRef="#ctx0" brushRef="#br0">1 0 14952 0 0,'0'0'868'0'0,"1"2"-1287"0"0,4 2 381 0 0,0 1 0 0 0,-1 0 0 0 0,0 0 0 0 0,0 1 0 0 0,-1-1 0 0 0,1 1 0 0 0,-1 0 0 0 0,0-1 0 0 0,-1 1 0 0 0,4 12 0 0 0,1 8-4 0 0,5 35 0 0 0,-9-45 49 0 0,1 13 45 0 0,-1 38-1 0 0,-1-20-15 0 0,-1-13 8 0 0,-1 0 1 0 0,-6 37-1 0 0,-15 67 167 0 0,18-119-168 0 0,-2 5 211 0 0,2 0 1 0 0,0 29 0 0 0,8-22 455 0 0,-4-24-693 0 0,0 1 0 0 0,1-1-1 0 0,-1 0 1 0 0,1 1 0 0 0,4 6 0 0 0,-3-5-50 0 0,0 1 0 0 0,3 17-1 0 0,5 274 67 0 0,-11-296 106 0 0,10 1 96 0 0,19 15-214 0 0,-28-20-21 0 0,1 0 0 0 0,-1 0 0 0 0,1 0 0 0 0,-1-1 0 0 0,1 1 0 0 0,-1-1 0 0 0,1 1 0 0 0,-1-1 0 0 0,1 1 0 0 0,0-1 0 0 0,2 0 0 0 0,1 1 0 0 0,37 5 0 0 0,-33-4 51 0 0,1-1-1 0 0,-1 0 0 0 0,1 0 1 0 0,0 0-1 0 0,17-3 0 0 0,-2 1 128 0 0,61 0 94 0 0,69 2-48 0 0,329-9 134 0 0,-380 4-284 0 0,-20-1 174 0 0,90-16 0 0 0,185-19 43 0 0,-218 29-238 0 0,806-37 427 0 0,-599 47-469 0 0,-187 2 56 0 0,208 2 87 0 0,-167 3-203 0 0,-116-3 9 0 0,213 11-47 0 0,291-14 215 0 0,-375-5-117 0 0,314-14 122 0 0,-389 16-60 0 0,439 3 401 0 0,-343 9-367 0 0,194 0 39 0 0,-216-3 34 0 0,-3 1 280 0 0,-19-2 76 0 0,-60-5-681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36.031"/>
    </inkml:context>
    <inkml:brush xml:id="br0">
      <inkml:brushProperty name="width" value="0.05" units="cm"/>
      <inkml:brushProperty name="height" value="0.05" units="cm"/>
    </inkml:brush>
  </inkml:definitions>
  <inkml:trace contextRef="#ctx0" brushRef="#br0">26 248 14040 0 0,'-22'-3'300'0'0,"18"3"92"0"0,5 2-1178 0 0,2 5 663 0 0,0-1 1 0 0,0 0-1 0 0,1 0 0 0 0,0 0 0 0 0,0 0 1 0 0,1-1-1 0 0,0 1 0 0 0,-1-1 0 0 0,12 9 1 0 0,6 2 109 0 0,31 18 0 0 0,-28-19-78 0 0,-2-2 165 0 0,1-1 0 0 0,0-1 1 0 0,0-1-1 0 0,1-2 0 0 0,1 0 0 0 0,-1-2 0 0 0,1 0 0 0 0,31 2 0 0 0,1-4 885 0 0,70-5 0 0 0,58-12 309 0 0,33-2-244 0 0,311-29-145 0 0,-191 9-878 0 0,53-2 0 0 0,36-2 89 0 0,-427 38-90 0 0,857-39 53 0 0,-414 32-21 0 0,-153 2 54 0 0,248-10-56 0 0,-9 1 470 0 0,-272 1-291 0 0,187-4 80 0 0,-6 24 113 0 0,-357-4-422 0 0,408-18-241 0 0,9-57 750 0 0,-276 33-181 0 0,-131 23-227 0 0,38-6-28 0 0,-127 23-54 0 0,2-1 6 0 0,0 1 0 0 0,1-1 1 0 0,-1 1-1 0 0,0 0 0 0 0,1 1 0 0 0,-1-1 1 0 0,0 1-1 0 0,0 0 0 0 0,1 1 1 0 0,8 2-1 0 0,-12-3-94 0 0,4 6-394 0 0,-3 0 472 0 0,-2 3 11 0 0,-1-3 0 0 0,-1-1 0 0 0,0 0 0 0 0,0 1 0 0 0,-1-1 0 0 0,0 0 0 0 0,-4 9 0 0 0,-18 36 6 0 0,19-43-1 0 0,-36 74 51 0 0,-48 88-59 0 0,-21 41 78 0 0,83-152-28 0 0,-34 84 13 0 0,6 22 84 0 0,28-80-82 0 0,-22 82 46 0 0,9-36-25 0 0,30-91 31 0 0,-6 53 0 0 0,15-80-64 0 0,0 0 0 0 0,1 1 0 0 0,1-1 0 0 0,0 0 0 0 0,4 17 0 0 0,-1-17 240 0 0,-4-12-376 0 0,1-1-1 0 0,-1 0 1 0 0,0 1-1 0 0,1-1 1 0 0,-1 0-1 0 0,1 1 1 0 0,-1-1 0 0 0,1 0-1 0 0,-1 1 1 0 0,1-1-1 0 0,-1 0 1 0 0,1 0-1 0 0,-1 0 1 0 0,1 0-1 0 0,-1 1 1 0 0,1-1-1 0 0,-1 0 1 0 0,1 0-1 0 0,-1 0 1 0 0,1 0 0 0 0,0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39.396"/>
    </inkml:context>
    <inkml:brush xml:id="br0">
      <inkml:brushProperty name="width" value="0.05" units="cm"/>
      <inkml:brushProperty name="height" value="0.05" units="cm"/>
    </inkml:brush>
  </inkml:definitions>
  <inkml:trace contextRef="#ctx0" brushRef="#br0">95 755 9872 0 0,'-2'1'209'0'0,"1"0"-193"0"0,-1-1 0 0 0,1 1-1 0 0,0-1 1 0 0,-1 1 0 0 0,1-1 0 0 0,0 1-1 0 0,-1-1 1 0 0,1 0 0 0 0,-1 0 0 0 0,1 0-1 0 0,-1 0 1 0 0,-1 0 0 0 0,-17-1 26 0 0,-2 3-42 0 0,14 2 0 0 0,3 0 0 0 0,-10-1 1963 0 0,13-3-574 0 0,9 0-788 0 0,1 0-668 0 0,1-1 0 0 0,-1 0 0 0 0,0-1 0 0 0,11-3 0 0 0,11-3 81 0 0,168-33 582 0 0,74-13-88 0 0,132-25-308 0 0,-37 5-64 0 0,90-10-136 0 0,-230 39 12 0 0,126-20 328 0 0,-75 17-178 0 0,148-19 171 0 0,-173 31-125 0 0,35 0 128 0 0,314 1 0 0 0,-533 33-331 0 0,296-14 50 0 0,-130 2 13 0 0,5-1 12 0 0,-126 6 27 0 0,1 6 0 0 0,131 12-1 0 0,-49 4 214 0 0,-104-7-320 0 0,21 2 0 0 0,-7 4 0 0 0,-52-7 0 0 0,94-4 0 0 0,-74-2 0 0 0,81 5-2 0 0,-59 0 139 0 0,109-11 0 0 0,26-30 119 0 0,-161 24-245 0 0,-1 0 80 0 0,-48 10-51 0 0,42-12 0 0 0,-63 14-35 0 0,1 1 1 0 0,0-1-1 0 0,0 1 0 0 0,0-1 1 0 0,-1 1-1 0 0,1 0 0 0 0,0 0 1 0 0,2 0-1 0 0,24-2 347 0 0,-28 3-339 0 0,-1 0-1 0 0,0 1 1 0 0,1-1 0 0 0,-1 0 0 0 0,1 0 0 0 0,-1 1-1 0 0,1-1 1 0 0,-1 0 0 0 0,1 1 0 0 0,0-1 0 0 0,0 1 0 0 0,0-1-1 0 0,0 2 1 0 0,-1-1-6 0 0,-12 32-7 0 0,-56 223-324 0 0,18 6 164 0 0,40-200 130 0 0,-25 146-24 0 0,7 7 158 0 0,7-41 356 0 0,14-118-161 0 0,4-27-99 0 0,-1 1 0 0 0,-12 40 0 0 0,11-49-124 0 0,-6 32 0 0 0,-2 11-331 0 0,12-61-44 0 0,0 0-1 0 0,0 0 0 0 0,0 0 0 0 0,-1 0 1 0 0,1-1-1 0 0,-1 1 0 0 0,-5 4 0 0 0,1 1-110 0 0,-2 1-166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40.362"/>
    </inkml:context>
    <inkml:brush xml:id="br0">
      <inkml:brushProperty name="width" value="0.05" units="cm"/>
      <inkml:brushProperty name="height" value="0.05" units="cm"/>
    </inkml:brush>
  </inkml:definitions>
  <inkml:trace contextRef="#ctx0" brushRef="#br0">0 1 13008 0 0,'0'0'281'0'0,"1"1"-6"0"0,37 68-106 0 0,-27-44-71 0 0,0 1-1 0 0,10 37 0 0 0,11 56 190 0 0,57 244-221 0 0,-75-260-34 0 0,3 122-1 0 0,-19 105 56 0 0,-2 75 160 0 0,4-333-230 0 0,0-58-17 0 0,1 1 0 0 0,0 0 0 0 0,1-1 0 0 0,0 1 0 0 0,7 21 0 0 0,-6-31-1 0 0,-1 0 0 0 0,1 0 0 0 0,0 0 0 0 0,1-1 0 0 0,-1 1 0 0 0,1-1 0 0 0,0 0 0 0 0,0 0 1 0 0,0 0-1 0 0,0 0 0 0 0,1-1 0 0 0,-1 0 0 0 0,1 0 0 0 0,0 0 0 0 0,0 0 0 0 0,0-1 0 0 0,10 4 1 0 0,8-2-85 0 0,1 0 1 0 0,-1-1-1 0 0,1-1 1 0 0,0-2 0 0 0,0 0-1 0 0,24-4 1 0 0,141-30 120 0 0,-175 30-49 0 0,147-33-58 0 0,114-23 51 0 0,33-9 267 0 0,-177 39-133 0 0,-3-1 50 0 0,73-15 119 0 0,-28 7 112 0 0,93-17 146 0 0,28 14-276 0 0,-142 22-243 0 0,456-43 356 0 0,17 5 98 0 0,-272 17-147 0 0,90-8 282 0 0,-441 49-612 0 0,275-25-305 0 0,78-8 634 0 0,263-68-392 0 0,-477 76 172 0 0,40-13 30 0 0,57-9 316 0 0,-174 37-292 0 0,94-12 340 0 0,-146 21-355 0 0,0 0 0 0 0,1 0-1 0 0,-1 2 1 0 0,0-1 0 0 0,24 5-1 0 0,-22-4 174 0 0,-13-1 214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46.646"/>
    </inkml:context>
    <inkml:brush xml:id="br0">
      <inkml:brushProperty name="width" value="0.05" units="cm"/>
      <inkml:brushProperty name="height" value="0.05" units="cm"/>
    </inkml:brush>
  </inkml:definitions>
  <inkml:trace contextRef="#ctx0" brushRef="#br0">60 326 7232 0 0,'0'0'2160'0'0,"-7"-1"-1184"0"0,4-1-891 0 0,0 1 0 0 0,0-2 0 0 0,0 1 0 0 0,0 0 0 0 0,0 0 0 0 0,1-1 0 0 0,-1 0 0 0 0,1 1 0 0 0,0-1 0 0 0,0 0 0 0 0,0 0 0 0 0,0 0 0 0 0,0-1 0 0 0,0 1 0 0 0,0-4 0 0 0,0 3 38 0 0,0 0 0 0 0,0 0 0 0 0,0 0 1 0 0,1-1-1 0 0,0 1 0 0 0,0-1 0 0 0,0 1 0 0 0,0-1 1 0 0,1 1-1 0 0,-1-1 0 0 0,1 0 0 0 0,1 1 1 0 0,-1-1-1 0 0,1 1 0 0 0,-1-1 0 0 0,1 1 0 0 0,0-1 1 0 0,4-7-1 0 0,-1 1-48 0 0,0 0 1 0 0,1 1-1 0 0,1-1 1 0 0,0 1-1 0 0,0 0 0 0 0,1 1 1 0 0,0-1-1 0 0,14-12 1 0 0,-14 16-70 0 0,0 1 0 0 0,1 0 0 0 0,0 0 0 0 0,0 1 0 0 0,0 0 0 0 0,0 1 0 0 0,0-1 0 0 0,1 1 0 0 0,17-3 0 0 0,21-6-126 0 0,17-3 80 0 0,-63 15 40 0 0,21-4-16 0 0,-1 1 0 0 0,1 1 0 0 0,32 1 0 0 0,48 14 16 0 0,-85-11-8 0 0,-1 0 0 0 0,1 1 0 0 0,-1 1 0 0 0,0 1 0 0 0,0 0 0 0 0,0 1 0 0 0,-1 1 0 0 0,28 16 0 0 0,-8 3 11 0 0,48 46 1 0 0,-43-36 117 0 0,-37-33-73 0 0,0 0 1 0 0,0 1-1 0 0,0-1 1 0 0,0 1 0 0 0,-1 0-1 0 0,1 0 1 0 0,-1 0-1 0 0,0 0 1 0 0,0 0 0 0 0,0 1-1 0 0,-1-1 1 0 0,0 1-1 0 0,1-1 1 0 0,-1 1 0 0 0,-1-1-1 0 0,1 1 1 0 0,-1-1-1 0 0,0 1 1 0 0,0 0 0 0 0,0-1-1 0 0,-2 6 1 0 0,1-1 40 0 0,-1 0 0 0 0,-1 0 0 0 0,1 0 0 0 0,-2-1 0 0 0,1 1 0 0 0,-1-1 0 0 0,0 0 0 0 0,-1 0 0 0 0,0 0 0 0 0,-6 6-1 0 0,3-3-7 0 0,0-1-1 0 0,-1-1 0 0 0,-1 1 0 0 0,1-2 0 0 0,-2 1 0 0 0,1-1 1 0 0,-16 9-1 0 0,15-12 13 0 0,0 1 0 0 0,0-1 0 0 0,-1-1 0 0 0,1 0 0 0 0,-18 4 0 0 0,9-4 46 0 0,1-1 0 0 0,-34 2-1 0 0,-23 0 166 0 0,-115 3 358 0 0,161-6-568 0 0,23-1-50 0 0,-1 0-1 0 0,0-1 0 0 0,1 0 1 0 0,-1-1-1 0 0,-7-1 0 0 0,12 2 8 0 0,-1-1 0 0 0,1 0 1 0 0,0 0-1 0 0,0 0 0 0 0,-1 0 0 0 0,1 0 0 0 0,0-1 0 0 0,0 1 0 0 0,0-1 0 0 0,0 0 0 0 0,1 0 0 0 0,-1 0 0 0 0,0 0 0 0 0,1-1 0 0 0,-1 1 0 0 0,1-1 0 0 0,0 1 0 0 0,0-1 0 0 0,0 0 0 0 0,0 0 0 0 0,1 0 0 0 0,-1 0 0 0 0,1 0 0 0 0,-1 0 0 0 0,1 0 0 0 0,0-1 0 0 0,0 1 0 0 0,0-5 0 0 0,-21-103-203 0 0,20 105 152 0 0,1 1 0 0 0,-2 0-1 0 0,1-1 1 0 0,0 1 0 0 0,-1 0 0 0 0,0 0-1 0 0,0 0 1 0 0,-1 1 0 0 0,-4-6-1 0 0,-1-2-10 0 0,8 11-14 0 0,1 0 0 0 0,-1 1 0 0 0,1-1 0 0 0,-1 0 1 0 0,0 0-1 0 0,1 0 0 0 0,-1 0 0 0 0,0 1 0 0 0,0-1 0 0 0,0 0 1 0 0,0 1-1 0 0,0-1 0 0 0,0 1 0 0 0,0-1 0 0 0,0 1 1 0 0,0-1-1 0 0,0 1 0 0 0,-1-1 0 0 0,0 1 7 0 0,1-1-131 0 0,-3 0-1005 0 0,3 1 1056 0 0,1 0-1 0 0,0 0 1 0 0,0 0 0 0 0,-1 0 0 0 0,1 0 0 0 0,0 0 0 0 0,0 0 0 0 0,0 0-1 0 0,-1 0 1 0 0,1 0 0 0 0,0 0 0 0 0,0 0 0 0 0,0 0 0 0 0,-1 0-1 0 0,1-1 1 0 0,0 1 0 0 0,0 0 0 0 0,0 0 0 0 0,-1 0 0 0 0,1 0 0 0 0,0 0-1 0 0,0 0 1 0 0,0 0 0 0 0,0-1 0 0 0,-1 1 0 0 0,1 0 0 0 0,0 0-1 0 0,0 0 1 0 0,0 0 0 0 0,0-1 0 0 0,0 1 0 0 0,0 0 0 0 0,0 0 0 0 0,0 0-1 0 0,-1-1 1 0 0,1-3-216 0 0,0 2 191 0 0,0 0-1 0 0,0 0 1 0 0,0-1-1 0 0,0 1 1 0 0,0 0 0 0 0,1 0-1 0 0,-1 0 1 0 0,1 0-1 0 0,-1 0 1 0 0,1 0 0 0 0,0 0-1 0 0,0 0 1 0 0,0 0-1 0 0,0 0 1 0 0,0 1 0 0 0,2-3-1 0 0,2-5-410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48.148"/>
    </inkml:context>
    <inkml:brush xml:id="br0">
      <inkml:brushProperty name="width" value="0.05" units="cm"/>
      <inkml:brushProperty name="height" value="0.05" units="cm"/>
    </inkml:brush>
  </inkml:definitions>
  <inkml:trace contextRef="#ctx0" brushRef="#br0">85 261 11272 0 0,'0'0'540'0'0,"-8"-1"-2303"0"0,3 0 2310 0 0,-1 0 1 0 0,0 0-1 0 0,1 0 1 0 0,-1-1 0 0 0,-6-3-1 0 0,6-1 19 0 0,2 0-395 0 0,-16-5 162 0 0,18 10-427 0 0,3-13 160 0 0,4 4 3 0 0,-1 1-1 0 0,2-1 1 0 0,8-11 0 0 0,3-5 200 0 0,-13 21-227 0 0,-1 1 0 0 0,1-1 0 0 0,0 1 0 0 0,7-6 0 0 0,-3 3 4 0 0,-4 4-31 0 0,-1 1 0 0 0,0 0 1 0 0,1-1-1 0 0,0 1 0 0 0,-1 1 1 0 0,5-3-1 0 0,13-6 6 0 0,0-1-34 0 0,0 0 1 0 0,1 1 0 0 0,0 2-1 0 0,0 0 1 0 0,1 1 0 0 0,0 1-1 0 0,42-5 1 0 0,-56 11-3 0 0,0 0 0 0 0,0 0 0 0 0,-1 1 1 0 0,1 0-1 0 0,0 0 0 0 0,0 1 0 0 0,-1 1 0 0 0,1-1 1 0 0,15 8-1 0 0,0 2-48 0 0,45 29 1 0 0,-50-27 41 0 0,-1 0 0 0 0,0 2 0 0 0,27 29 0 0 0,-34-31-37 0 0,-1 1 0 0 0,0 0 0 0 0,-1 1 0 0 0,-1 0 0 0 0,0 0 0 0 0,-1 1 0 0 0,7 26 0 0 0,-12-37 64 0 0,-1 0 1 0 0,0 0-1 0 0,-1 0 1 0 0,0 0-1 0 0,0 0 1 0 0,0 0-1 0 0,0 0 1 0 0,-1-1-1 0 0,0 1 1 0 0,0 0-1 0 0,-1 0 1 0 0,0 0-1 0 0,0-1 1 0 0,0 1-1 0 0,0-1 1 0 0,-1 0-1 0 0,0 1 1 0 0,0-1-1 0 0,-5 6 1 0 0,-3 2 204 0 0,-1 0 0 0 0,0 0 0 0 0,0-2 0 0 0,-1 1 0 0 0,-22 14 0 0 0,16-15-156 0 0,0-1 0 0 0,-1-1 0 0 0,0 0 0 0 0,-1-1 1 0 0,0-1-1 0 0,-27 4 0 0 0,32-8 19 0 0,-23 1 0 0 0,4 0 4 0 0,10-2 92 0 0,-1-1 0 0 0,0-1 0 0 0,1-1 1 0 0,0-1-1 0 0,-1-1 0 0 0,-28-8 0 0 0,47 9-76 0 0,-1 0-1 0 0,1-1 0 0 0,0 0 0 0 0,0 0 0 0 0,0-1 0 0 0,0 0 0 0 0,1 0 0 0 0,-1-1 0 0 0,1 0 0 0 0,-6-5 0 0 0,8 6-64 0 0,-1 0-1 0 0,1 0 1 0 0,-1 0-1 0 0,1 0 0 0 0,0-1 1 0 0,1 0-1 0 0,-1 0 1 0 0,1 0-1 0 0,0 0 1 0 0,0 0-1 0 0,1-1 0 0 0,-5-10 1 0 0,4 3-227 0 0,1 0 0 0 0,0 0 0 0 0,1-1 0 0 0,0 1 0 0 0,1-1 1 0 0,1-14-1 0 0,17-80-2658 0 0,-17 105 2749 0 0,4-21-778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50.687"/>
    </inkml:context>
    <inkml:brush xml:id="br0">
      <inkml:brushProperty name="width" value="0.05" units="cm"/>
      <inkml:brushProperty name="height" value="0.05" units="cm"/>
    </inkml:brush>
  </inkml:definitions>
  <inkml:trace contextRef="#ctx0" brushRef="#br0">106 444 13456 0 0,'0'0'292'0'0,"-2"0"0"0"0,-12 1-176 0 0,13 0-76 0 0,0-1-1 0 0,0 0 1 0 0,0 0-1 0 0,0 0 1 0 0,0 0 0 0 0,0 0-1 0 0,0 0 1 0 0,0-1-1 0 0,0 1 1 0 0,0 0-1 0 0,0 0 1 0 0,0-1 0 0 0,1 1-1 0 0,-1 0 1 0 0,0-1-1 0 0,0 1 1 0 0,0-1-1 0 0,0 1 1 0 0,0-2 0 0 0,-3 0-17 0 0,0 0 1 0 0,0 0-1 0 0,0-1 1 0 0,0 1 0 0 0,1-1-1 0 0,-1 0 1 0 0,1-1-1 0 0,0 1 1 0 0,-4-5 0 0 0,4 4 37 0 0,0 0 1 0 0,0 0-1 0 0,1-1 1 0 0,-1 1-1 0 0,1-1 1 0 0,0 1-1 0 0,0-1 1 0 0,1 0 0 0 0,-1 1-1 0 0,1-1 1 0 0,-1-8-1 0 0,-3-37 347 0 0,10-20 365 0 0,-4 66-757 0 0,-1 0 0 0 0,0 1 0 0 0,1-1 0 0 0,0 1 0 0 0,0-1 0 0 0,0 1-1 0 0,0-1 1 0 0,1 1 0 0 0,-1 0 0 0 0,1 0 0 0 0,0 0 0 0 0,0 0-1 0 0,0 0 1 0 0,0 0 0 0 0,1 0 0 0 0,-1 1 0 0 0,1-1 0 0 0,-1 1 0 0 0,1-1-1 0 0,0 1 1 0 0,3-2 0 0 0,9-4-94 0 0,0 0 1 0 0,0 0-1 0 0,22-6 0 0 0,-3-1 8 0 0,24-12-4 0 0,2 3-1 0 0,66-19 0 0 0,-111 40 57 0 0,1 0-1 0 0,0 1 0 0 0,0 1 0 0 0,0 0 0 0 0,0 2 0 0 0,0-1 0 0 0,0 2 0 0 0,0 0 0 0 0,0 1 0 0 0,0 1 1 0 0,-1 0-1 0 0,0 1 0 0 0,1 0 0 0 0,-2 2 0 0 0,1-1 0 0 0,17 13 0 0 0,-22-14-25 0 0,0 1-1 0 0,-1 0 1 0 0,0 1-1 0 0,0 0 0 0 0,0 0 1 0 0,-1 1-1 0 0,0 0 1 0 0,-1 0-1 0 0,0 1 1 0 0,0 0-1 0 0,5 10 1 0 0,3 3-27 0 0,-12-19 60 0 0,0 1 0 0 0,0-1 1 0 0,-1 1-1 0 0,0-1 0 0 0,0 1 0 0 0,0 0 0 0 0,0 0 1 0 0,0 0-1 0 0,-1 0 0 0 0,1 0 0 0 0,0 6 1 0 0,-3-2 32 0 0,1-1 1 0 0,-2 0-1 0 0,1 0 1 0 0,-1 0-1 0 0,0 0 1 0 0,0 0 0 0 0,-1 0-1 0 0,0-1 1 0 0,0 1-1 0 0,-5 7 1 0 0,-6 7 25 0 0,-25 29 0 0 0,-143 144-232 0 0,158-171 246 0 0,-1 0 0 0 0,-2-3 0 0 0,-54 35 0 0 0,74-51 132 0 0,0-1 0 0 0,0 0 1 0 0,-1 0-1 0 0,0 0 1 0 0,1-1-1 0 0,-13 2 1 0 0,16-3-73 0 0,0-1 0 0 0,1 0 1 0 0,-1 0-1 0 0,0 0 1 0 0,0 0-1 0 0,1 0 1 0 0,-1-1-1 0 0,0 1 0 0 0,1-1 1 0 0,-1 0-1 0 0,1 0 1 0 0,-1-1-1 0 0,1 1 1 0 0,-1-1-1 0 0,-3-2 0 0 0,-3-3-61 0 0,0-1 0 0 0,1 0-1 0 0,1 0 1 0 0,-1-1 0 0 0,1 0-1 0 0,1-1 1 0 0,-9-12 0 0 0,2 0-364 0 0,-2-1-16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51.361"/>
    </inkml:context>
    <inkml:brush xml:id="br0">
      <inkml:brushProperty name="width" value="0.05" units="cm"/>
      <inkml:brushProperty name="height" value="0.05" units="cm"/>
    </inkml:brush>
  </inkml:definitions>
  <inkml:trace contextRef="#ctx0" brushRef="#br0">1 1 10304 0 0,'0'0'472'0'0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51.916"/>
    </inkml:context>
    <inkml:brush xml:id="br0">
      <inkml:brushProperty name="width" value="0.05" units="cm"/>
      <inkml:brushProperty name="height" value="0.05" units="cm"/>
    </inkml:brush>
  </inkml:definitions>
  <inkml:trace contextRef="#ctx0" brushRef="#br0">86 0 9936 0 0,'0'0'2724'0'0,"-1"2"-2554"0"0,-26 31-2322 0 0,21-27 1758 0 0,0 11 63 0 0,3-13 316 0 0,-6 13 586 0 0,0 0 1 0 0,1 1-1 0 0,-7 21 1 0 0,15-37-548 0 0,-1 1 0 0 0,1-1 0 0 0,0 0 0 0 0,0 0 0 0 0,0 1 0 0 0,0-1 0 0 0,0 0 0 0 0,0 1 0 0 0,0-1 0 0 0,1 0 0 0 0,-1 0 0 0 0,1 1 0 0 0,0-1 1 0 0,0 0-1 0 0,0 0 0 0 0,0 0 0 0 0,0 0 0 0 0,2 3 0 0 0,-1-2 50 0 0,0 0 1 0 0,-1 1-1 0 0,1 0 1 0 0,-1-1-1 0 0,2 8 1 0 0,21 86 1061 0 0,-20-85-1091 0 0,-1 0 1 0 0,1 0 0 0 0,1-1 0 0 0,0 0-1 0 0,10 17 1 0 0,-7-16-48 0 0,-2 1 0 0 0,0 0 0 0 0,9 26 0 0 0,-10-24 40 0 0,11 24-1 0 0,-1-4 220 0 0,-10-24-169 0 0,-3-7 66 0 0,0 1 1 0 0,0-1-1 0 0,-1 1 1 0 0,1 0-1 0 0,0 5 1 0 0,0-6-130 0 0,0-2-15 0 0,2 12 70 0 0,-3-2 0 0 0,-1-4 13 0 0,0-5-10 0 0,1 6-17 0 0,3 0-39 0 0,-4-7 118 0 0,0 0-73 0 0,0 6-17 0 0,-2 5-36 0 0,5 5-166 0 0,2 2-53 0 0,-5-18 99 0 0,9 16-1022 0 0,0 1-2302 0 0,-4-15 2141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7:53.429"/>
    </inkml:context>
    <inkml:brush xml:id="br0">
      <inkml:brushProperty name="width" value="0.05" units="cm"/>
      <inkml:brushProperty name="height" value="0.05" units="cm"/>
    </inkml:brush>
  </inkml:definitions>
  <inkml:trace contextRef="#ctx0" brushRef="#br0">1 37 11880 0 0,'0'0'1841'0'0,"5"5"-3146"0"0,30 8 5582 0 0,-29-18-7582 0 0,-1 2 2901 0 0,-1 0 0 0 0,1-1 1 0 0,-1 0-1 0 0,0 0 0 0 0,0 0 1 0 0,-1 0-1 0 0,7-10 0 0 0,-9 5 6869 0 0,1 10-6603 0 0,2 3 141 0 0,-1-1 0 0 0,1 1 0 0 0,-1 0 0 0 0,0 0 0 0 0,0 0 0 0 0,0 0 0 0 0,-1 0 0 0 0,1 1 0 0 0,2 6-1 0 0,0 4 360 0 0,5 26-1 0 0,-8-34-231 0 0,2 9 90 0 0,-2-13-172 0 0,-1 1 1 0 0,0 0-1 0 0,-1 0 0 0 0,1-1 0 0 0,-1 1 1 0 0,1 4-1 0 0,6 55 157 0 0,9 4-98 0 0,-11-31-159 0 0,21 71 1 0 0,-1-3-52 0 0,-16-40 177 0 0,-4 0-1 0 0,-3 69 1 0 0,-2-116-15 0 0,-1 4-4 0 0,-1-1-1 0 0,-8 35 0 0 0,2-10 135 0 0,-2-3 59 0 0,10-42-241 0 0,0 0-1 0 0,0 1 0 0 0,0-1 0 0 0,0 0 0 0 0,0 1 1 0 0,0-1-1 0 0,0 1 0 0 0,0-1 0 0 0,0 0 0 0 0,0 1 1 0 0,0-1-1 0 0,-1 0 0 0 0,1 1 0 0 0,0-1 0 0 0,0 0 1 0 0,0 1-1 0 0,-1-1 0 0 0,1 0 0 0 0,0 1 0 0 0,0-1 1 0 0,-1 1-1 0 0,-1 3 89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8:00.219"/>
    </inkml:context>
    <inkml:brush xml:id="br0">
      <inkml:brushProperty name="width" value="0.05" units="cm"/>
      <inkml:brushProperty name="height" value="0.05" units="cm"/>
    </inkml:brush>
  </inkml:definitions>
  <inkml:trace contextRef="#ctx0" brushRef="#br0">0 35 15504 0 0,'0'0'660'0'0,"3"0"-542"0"0,101-11-539 0 0,77 2-309 0 0,-69 1 641 0 0,-68 5 47 0 0,20-1-10 0 0,101 7 0 0 0,204 52 305 0 0,-191-25 38 0 0,-10 3-150 0 0,-39-7-106 0 0,250 64 291 0 0,-282-61-238 0 0,89 31 71 0 0,-144-43-104 0 0,-1 1 1 0 0,-1 2 0 0 0,0 2-1 0 0,-2 2 1 0 0,69 56-1 0 0,-50-28 94 0 0,-3 3-1 0 0,-2 2 1 0 0,-2 3 0 0 0,-4 1-1 0 0,64 110 1 0 0,-74-109-86 0 0,61 119 81 0 0,49 143 270 0 0,-109-225 14 0 0,-5-12-85 0 0,12 37-41 0 0,-41-115-280 0 0,2 3-2 0 0,0 0 0 0 0,8 14 1 0 0,-8-17-2 0 0,-1 0 1 0 0,1 1-1 0 0,5 19 1 0 0,-4-8 12 0 0,12 29 1 0 0,-10-30-28 0 0,10 39-1 0 0,-16-48-4 0 0,19 72-10 0 0,-13-56-36 0 0,5 13 38 0 0,-2-13 8 0 0,-7-16 0 0 0,0-1 0 0 0,1 1 0 0 0,0-1 0 0 0,7 11 0 0 0,-6-12 2 0 0,-1 1-1 0 0,0-1 1 0 0,0 1 0 0 0,-1 0-1 0 0,0 1 1 0 0,4 19-1 0 0,0-12 63 0 0,-7-16 180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4T10:48:01.087"/>
    </inkml:context>
    <inkml:brush xml:id="br0">
      <inkml:brushProperty name="width" value="0.05" units="cm"/>
      <inkml:brushProperty name="height" value="0.05" units="cm"/>
    </inkml:brush>
  </inkml:definitions>
  <inkml:trace contextRef="#ctx0" brushRef="#br0">0 23 2832 0 0,'0'0'5449'0'0,"2"0"-4482"0"0,7 0-185 0 0,0-1-231 0 0,1 1 0 0 0,0 1 0 0 0,-1 0 0 0 0,1 0 0 0 0,18 5 0 0 0,-12 0-212 0 0,-1 0 0 0 0,1 1 0 0 0,-1 1 0 0 0,0 0 0 0 0,-1 1 0 0 0,0 1 0 0 0,16 14 0 0 0,94 74 64 0 0,-16-7-283 0 0,-70-61-116 0 0,2-1 0 0 0,77 41 0 0 0,-95-57-3 0 0,97 50 101 0 0,-81-40 8 0 0,-29-16-72 0 0,1-1-1 0 0,12 6 1 0 0,16 9-5 0 0,-3 0 123 0 0,-26-16-113 0 0,1 0-18 0 0,-5-2 1366 0 0,-4-2-1236 0 0,-1-1 1 0 0,0 0-1 0 0,0 0 1 0 0,1 1-1 0 0,-1-1 0 0 0,0 0 1 0 0,0 0-1 0 0,1 1 1 0 0,-1-1-1 0 0,0 0 1 0 0,0 0-1 0 0,1 0 0 0 0,-1 1 1 0 0,0-1-1 0 0,1 0 1 0 0,-1 0-1 0 0,0 0 1 0 0,1 0-1 0 0,-1 0 1 0 0,1 0-1 0 0,-1 0 0 0 0,0 0 1 0 0,1 0-1 0 0,1-6 1166 0 0,-6-17-1252 0 0,3 18 444 0 0,-22-77 26 0 0,5 23-325 0 0,8 23-214 0 0,-10-43 0 0 0,17 68 28 0 0,0 0 0 0 0,0 0 0 0 0,-1 0 0 0 0,-10-18-1 0 0,-5-11 92 0 0,-1-1 298 0 0,-4-4-5 0 0,20 39-428 0 0,0-1 0 0 0,1 0 0 0 0,0-1 0 0 0,0 1 1 0 0,1-1-1 0 0,0 1 0 0 0,0-1 0 0 0,1 0 0 0 0,-1-11 0 0 0,2 9 16 0 0,-5 2 0 0 0,1 1 11 0 0,3 5 21 0 0,1-6-4787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31.590"/>
    </inkml:context>
    <inkml:brush xml:id="br0">
      <inkml:brushProperty name="width" value="0.05" units="cm"/>
      <inkml:brushProperty name="height" value="0.05" units="cm"/>
    </inkml:brush>
  </inkml:definitions>
  <inkml:trace contextRef="#ctx0" brushRef="#br0">1 3889 11272 0 0,'0'0'776'0'0,"0"-13"-872"0"0,0 10 85 0 0,0-1 0 0 0,1 1 0 0 0,0 0-1 0 0,0 0 1 0 0,2-5 0 0 0,2-9 14 0 0,5-19 174 0 0,-6 17 235 0 0,1 0 0 0 0,15-37 0 0 0,-14 30-49 0 0,-6 22-302 0 0,0 0 1 0 0,1 1-1 0 0,0-1 0 0 0,0 0 0 0 0,2-4 1 0 0,61-124 1152 0 0,23-38-588 0 0,-18 36-590 0 0,-1 4-95 0 0,22-49 44 0 0,-68 128 174 0 0,2 1 0 0 0,40-62 1 0 0,-49 87 11 0 0,-2 0 0 0 0,14-32 0 0 0,4-10 303 0 0,51-101 59 0 0,-26 53 286 0 0,3 10 745 0 0,23-56-613 0 0,-73 145-933 0 0,2 1-1 0 0,0 0 1 0 0,23-26 0 0 0,6-7-8 0 0,85-108-23 0 0,-93 122-36 0 0,1 1 0 0 0,45-36 0 0 0,95-71 281 0 0,-118 91-232 0 0,-40 38 6 0 0,30-18 52 0 0,-39 25-50 0 0,-1 0-1 0 0,1 0 0 0 0,5-6 0 0 0,-9 8-4 0 0,1-1-1 0 0,0 0 0 0 0,0 1 1 0 0,0 0-1 0 0,0 0 0 0 0,0-1 1 0 0,0 2-1 0 0,1-1 0 0 0,-1 0 1 0 0,1 1-1 0 0,-1 0 0 0 0,1-1 1 0 0,-1 1-1 0 0,7 0 0 0 0,28 0 0 0 0,30 1-113 0 0,34 15-102 0 0,-97-15 213 0 0,22 5-39 0 0,40 14 0 0 0,-63-18 39 0 0,0 1 0 0 0,-1 0 0 0 0,1 0 0 0 0,-1 1 0 0 0,1-1 0 0 0,-1 1 1 0 0,0 0-1 0 0,0 0 0 0 0,0 0 0 0 0,0 0 0 0 0,3 5 0 0 0,2 5-22 0 0,12 24 1 0 0,-14-24-9 0 0,-4-8-14 0 0,0 1 1 0 0,0-1-1 0 0,-1 1 0 0 0,0-1 0 0 0,1 1 0 0 0,-2-1 0 0 0,1 1 0 0 0,-1-1 1 0 0,0 9-1 0 0,-2 6-246 0 0,-5 25 0 0 0,5-31 215 0 0,-1-4 43 0 0,0 1-1 0 0,0-1 1 0 0,-1 0-1 0 0,-1 0 1 0 0,-7 12-1 0 0,9-16 33 0 0,0 0 1 0 0,-1-1-1 0 0,0 0 0 0 0,0 0 0 0 0,0 0 0 0 0,0-1 0 0 0,-1 1 0 0 0,-5 4 0 0 0,6-7 18 0 0,0 0 0 0 0,0 0-1 0 0,0 0 1 0 0,0 0 0 0 0,0 0 0 0 0,0-1 0 0 0,-1 0-1 0 0,1 0 1 0 0,0 0 0 0 0,-1 0 0 0 0,1-1 0 0 0,-7 0-1 0 0,-2 0 133 0 0,0 0 0 0 0,0-2 0 0 0,0 1 0 0 0,1-1 0 0 0,-13-5 0 0 0,17 5-2 0 0,1-1 1 0 0,-1 0-1 0 0,1-1 1 0 0,0 1 0 0 0,0-2-1 0 0,0 1 1 0 0,1-1-1 0 0,0 0 1 0 0,-8-7 0 0 0,-7-9 148 0 0,1-1 1 0 0,-22-32-1 0 0,34 42-316 0 0,0-1 0 0 0,1 0 0 0 0,0-1 0 0 0,1 1 0 0 0,1-2-1 0 0,-6-20 1 0 0,6 10 13 0 0,0-1 0 0 0,2 0 0 0 0,1 0 0 0 0,2 0 0 0 0,0 0 0 0 0,2-1 0 0 0,0 1 0 0 0,2 1 0 0 0,1-1 0 0 0,1 0 0 0 0,15-38 0 0 0,-1 14 18 0 0,2 1 0 0 0,2 1-1 0 0,3 1 1 0 0,41-56-1 0 0,145-160 64 0 0,-164 207-72 0 0,27-26-3 0 0,96-79 0 0 0,-136 132-25 0 0,2 1 0 0 0,1 2 0 0 0,1 2 0 0 0,45-21 0 0 0,-67 36 0 0 0,0 1 0 0 0,1 1 0 0 0,1 0 0 0 0,-1 1 0 0 0,1 1 0 0 0,0 1 0 0 0,38-3 0 0 0,-53 7-1 0 0,0 0-1 0 0,0 1 1 0 0,1-1 0 0 0,-1 1-1 0 0,0 1 1 0 0,0-1 0 0 0,0 0-1 0 0,0 1 1 0 0,0 0 0 0 0,-1 0-1 0 0,1 1 1 0 0,0-1 0 0 0,-1 1-1 0 0,0 0 1 0 0,0 0 0 0 0,0 1 0 0 0,0-1-1 0 0,0 1 1 0 0,-1 0 0 0 0,1 0-1 0 0,-1 0 1 0 0,0 0 0 0 0,0 1-1 0 0,-1-1 1 0 0,1 1 0 0 0,-1-1-1 0 0,0 1 1 0 0,0 0 0 0 0,-1 0-1 0 0,3 10 1 0 0,-2-7 7 0 0,-1 0-1 0 0,0-1 1 0 0,-1 1 0 0 0,1 0-1 0 0,-1 0 1 0 0,-1 0 0 0 0,1-1-1 0 0,-2 1 1 0 0,1 0 0 0 0,-1-1-1 0 0,-2 9 1 0 0,-53 139-306 0 0,51-144 251 0 0,0 0 0 0 0,-11 16 0 0 0,2-4-190 0 0,11-18-114 0 0,1 0-1 0 0,-1 0 0 0 0,0 0 1 0 0,-6 6-1 0 0,0-6-744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36.079"/>
    </inkml:context>
    <inkml:brush xml:id="br0">
      <inkml:brushProperty name="width" value="0.05" units="cm"/>
      <inkml:brushProperty name="height" value="0.05" units="cm"/>
    </inkml:brush>
  </inkml:definitions>
  <inkml:trace contextRef="#ctx0" brushRef="#br0">1 106 12584 0 0,'0'0'601'0'0,"0"2"-786"0"0,0 0 150 0 0,0-1 0 0 0,0 0 0 0 0,0 1 0 0 0,0-1 0 0 0,1 0 0 0 0,-1 0 0 0 0,0 1 0 0 0,1-1 0 0 0,-1 0 0 0 0,1 0 0 0 0,-1 0 0 0 0,1 1 0 0 0,0-1 1 0 0,-1 0-1 0 0,1 0 0 0 0,0 0 0 0 0,0 0 0 0 0,0 0 0 0 0,1 1 0 0 0,0-1 10 0 0,1 1 1 0 0,-1-1-1 0 0,0 0 1 0 0,1 0-1 0 0,-1 0 1 0 0,1 0-1 0 0,-1 0 1 0 0,1 0-1 0 0,3 0 1 0 0,2 0 44 0 0,0 0 0 0 0,1-1 0 0 0,-1 0 1 0 0,0-1-1 0 0,12-1 0 0 0,31-5 439 0 0,21-4 117 0 0,100-25 492 0 0,-48 21-716 0 0,30-15 167 0 0,-14 2-29 0 0,-110 24-417 0 0,-4-1-38 0 0,1 2-1 0 0,-1 1 0 0 0,1 0 1 0 0,29 4-1 0 0,-41-2 41 0 0,-13 0-45 0 0,0 0 0 0 0,1 0 1 0 0,-1 0-1 0 0,0 1 0 0 0,0-1 0 0 0,0 0 0 0 0,1 1 1 0 0,-1-1-1 0 0,0 1 0 0 0,0 0 0 0 0,0 0 0 0 0,0 0 0 0 0,0 0 1 0 0,0 0-1 0 0,0 0 0 0 0,2 2 0 0 0,0 1 69 0 0,-1 0-1 0 0,1 0 1 0 0,-1 0 0 0 0,0 0-1 0 0,0 1 1 0 0,-1 0-1 0 0,1-1 1 0 0,-1 1 0 0 0,0 0-1 0 0,0 0 1 0 0,2 10 0 0 0,1 8 123 0 0,3 32 0 0 0,-8-47-247 0 0,2 26 66 0 0,-1 0 1 0 0,-7 50-1 0 0,4-61-13 0 0,-6 41 216 0 0,-30 112 0 0 0,23-118-106 0 0,-12 26 39 0 0,0 2-20 0 0,26-82-145 0 0,0-1 0 0 0,-1 1 1 0 0,0-1-1 0 0,-3 7 0 0 0,3-8 8 0 0,0 1 0 0 0,1 0-1 0 0,-1 0 1 0 0,1-1-1 0 0,0 1 1 0 0,-1 0 0 0 0,2 0-1 0 0,-1 0 1 0 0,0 1-1 0 0,0 3 1 0 0,1-1 57 0 0,0-4-31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36.494"/>
    </inkml:context>
    <inkml:brush xml:id="br0">
      <inkml:brushProperty name="width" value="0.05" units="cm"/>
      <inkml:brushProperty name="height" value="0.05" units="cm"/>
    </inkml:brush>
  </inkml:definitions>
  <inkml:trace contextRef="#ctx0" brushRef="#br0">517 0 15288 0 0,'-1'3'348'0'0,"-4"14"308"0"0,-4 23-1 0 0,4-14-635 0 0,-87 333-531 0 0,61-248 491 0 0,-23 73 155 0 0,23-86 41 0 0,-15 42 242 0 0,-53 113 847 0 0,83-217-1112 0 0,-19 41 190 0 0,-37 84 114 0 0,55-99-249 0 0,14-53-169 0 0,2-8-98 0 0,1-11-4320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36.891"/>
    </inkml:context>
    <inkml:brush xml:id="br0">
      <inkml:brushProperty name="width" value="0.05" units="cm"/>
      <inkml:brushProperty name="height" value="0.05" units="cm"/>
    </inkml:brush>
  </inkml:definitions>
  <inkml:trace contextRef="#ctx0" brushRef="#br0">36 1 13344 0 0,'-4'5'32'0'0,"0"1"0"0"0,0-1 0 0 0,0 1 0 0 0,1 0 0 0 0,0 1 0 0 0,0-1 0 0 0,1 0 0 0 0,0 1 0 0 0,0-1 0 0 0,0 1 1 0 0,1 0-1 0 0,0 0 0 0 0,0-1 0 0 0,1 13 0 0 0,5 33-949 0 0,0 10 1289 0 0,-4-27-51 0 0,2-1 0 0 0,1 0 1 0 0,11 42-1 0 0,37 97 290 0 0,-39-142-288 0 0,23 42 0 0 0,-14-32-247 0 0,-21-39 215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37.487"/>
    </inkml:context>
    <inkml:brush xml:id="br0">
      <inkml:brushProperty name="width" value="0.05" units="cm"/>
      <inkml:brushProperty name="height" value="0.05" units="cm"/>
    </inkml:brush>
  </inkml:definitions>
  <inkml:trace contextRef="#ctx0" brushRef="#br0">1 162 13616 0 0,'0'0'793'0'0,"2"0"-650"0"0,72-6-141 0 0,-59 4 11 0 0,0 0 0 0 0,0-1 1 0 0,0-1-1 0 0,-1 0 0 0 0,26-12 0 0 0,-9 1 340 0 0,42-28 1 0 0,-56 33 93 0 0,25-11 1 0 0,-5 3 228 0 0,-31 15-549 0 0,1 1 0 0 0,-1-1 0 0 0,0 1 0 0 0,1 0 0 0 0,-1 0 0 0 0,1 1 0 0 0,-1 0 0 0 0,9-1 0 0 0,-14 2-105 0 0,0 1-1 0 0,0-1 1 0 0,0 0-1 0 0,1 0 1 0 0,-1 1-1 0 0,0-1 1 0 0,0 1-1 0 0,0-1 1 0 0,0 1-1 0 0,0-1 1 0 0,0 1-1 0 0,0 0 1 0 0,0-1-1 0 0,0 1 1 0 0,0 0-1 0 0,-1 0 1 0 0,1 0-1 0 0,0 0 1 0 0,0 0-1 0 0,-1 0 1 0 0,2 1-1 0 0,11 27 398 0 0,-9-18-222 0 0,-3-7-154 0 0,1-1 0 0 0,-1 1 0 0 0,0 0 0 0 0,-1 0-1 0 0,1 0 1 0 0,-1 0 0 0 0,1 0 0 0 0,-1 0-1 0 0,0 0 1 0 0,-2 7 0 0 0,0 5 169 0 0,-8 23 1 0 0,-1 7 3 0 0,7-11-343 0 0,-2 0 0 0 0,-1-1-1 0 0,-1 0 1 0 0,-2 0 0 0 0,-17 37-1 0 0,17-48-463 0 0,-11 23 404 0 0,-30 47-1 0 0,41-77-479 0 0,-1 0-1 0 0,-14 14 1 0 0,15-20-936 0 0,0 0-1 0 0,0-1 1 0 0,-19 13 0 0 0,17-13 430 0 0,1 0-1 0 0,-13 14 1 0 0,22-21 1099 0 0,0 0 767 0 0,2-2-616 0 0,-1 0 0 0 0,1 1-1 0 0,0-1 1 0 0,0 0 0 0 0,-1 0-1 0 0,1 0 1 0 0,0 1 0 0 0,0-1-1 0 0,0 0 1 0 0,0 0 0 0 0,-1 1 0 0 0,1-1-1 0 0,0 0 1 0 0,0 0 0 0 0,0 1-1 0 0,0-1 1 0 0,0 0 0 0 0,0 1 0 0 0,0-1-1 0 0,0 0 1 0 0,-1 0 0 0 0,1 1-1 0 0,0-1 1 0 0,0 0 0 0 0,0 1-1 0 0,1-1 1 0 0,-1 0 0 0 0,0 1 0 0 0,0-1-1 0 0,0 0 1 0 0,0 0 0 0 0,0 1-1 0 0,0-1 1 0 0,0 0 0 0 0,0 0-1 0 0,1 1 1 0 0,-1-1 0 0 0,0 0 0 0 0,0 0-1 0 0,0 1 1 0 0,0-1 0 0 0,1 0-1 0 0,-1 0 1 0 0,0 0 0 0 0,0 1 0 0 0,1-1-1 0 0,-1 0 1 0 0,1 0 0 0 0,3 2 15 0 0,0 0 0 0 0,0-1 0 0 0,0 1 0 0 0,0-1 0 0 0,0 0 0 0 0,1 0 1 0 0,-1-1-1 0 0,0 1 0 0 0,1-1 0 0 0,-1 0 0 0 0,1 0 0 0 0,-1 0 0 0 0,0-1 1 0 0,1 0-1 0 0,-1 1 0 0 0,0-2 0 0 0,0 1 0 0 0,0 0 0 0 0,1-1 0 0 0,-1 0 1 0 0,4-2-1 0 0,8-6 418 0 0,0 0 0 0 0,0-1 1 0 0,21-19-1 0 0,-34 27-452 0 0,22-21 267 0 0,-2-1 0 0 0,0 0 0 0 0,-2-2-1 0 0,28-47 1 0 0,-39 58-263 0 0,0-2 0 0 0,7-19-1 0 0,-2 0 19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41.231"/>
    </inkml:context>
    <inkml:brush xml:id="br0">
      <inkml:brushProperty name="width" value="0.05" units="cm"/>
      <inkml:brushProperty name="height" value="0.05" units="cm"/>
    </inkml:brush>
  </inkml:definitions>
  <inkml:trace contextRef="#ctx0" brushRef="#br0">13 188 9416 0 0,'-1'1'208'0'0,"-10"2"225"0"0,16-10-263 0 0,18-13-357 0 0,-3 6 175 0 0,4-5 361 0 0,1 2 0 0 0,0 1 0 0 0,37-16 0 0 0,-20 10 433 0 0,-34 16-603 0 0,1 1 0 0 0,0 1 0 0 0,0-1 0 0 0,1 2 0 0 0,18-6 0 0 0,60-4 661 0 0,-83 13-802 0 0,1 0 0 0 0,-1 1 0 0 0,0-1 0 0 0,0 1 0 0 0,0 0 0 0 0,1 0 0 0 0,-1 1 0 0 0,0-1 0 0 0,-1 1 0 0 0,1 0 0 0 0,0 1 0 0 0,0-1 0 0 0,-1 1 0 0 0,5 3 0 0 0,0 0 21 0 0,-1 1 0 0 0,0 0 0 0 0,-1 0 0 0 0,1 1 0 0 0,-1 0 0 0 0,6 9 1 0 0,-8-10-17 0 0,-1 1 1 0 0,0 0-1 0 0,0 0 1 0 0,-1 0-1 0 0,1 0 1 0 0,-2 1 0 0 0,1-1-1 0 0,1 15 1 0 0,-2 4 125 0 0,0 39 0 0 0,-2-50-124 0 0,-2 0 0 0 0,0 0-1 0 0,-1 0 1 0 0,0 0 0 0 0,-1-1 0 0 0,-8 18-1 0 0,-42 87 117 0 0,52-116-157 0 0,-17 28 64 0 0,-1-1-1 0 0,-2 0 1 0 0,-32 35 0 0 0,50-62-148 0 0,0 0 0 0 0,0 1-1 0 0,0-2 1 0 0,-1 1 0 0 0,1 0-1 0 0,-1-1 1 0 0,0 0-1 0 0,0 0 1 0 0,0 0 0 0 0,-1-1-1 0 0,1 0 1 0 0,-1 0-1 0 0,1 0 1 0 0,-1-1 0 0 0,0 1-1 0 0,1-2 1 0 0,-1 1 0 0 0,0 0-1 0 0,0-1 1 0 0,0 0-1 0 0,1 0 1 0 0,-1-1 0 0 0,-7-1-1 0 0,-1-2-317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41.565"/>
    </inkml:context>
    <inkml:brush xml:id="br0">
      <inkml:brushProperty name="width" value="0.05" units="cm"/>
      <inkml:brushProperty name="height" value="0.05" units="cm"/>
    </inkml:brush>
  </inkml:definitions>
  <inkml:trace contextRef="#ctx0" brushRef="#br0">1 1 9120 0 0,'0'0'1146'0'0,"0"1"-376"0"0,3 109 1728 0 0,23 157 1 0 0,-20-196-2071 0 0,2 8-114 0 0,-7-56-216 0 0,-1-21 162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42.047"/>
    </inkml:context>
    <inkml:brush xml:id="br0">
      <inkml:brushProperty name="width" value="0.05" units="cm"/>
      <inkml:brushProperty name="height" value="0.05" units="cm"/>
    </inkml:brush>
  </inkml:definitions>
  <inkml:trace contextRef="#ctx0" brushRef="#br0">167 36 17495 0 0,'0'0'864'0'0,"-2"1"-1018"0"0,-2 0-207 0 0,-1-1 1 0 0,0 1-1 0 0,0-1 1 0 0,1 0-1 0 0,-1 0 0 0 0,-5-1 1 0 0,-9-1 465 0 0,18 2-78 0 0,1 0-1 0 0,-1 0 1 0 0,1 0-1 0 0,-1 0 0 0 0,1 0 1 0 0,-1 0-1 0 0,1 0 1 0 0,-1 0-1 0 0,1 0 1 0 0,0 0-1 0 0,-1-1 1 0 0,1 1-1 0 0,-1 0 0 0 0,1 0 1 0 0,0-1-1 0 0,-1 1 1 0 0,1 0-1 0 0,-1 0 1 0 0,1-1-1 0 0,-1 1 1 0 0,1-1 25 0 0,-1 0 0 0 0,0 0 0 0 0,0 1 0 0 0,0-1 0 0 0,0 1 0 0 0,0-1 0 0 0,0 1 0 0 0,0-1 0 0 0,0 1 0 0 0,0 0 0 0 0,0-1 0 0 0,0 1 0 0 0,0 0 0 0 0,0 0 0 0 0,0 0 0 0 0,0 0 0 0 0,0 0 0 0 0,0 0 0 0 0,-2 0 0 0 0,0 1 3 0 0,-1 1-96 0 0,1-1 0 0 0,-1 1 0 0 0,1 0 0 0 0,0 0 0 0 0,0 0 1 0 0,0 0-1 0 0,0 1 0 0 0,0 0 0 0 0,0-1 0 0 0,-4 7 0 0 0,-1 1-91 0 0,5-6 87 0 0,0 1-1 0 0,0-1 1 0 0,0 1-1 0 0,1 0 0 0 0,-1 0 1 0 0,1 0-1 0 0,1 0 1 0 0,-1 0-1 0 0,1 0 1 0 0,0 1-1 0 0,0-1 0 0 0,0 0 1 0 0,1 1-1 0 0,0-1 1 0 0,0 0-1 0 0,0 1 0 0 0,0-1 1 0 0,1 1-1 0 0,2 5 1 0 0,-3-10 14 0 0,0 1 1 0 0,0-1-1 0 0,0 1 1 0 0,1-1 0 0 0,-1 0-1 0 0,1 1 1 0 0,-1-1 0 0 0,1 0-1 0 0,-1 1 1 0 0,1-1 0 0 0,0 0-1 0 0,0 0 1 0 0,-1 1 0 0 0,1-1-1 0 0,0 0 1 0 0,0 0 0 0 0,0 0-1 0 0,0 0 1 0 0,1 0 0 0 0,-1 0-1 0 0,0-1 1 0 0,0 1 0 0 0,0 0-1 0 0,1-1 1 0 0,-1 1 0 0 0,0-1-1 0 0,1 1 1 0 0,-1-1 0 0 0,0 1-1 0 0,1-1 1 0 0,-1 0 0 0 0,1 0-1 0 0,-1 0 1 0 0,1 0 0 0 0,-1 0-1 0 0,0 0 1 0 0,1 0-1 0 0,-1 0 1 0 0,1 0 0 0 0,-1-1-1 0 0,0 1 1 0 0,1-1 0 0 0,-1 1-1 0 0,3-2 1 0 0,3-1-10 0 0,-1 0-1 0 0,1-1 1 0 0,-1 0 0 0 0,0-1 0 0 0,0 1-1 0 0,0-1 1 0 0,7-8 0 0 0,52-68 237 0 0,-43 51-112 0 0,-11 12-39 0 0,-9 15-40 0 0,-1-1 1 0 0,1 1-1 0 0,0 0 1 0 0,1 0-1 0 0,-1 0 1 0 0,1 0-1 0 0,-1 0 1 0 0,6-3 918 0 0,-8 7-646 0 0,-11 68 435 0 0,6 4-59 0 0,5-50-334 0 0,-1-6-31 0 0,2 1 0 0 0,3 31-1 0 0,-2-34-224 0 0,2 5 17 0 0,-4-18 102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42.429"/>
    </inkml:context>
    <inkml:brush xml:id="br0">
      <inkml:brushProperty name="width" value="0.05" units="cm"/>
      <inkml:brushProperty name="height" value="0.05" units="cm"/>
    </inkml:brush>
  </inkml:definitions>
  <inkml:trace contextRef="#ctx0" brushRef="#br0">1 0 19295 0 0,'0'0'830'0'0,"0"2"-718"0"0,31 54-1356 0 0,-20-35 1106 0 0,-1 0 1 0 0,-2 0 0 0 0,0 1-1 0 0,-1 0 1 0 0,-1 1 0 0 0,4 29-1 0 0,2 108 319 0 0,-10-105 177 0 0,8 55-1 0 0,-5-82 59 0 0,15 53 0 0 0,-15-64-290 0 0,4 24-1 0 0,-1-2-96 0 0,-5-33-199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42.764"/>
    </inkml:context>
    <inkml:brush xml:id="br0">
      <inkml:brushProperty name="width" value="0.05" units="cm"/>
      <inkml:brushProperty name="height" value="0.05" units="cm"/>
    </inkml:brush>
  </inkml:definitions>
  <inkml:trace contextRef="#ctx0" brushRef="#br0">1 131 21287 0 0,'4'5'1246'0'0,"2"0"-1213"0"0,1 0 0 0 0,-1 0 0 0 0,1-1 0 0 0,0 0 0 0 0,0 0 0 0 0,12 5 0 0 0,-2-3-153 0 0,33 9 1 0 0,-45-15 110 0 0,1 1 1 0 0,-1-1 0 0 0,1 0 0 0 0,-1 0-1 0 0,0-1 1 0 0,1 1 0 0 0,-1-1 0 0 0,8-3-1 0 0,6 0-4 0 0,-5 1 5 0 0,-1-1 0 0 0,1 0 0 0 0,-1-1 0 0 0,0-1 0 0 0,0 0 0 0 0,21-14 0 0 0,-17 10 9 0 0,1 0 0 0 0,20-7-1 0 0,37-18 0 0 0,-13 4 0 0 0,10 4-1541 0 0,-52 21 682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43.291"/>
    </inkml:context>
    <inkml:brush xml:id="br0">
      <inkml:brushProperty name="width" value="0.05" units="cm"/>
      <inkml:brushProperty name="height" value="0.05" units="cm"/>
    </inkml:brush>
  </inkml:definitions>
  <inkml:trace contextRef="#ctx0" brushRef="#br0">116 0 13824 0 0,'0'0'1753'0'0,"-2"1"-1466"0"0,-11 7 966 0 0,-15 5 1261 0 0,24-12-2251 0 0,1 0-1 0 0,0 0 0 0 0,0 0 0 0 0,0 0 0 0 0,0 1 1 0 0,0 0-1 0 0,0-1 0 0 0,-5 5 0 0 0,4 2-248 0 0,-1 0 0 0 0,-9 12 0 0 0,13-18-47 0 0,-1 0 1 0 0,0 0-1 0 0,1 0 1 0 0,-1 1-1 0 0,1-1 1 0 0,0 0 0 0 0,0 1-1 0 0,0-1 1 0 0,0 1-1 0 0,0-1 1 0 0,0 1 0 0 0,1-1-1 0 0,-1 1 1 0 0,1-1-1 0 0,-1 6 1 0 0,2 14-160 0 0,3 36 0 0 0,-3-51 175 0 0,1 1 0 0 0,-1-1-1 0 0,2 1 1 0 0,-1-1 0 0 0,1 0 0 0 0,0 0 0 0 0,0 0 0 0 0,6 8-1 0 0,-7-13 24 0 0,0 1 0 0 0,0-1 0 0 0,1 0 0 0 0,-1 0 0 0 0,1 0 0 0 0,-1 0 0 0 0,1 0 0 0 0,0 0 0 0 0,0-1 0 0 0,0 0 0 0 0,0 1-1 0 0,0-1 1 0 0,0 0 0 0 0,0 0 0 0 0,0-1 0 0 0,0 1 0 0 0,0-1 0 0 0,1 1 0 0 0,-1-1 0 0 0,0 0 0 0 0,0 0 0 0 0,0-1 0 0 0,1 1 0 0 0,-1-1 0 0 0,0 1-1 0 0,6-3 1 0 0,0-2 201 0 0,0 0-1 0 0,12-8 1 0 0,-18 11-183 0 0,-1 0 0 0 0,1 0 1 0 0,-1-1-1 0 0,1 1 1 0 0,-1-1-1 0 0,0 0 0 0 0,0 1 1 0 0,0-1-1 0 0,-1 0 1 0 0,1 0-1 0 0,1-3 0 0 0,-2 3 156 0 0,0 0-1 0 0,0 1 1 0 0,0-1-1 0 0,-1 0 0 0 0,1 0 1 0 0,0-3-1 0 0,-1 4-83 0 0,0-3-205 0 0,4-2 88 0 0,-3 6 1014 0 0,0 2-928 0 0,13 24-112 0 0,20 27 1 0 0,-4-7-13 0 0,-27-39 59 0 0,9 14 17 0 0,1 0 0 0 0,1-1 0 0 0,1-1-1 0 0,26 27 1 0 0,-36-39 22 0 0,1 0 0 0 0,8 11 0 0 0,-5-5-24 0 0,-5-5 1 0 0,-3-5 296 0 0,-11-2-802 0 0,-4 0 172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45.748"/>
    </inkml:context>
    <inkml:brush xml:id="br0">
      <inkml:brushProperty name="width" value="0.05" units="cm"/>
      <inkml:brushProperty name="height" value="0.05" units="cm"/>
    </inkml:brush>
  </inkml:definitions>
  <inkml:trace contextRef="#ctx0" brushRef="#br0">388 1 7232 0 0,'0'0'396'0'0,"-1"1"-186"0"0,-4 8 150 0 0,1 0-1 0 0,0 0 1 0 0,-4 16 0 0 0,-1 2 327 0 0,6-21-598 0 0,-1 1 0 0 0,1-1 0 0 0,-1 0 0 0 0,-1 0 0 0 0,1 0 0 0 0,-6 5 1 0 0,-13 17 403 0 0,-40 78 1025 0 0,61-102-1463 0 0,-32 65 447 0 0,24-46-303 0 0,-1-1 0 0 0,-1 0 0 0 0,-28 37 0 0 0,-75 89 913 0 0,115-146-1074 0 0,-1-1 1 0 0,0 0 0 0 0,1 0 0 0 0,-1 0 0 0 0,0 0 0 0 0,0 0 0 0 0,0-1 0 0 0,0 1 0 0 0,0 0-1 0 0,0 0 1 0 0,-2 0 0 0 0,2-3 270 0 0,4-7-450 0 0,6-5-924 0 0,-3-2-344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46.100"/>
    </inkml:context>
    <inkml:brush xml:id="br0">
      <inkml:brushProperty name="width" value="0.05" units="cm"/>
      <inkml:brushProperty name="height" value="0.05" units="cm"/>
    </inkml:brush>
  </inkml:definitions>
  <inkml:trace contextRef="#ctx0" brushRef="#br0">5 1 10272 0 0,'-5'19'593'0'0,"5"-18"-555"0"0,0 0 1 0 0,0-1-1 0 0,0 1 0 0 0,0-1 0 0 0,0 1 1 0 0,0 0-1 0 0,0-1 0 0 0,1 1 1 0 0,-1 0-1 0 0,0-1 0 0 0,0 1 0 0 0,0-1 1 0 0,1 1-1 0 0,-1-1 0 0 0,0 1 1 0 0,1-1-1 0 0,-1 1 0 0 0,0-1 0 0 0,1 1 1 0 0,-1-1-1 0 0,0 1 0 0 0,2 0 0 0 0,12 11 977 0 0,-9-8-941 0 0,-2-2 177 0 0,0 0 0 0 0,1 0 0 0 0,-1 0 0 0 0,0 0-1 0 0,1-1 1 0 0,6 2 0 0 0,1 1 384 0 0,50 19 2251 0 0,-31-7-1407 0 0,-29-14-1398 0 0,-1-1-55 0 0,1 0-1 0 0,-1 0 0 0 0,0 0 0 0 0,1 0 1 0 0,-1 0-1 0 0,1 0 0 0 0,-1 0 1 0 0,1 0-1 0 0,-1-1 0 0 0,1 1 0 0 0,0 0 1 0 0,-1 0-1 0 0,1-1 0 0 0,0 1 0 0 0,-1 0 1 0 0,1-1-1 0 0,0 1 0 0 0,0-1 0 0 0,0 1 1 0 0,1 0-1 0 0,-2-1-191 0 0,0 0 1 0 0,0 0-1 0 0,1 0 0 0 0,-1 0 1 0 0,0 0-1 0 0,0 0 0 0 0,1 1 1 0 0,-1-1-1 0 0,0 0 0 0 0,0 0 1 0 0,0 0-1 0 0,2 2-1159 0 0,-2-2 1159 0 0,0 0 0 0 0,0 0 1 0 0,0 1-1 0 0,0-1 0 0 0,0 0 1 0 0,0 0-1 0 0,0 0 0 0 0,0 1 1 0 0,0-1-1 0 0,0 1 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48.008"/>
    </inkml:context>
    <inkml:brush xml:id="br0">
      <inkml:brushProperty name="width" value="0.05" units="cm"/>
      <inkml:brushProperty name="height" value="0.05" units="cm"/>
    </inkml:brush>
  </inkml:definitions>
  <inkml:trace contextRef="#ctx0" brushRef="#br0">31 1 15040 0 0,'0'0'645'0'0,"5"5"-514"0"0,-2-1-120 0 0,0 0 0 0 0,0 0 0 0 0,-1 0 0 0 0,0 0 0 0 0,0 0 0 0 0,0 1 0 0 0,0-1 0 0 0,-1 1 1 0 0,0-1-1 0 0,0 1 0 0 0,0-1 0 0 0,0 1 0 0 0,-1 0 0 0 0,1-1 0 0 0,-1 1 0 0 0,-1 0 0 0 0,1-1 1 0 0,-1 1-1 0 0,1 0 0 0 0,-3 5 0 0 0,1 0 51 0 0,1-3 186 0 0,-1 1 0 0 0,0 0 0 0 0,-1-1 0 0 0,-6 14 0 0 0,8-20 28 0 0,1 0-226 0 0,-1-1 0 0 0,1 1 0 0 0,-1 0 0 0 0,1-1 0 0 0,-1 1 0 0 0,1-1 0 0 0,-1 1 0 0 0,1 0 0 0 0,-1-1 0 0 0,1 1 0 0 0,0 0 0 0 0,-1-1 0 0 0,1 1 0 0 0,0 0 0 0 0,0 0 0 0 0,-1 0 0 0 0,1-1 0 0 0,0 1 0 0 0,0 1 0 0 0,-3 16 260 0 0,12 88-251 0 0,-3-60-128 0 0,-2 6 70 0 0,6 44-68 0 0,6 74 54 0 0,-12-114 12 0 0,-2 69 34 0 0,1 14 209 0 0,-1-49 21 0 0,11 153-3 0 0,-8-154-138 0 0,0-9 25 0 0,-3-55-9 0 0,-1 0-1 0 0,-2 0 1 0 0,-4 32 0 0 0,0 23 292 0 0,2-49-230 0 0,4 52-1 0 0,0-30-88 0 0,4 41 38 0 0,0-30-6 0 0,0 3 103 0 0,-5 202 562 0 0,5-162-589 0 0,-5-96-214 0 0,0 19-2 0 0,1 1-1 0 0,9 55 1 0 0,-4-50-3 0 0,3 58 0 0 0,-5-35 0 0 0,6 75 128 0 0,-4-39 131 0 0,-1 40 93 0 0,0-5-141 0 0,0-19-137 0 0,7 52 108 0 0,-3 23 175 0 0,-4-44-32 0 0,-5-131-296 0 0,4 98 326 0 0,-3-94-303 0 0,0 0-1 0 0,-1 0 1 0 0,-3 15 0 0 0,0 18 40 0 0,4-8-31 0 0,-1 0 58 0 0,-5 51 0 0 0,3-64-58 0 0,1 34 1 0 0,-1 26 193 0 0,-3-19-79 0 0,-2 174-176 0 0,8-162 0 0 0,-6 15 124 0 0,0-33 71 0 0,3-30 29 0 0,-8 46 1 0 0,5-48-145 0 0,1 8-27 0 0,-1 47 0 0 0,5-81-25 0 0,0 0 1 0 0,0 0 0 0 0,-1 0 0 0 0,1-1 0 0 0,-1 1 0 0 0,-1 4 0 0 0,-3 14-9 0 0,3-11 81 0 0,1 0 0 0 0,0 0 0 0 0,1 0 0 0 0,2 12-1 0 0,-1 8-392 0 0,-1 30 643 0 0,0-57-387 0 0,-1 0 0 0 0,1 0 0 0 0,-1 0 1 0 0,-2 6-1 0 0,-2 7 39 0 0,3 6 41 0 0,1 1 1 0 0,2 30 0 0 0,1-7-14 0 0,-2 64-31 0 0,0-100 61 0 0,5 23 1 0 0,-3-22-20 0 0,-1-1-1 0 0,1 13 1 0 0,-7 44-9 0 0,0 2 17 0 0,0-20 78 0 0,-1 4 8 0 0,7-19-95 0 0,-1 0 65 0 0,-5 52 0 0 0,-5-6 39 0 0,7-50-58 0 0,0 42 0 0 0,3-68-59 0 0,-1 0-1 0 0,0 1 1 0 0,0-1 0 0 0,-2 8 0 0 0,-2 6 61 0 0,-1 2-15 0 0,4-17-48 0 0,0 0 0 0 0,1 0 0 0 0,0 1-1 0 0,0-1 1 0 0,0 10 0 0 0,-3 16 50 0 0,2-13-80 0 0,3-14 4 0 0,-1-1 0 0 0,0 1 0 0 0,0 0 0 0 0,0 0 0 0 0,-1 0 0 0 0,1 0 0 0 0,-1 0 0 0 0,-1 3 0 0 0,-4 16 0 0 0,1 9 216 0 0,2-14 17 0 0,3-15-242 0 0,0 0 0 0 0,-1 0 0 0 0,1 0 0 0 0,0 1 0 0 0,-1-1 0 0 0,0 0 0 0 0,0 0 0 0 0,1 0 0 0 0,-2 2 0 0 0,0-1-4 0 0,0 0 0 0 0,1 0 0 0 0,0 0-1 0 0,-1 0 1 0 0,1 1 0 0 0,1-1 0 0 0,-1 0 0 0 0,0 1 0 0 0,1 5 0 0 0,0-8 4 0 0,-9 35-2 0 0,7-24 47 0 0,0-1 0 0 0,1 0 0 0 0,0 21 0 0 0,-1-26-6 0 0,2-4-25 0 0,-1 0 1 0 0,0-1 0 0 0,1 1 0 0 0,0 0 0 0 0,-1 0-1 0 0,1-1 1 0 0,0 1 0 0 0,0 0 0 0 0,0 0 0 0 0,0 2-1 0 0,0-2 59 0 0,0-1-59 0 0,0 0 1 0 0,0 0-1 0 0,0 0 0 0 0,0 0 0 0 0,-1 0 0 0 0,1 0 0 0 0,0 0 0 0 0,-1 0 0 0 0,1 0 0 0 0,0 0 0 0 0,-1 0 0 0 0,0 0 0 0 0,1 0 7 0 0,-1 3-3 0 0,1-1-1 0 0,-1 1 1 0 0,1-1 0 0 0,0 1 0 0 0,1 5 0 0 0,-1-2 2 0 0,0-6 145 0 0,-1-2-1367 0 0,-3-8 575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0.553"/>
    </inkml:context>
    <inkml:brush xml:id="br0">
      <inkml:brushProperty name="width" value="0.05" units="cm"/>
      <inkml:brushProperty name="height" value="0.05" units="cm"/>
    </inkml:brush>
  </inkml:definitions>
  <inkml:trace contextRef="#ctx0" brushRef="#br0">1 6133 17687 0 0,'0'0'855'0'0,"2"0"-1048"0"0,6 0 165 0 0,1-1 0 0 0,-1-1 0 0 0,0 1 0 0 0,1-1 0 0 0,-1-1 0 0 0,0 1 0 0 0,0-1 1 0 0,-1-1-1 0 0,1 0 0 0 0,0 0 0 0 0,9-7 0 0 0,9-8 191 0 0,39-38 0 0 0,-46 40-24 0 0,11-9 66 0 0,-8 7 14 0 0,20-22 1 0 0,95-127 692 0 0,-71 84-765 0 0,96-123 194 0 0,25-39 194 0 0,-108 146-404 0 0,253-303 431 0 0,-41 67-242 0 0,453-594-320 0 0,-476 560-129 0 0,-20 29 522 0 0,-131 179-145 0 0,63-91 144 0 0,-94 126-184 0 0,102-160 164 0 0,-17-11 80 0 0,-71 56-145 0 0,-83 196-288 0 0,-1-1 65 0 0,-2-2 0 0 0,-2 0 0 0 0,-2-1 0 0 0,6-84 0 0 0,-14 70 13 0 0,-2 0 0 0 0,-3 0 0 0 0,-13-79 0 0 0,3 80 176 0 0,-27-84 0 0 0,-34-57 239 0 0,32 111-365 0 0,13 33-8 0 0,26 53-119 0 0,0 1 1 0 0,0 0-1 0 0,-1 1 1 0 0,0-1-1 0 0,0 1 1 0 0,-1-1-1 0 0,1 1 1 0 0,-1 1-1 0 0,-6-6 1 0 0,7 7-13 0 0,0 0 0 0 0,0 1 0 0 0,0-1 0 0 0,-1 1 0 0 0,1 0 0 0 0,-1 0 0 0 0,0 0 1 0 0,1 1-1 0 0,-1-1 0 0 0,0 1 0 0 0,0 0 0 0 0,0 0 0 0 0,-6 1 0 0 0,5 0-45 0 0,-1 1 0 0 0,1 0 0 0 0,0 0 0 0 0,0 0 0 0 0,-1 1 0 0 0,1 0 0 0 0,0 0 0 0 0,0 1 0 0 0,1-1 0 0 0,-8 6 0 0 0,-3 3-122 0 0,0 0 0 0 0,-15 15 0 0 0,24-20 100 0 0,1 1-1 0 0,-1 0 1 0 0,2 0 0 0 0,-1 1-1 0 0,1 0 1 0 0,0 0 0 0 0,1 0-1 0 0,-1 0 1 0 0,2 1-1 0 0,-1-1 1 0 0,1 1 0 0 0,-3 15-1 0 0,3-7-6 0 0,1 0 0 0 0,0 0 0 0 0,1 1-1 0 0,1-1 1 0 0,4 32 0 0 0,0-27 21 0 0,0 0 1 0 0,2 0 0 0 0,1 0-1 0 0,0-1 1 0 0,2 0-1 0 0,0 0 1 0 0,23 36 0 0 0,-10-25 5 0 0,1-1 0 0 0,1-1 0 0 0,51 49 0 0 0,-56-63 10 0 0,1 0-1 0 0,0-2 0 0 0,1 0 1 0 0,0-1-1 0 0,26 11 1 0 0,-4-6-53 0 0,80 25 1 0 0,-50-26 146 0 0,1-2 0 0 0,0-3 0 0 0,1-4 0 0 0,96-1 0 0 0,301-39 344 0 0,-130-20-108 0 0,-2-17-141 0 0,-118 24 1 0 0,-62 6 3 0 0,-45 10-56 0 0,-17 6-93 0 0,274-52-2 0 0,-240 55 117 0 0,79-8 352 0 0,-170 29-474 0 0,-36 0-62 0 0,1-1 1 0 0,-1 1-1 0 0,1-1 0 0 0,-1 0 0 0 0,1 0 0 0 0,-1-1 0 0 0,1 0 1 0 0,-1 0-1 0 0,0 0 0 0 0,10-4 0 0 0,-13 5-352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1.908"/>
    </inkml:context>
    <inkml:brush xml:id="br0">
      <inkml:brushProperty name="width" value="0.05" units="cm"/>
      <inkml:brushProperty name="height" value="0.05" units="cm"/>
    </inkml:brush>
  </inkml:definitions>
  <inkml:trace contextRef="#ctx0" brushRef="#br0">0 0 13224 0 0,'0'0'952'0'0,"6"4"-856"0"0,-2-2-95 0 0,-1 0 1 0 0,1-1 0 0 0,-1 1 0 0 0,1-1-1 0 0,0 1 1 0 0,0-1 0 0 0,0 0 0 0 0,5 0 0 0 0,14 4 558 0 0,-21-4-428 0 0,0-1 1 0 0,0 1-1 0 0,-1 0 0 0 0,1-1 1 0 0,0 1-1 0 0,-1 0 1 0 0,1 0-1 0 0,-1 0 1 0 0,1 1-1 0 0,-1-1 1 0 0,1 0-1 0 0,1 3 1 0 0,0-1 142 0 0,-1-1 1 0 0,1 0-1 0 0,0 0 0 0 0,0 0 1 0 0,5 3-1 0 0,107 54 3609 0 0,-85-41-3719 0 0,-24-14 926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2.246"/>
    </inkml:context>
    <inkml:brush xml:id="br0">
      <inkml:brushProperty name="width" value="0.05" units="cm"/>
      <inkml:brushProperty name="height" value="0.05" units="cm"/>
    </inkml:brush>
  </inkml:definitions>
  <inkml:trace contextRef="#ctx0" brushRef="#br0">1 28 17919 0 0,'1'1'66'0'0,"1"-1"0"0"0,-1 1 0 0 0,0 0 0 0 0,1-1-1 0 0,-1 0 1 0 0,1 1 0 0 0,-1-1 0 0 0,1 0 0 0 0,-1 1-1 0 0,1-1 1 0 0,-1 0 0 0 0,1 0 0 0 0,-1 0 0 0 0,1-1-1 0 0,-1 1 1 0 0,1 0 0 0 0,-1-1 0 0 0,3 0-1 0 0,13-1-67 0 0,-4 2-17 0 0,1 1 0 0 0,-1 0 0 0 0,1 1 0 0 0,12 3-1 0 0,2-1 43 0 0,-26-3 1162 0 0,-2-1-1118 0 0,4 0-42 0 0,-3-1-35 0 0,0 1 0 0 0,0-1-1 0 0,0 0 1 0 0,0 1 0 0 0,0-1-1 0 0,-1 0 1 0 0,1 0 0 0 0,0 1-1 0 0,0-1 1 0 0,-1 0 0 0 0,1 0-1 0 0,0 0 1 0 0,-1 0 0 0 0,2-2-1 0 0,1-1-86 0 0,-1 1 76 0 0,-1 1-107 0 0,1 0 0 0 0,-1 0 1 0 0,1 0-1 0 0,-1 1 1 0 0,1-1-1 0 0,3-2 1 0 0,4-1-303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2.821"/>
    </inkml:context>
    <inkml:brush xml:id="br0">
      <inkml:brushProperty name="width" value="0.05" units="cm"/>
      <inkml:brushProperty name="height" value="0.05" units="cm"/>
    </inkml:brush>
  </inkml:definitions>
  <inkml:trace contextRef="#ctx0" brushRef="#br0">5 95 8360 0 0,'0'0'620'0'0,"-1"0"-584"0"0,1 0 0 0 0,0 0-1 0 0,0 0 1 0 0,0 0 0 0 0,0 0 0 0 0,-1 0 0 0 0,1 0 0 0 0,0 0 0 0 0,0 1 0 0 0,0-1 0 0 0,0 0 0 0 0,-1 0-1 0 0,1 0 1 0 0,0 0 0 0 0,0 0 0 0 0,0 0 0 0 0,0 0 0 0 0,0 0 0 0 0,0 1 0 0 0,-1-1 0 0 0,1 0 0 0 0,0 0 0 0 0,0 0-1 0 0,0 0 1 0 0,0 0 0 0 0,0 1 0 0 0,0-1 0 0 0,0 0 0 0 0,0 0 0 0 0,0 0 0 0 0,0 0 0 0 0,0 1 0 0 0,0-1-1 0 0,0 0 1 0 0,0 0 0 0 0,0 0 0 0 0,0 0 0 0 0,0 1 0 0 0,0-1 0 0 0,0 0 0 0 0,0 0 0 0 0,2 2 55 0 0,0 0 0 0 0,0 0 0 0 0,1 0 0 0 0,-1 0 0 0 0,0-1 0 0 0,1 1 0 0 0,-1-1 0 0 0,1 0 0 0 0,0 0 0 0 0,-1 0 0 0 0,1 0 0 0 0,0 0 0 0 0,0 0 0 0 0,0-1 0 0 0,0 0 0 0 0,-1 1 0 0 0,1-1 1 0 0,0 0-1 0 0,0 0 0 0 0,0-1 0 0 0,3 1 0 0 0,9-3 675 0 0,0 0 0 0 0,28-10 0 0 0,-21 6-323 0 0,6-1 93 0 0,104-29 1111 0 0,-63 23-1012 0 0,-39 8-168 0 0,58-17-1 0 0,-84 21-428 0 0,-1 1 0 0 0,1 0-1 0 0,0 1 1 0 0,0-1 0 0 0,0 1-1 0 0,-1 0 1 0 0,1 0 0 0 0,0 0-1 0 0,0 0 1 0 0,0 0 0 0 0,0 1-1 0 0,0 0 1 0 0,5 2 0 0 0,7 0 90 0 0,-16-3-141 0 0,7 2-214 0 0,0-1 0 0 0,0 0 0 0 0,13 0 0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3.269"/>
    </inkml:context>
    <inkml:brush xml:id="br0">
      <inkml:brushProperty name="width" value="0.05" units="cm"/>
      <inkml:brushProperty name="height" value="0.05" units="cm"/>
    </inkml:brush>
  </inkml:definitions>
  <inkml:trace contextRef="#ctx0" brushRef="#br0">178 1 14976 0 0,'0'0'324'0'0,"1"1"-3"0"0,20 5-193 0 0,-13-4-118 0 0,1 0 1 0 0,-1 1-1 0 0,0 1 1 0 0,0-1-1 0 0,10 7 1 0 0,-13-7-121 0 0,0 1 0 0 0,-1 0 0 0 0,1-1 1 0 0,6 9-1 0 0,-9-10 15 0 0,0 0 0 0 0,-1 0 0 0 0,0 0 0 0 0,1 1 0 0 0,-1-1 0 0 0,0 0 0 0 0,0 0 0 0 0,-1 1 0 0 0,1-1 0 0 0,0 1 0 0 0,-1-1 0 0 0,1 0 0 0 0,-1 6 0 0 0,6 22 306 0 0,-6-19 82 0 0,2 0 1 0 0,-1 0 0 0 0,6 15-1 0 0,11 62 285 0 0,-11-48-554 0 0,0 6-24 0 0,-1-1 0 0 0,-3 1 0 0 0,-2 0 0 0 0,-2 0 0 0 0,-7 52 0 0 0,-6-10 0 0 0,-42 147 0 0 0,34-162 141 0 0,-55 118 0 0 0,31-105 497 0 0,-4 8 177 0 0,39-72-560 0 0,-18 25 0 0 0,15-25-238 0 0,-13 27 0 0 0,22-38-75 0 0,5-9-256 0 0,0-30-2355 0 0,0 12 2047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3.619"/>
    </inkml:context>
    <inkml:brush xml:id="br0">
      <inkml:brushProperty name="width" value="0.05" units="cm"/>
      <inkml:brushProperty name="height" value="0.05" units="cm"/>
    </inkml:brush>
  </inkml:definitions>
  <inkml:trace contextRef="#ctx0" brushRef="#br0">0 195 15616 0 0,'27'-8'1070'0'0,"-12"6"-1041"0"0,1-2-1 0 0,-1 0 0 0 0,1-1 1 0 0,16-7-1 0 0,58-33 139 0 0,-73 36-183 0 0,50-19 127 0 0,-32 15 6 0 0,-8 4-33 0 0,10-5 40 0 0,-35 14-118 0 0,13-9 102 0 0,1 1 0 0 0,0 1 0 0 0,25-7 0 0 0,-33 10 428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3.954"/>
    </inkml:context>
    <inkml:brush xml:id="br0">
      <inkml:brushProperty name="width" value="0.05" units="cm"/>
      <inkml:brushProperty name="height" value="0.05" units="cm"/>
    </inkml:brush>
  </inkml:definitions>
  <inkml:trace contextRef="#ctx0" brushRef="#br0">0 0 17103 0 0,'37'45'874'0'0,"7"8"-858"0"0,-28-35-17 0 0,25 37 0 0 0,-26-30-307 0 0,0 1 0 0 0,15 39-1 0 0,-22-48 166 0 0,-4-10 59 0 0,-1-1 0 0 0,0 1-1 0 0,3 11 1 0 0,-5-11 83 0 0,-1-5 101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4.416"/>
    </inkml:context>
    <inkml:brush xml:id="br0">
      <inkml:brushProperty name="width" value="0.05" units="cm"/>
      <inkml:brushProperty name="height" value="0.05" units="cm"/>
    </inkml:brush>
  </inkml:definitions>
  <inkml:trace contextRef="#ctx0" brushRef="#br0">0 310 14064 0 0,'0'0'726'0'0,"2"0"-671"0"0,9 7-1 0 0,-10-7-46 0 0,0 1 1 0 0,0 0 0 0 0,0-1 0 0 0,0 1 0 0 0,0 0 0 0 0,0-1 0 0 0,0 1 0 0 0,0-1-1 0 0,0 0 1 0 0,0 1 0 0 0,0-1 0 0 0,1 0 0 0 0,-1 0 0 0 0,0 1 0 0 0,0-1 0 0 0,0 0-1 0 0,0 0 1 0 0,1 0 0 0 0,-1-1 0 0 0,0 1 0 0 0,0 0 0 0 0,0 0 0 0 0,2-1 0 0 0,16-7 185 0 0,-1-1 1 0 0,-1-1 0 0 0,1 0-1 0 0,-2-1 1 0 0,29-25 0 0 0,-16 13-12 0 0,168-112 1623 0 0,-169 117-1452 0 0,1-5 123 0 0,6-3 23 0 0,-32 24-405 0 0,0 0 0 0 0,0 1 1 0 0,0-1-1 0 0,0 1 0 0 0,0 0 1 0 0,0 0-1 0 0,0 0 1 0 0,1 0-1 0 0,-1 1 0 0 0,5-1 1 0 0,-7 1-85 0 0,-1 0 0 0 0,1 1 0 0 0,-1-1 0 0 0,1 0 0 0 0,-1 0 0 0 0,1 1 0 0 0,-1-1 0 0 0,1 0 0 0 0,-1 1 0 0 0,1-1 1 0 0,-1 0-1 0 0,1 1 0 0 0,-1-1 0 0 0,0 0 0 0 0,1 1 0 0 0,-1-1 0 0 0,1 1 0 0 0,-1-1 0 0 0,0 1 0 0 0,0-1 0 0 0,1 1 0 0 0,-1-1 0 0 0,0 1 0 0 0,0 0 1 0 0,0-1-1 0 0,0 1 0 0 0,1-1 0 0 0,-1 1 0 0 0,0-1 0 0 0,0 1 0 0 0,0 0 0 0 0,0 0 0 0 0,-2 20 18 0 0,0-13-23 0 0,-1-1-1 0 0,0 1 1 0 0,0-1-1 0 0,-1 0 1 0 0,-8 13-1 0 0,0-1-71 0 0,-12 24-158 0 0,-2-1-1 0 0,-1-1 0 0 0,-3-2 1 0 0,-40 43-1 0 0,-16 8-236 0 0,-15 17 394 0 0,74-81 67 0 0,11-12 168 0 0,-27 31 0 0 0,38-36 53 0 0,9-9 254 0 0,14-11 27 0 0,-16 10-564 0 0,24-17 181 0 0,31-31 0 0 0,-18 16 69 0 0,-28 23-82 0 0,16-18 0 0 0,5-6 48 0 0,30-24 90 0 0,-52 48-200 0 0,-1 0 0 0 0,-1-1 0 0 0,0 0 0 0 0,8-14 0 0 0,-7 9 7 0 0,-6 11-49 0 0,0-1 1 0 0,0 1 0 0 0,0-1 0 0 0,1-6-1 0 0,-1 0-143 0 0,0 0 0 0 0,-1-1 0 0 0,-1 1 0 0 0,0-24 0 0 0,2 0-1848 0 0,-2 18 75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5.281"/>
    </inkml:context>
    <inkml:brush xml:id="br0">
      <inkml:brushProperty name="width" value="0.05" units="cm"/>
      <inkml:brushProperty name="height" value="0.05" units="cm"/>
    </inkml:brush>
  </inkml:definitions>
  <inkml:trace contextRef="#ctx0" brushRef="#br0">0 1 12824 0 0,'0'0'274'0'0,"9"0"97"0"0,-6 0-356 0 0,0 1-1 0 0,0-1 1 0 0,0 1-1 0 0,0 0 1 0 0,0 0 0 0 0,-1 0-1 0 0,1 0 1 0 0,0 1-1 0 0,3 1 1 0 0,22 17 506 0 0,-1 3 227 0 0,14 9-307 0 0,-21-18 260 0 0,24 22 0 0 0,20 30 946 0 0,-52-52-1406 0 0,30 39 510 0 0,-34-42-522 0 0,-1 0 0 0 0,0 0 0 0 0,12 25 0 0 0,4 8-216 0 0,-11-22-13 0 0,3 5 0 0 0,-2-8 0 0 0,0 0 0 0 0,10 23 0 0 0,-7-12 0 0 0,8 17 34 0 0,22 63-1 0 0,23 125 296 0 0,-61-205-341 0 0,17 58 11 0 0,16 71 136 0 0,-7-4-61 0 0,10 29 44 0 0,-17-79 59 0 0,-23-89-130 0 0,8 37 408 0 0,27 71 0 0 0,11 35 109 0 0,-34-102-38 0 0,-12-26-16 0 0,-3-26-398 0 0,-1 0 0 0 0,1 0-1 0 0,2 10 1 0 0,-2-14-105 0 0,-1-1 1 0 0,0 1 0 0 0,0-1-1 0 0,1 1 1 0 0,-1 0-1 0 0,0-1 1 0 0,0 1-1 0 0,0 0 1 0 0,0-1-1 0 0,0 1 1 0 0,0 0-1 0 0,0-1 1 0 0,0 1-1 0 0,0 0 1 0 0,0 0-1 0 0,-1 2 14 0 0,1-1 715 0 0,-2-4-724 0 0,0 1 0 0 0,1 0 0 0 0,-1-1 0 0 0,0 1 0 0 0,1-1 0 0 0,-1 0 0 0 0,-1-3 0 0 0,-2-3-378 0 0,0-1-1 0 0,0 0 0 0 0,1 0 1 0 0,1-1-1 0 0,-4-13 1 0 0,3 10-131 0 0,-11-43-2128 0 0,-9-66 0 0 0,17 80 1644 0 0,-11-89-1281 0 0,1-150 0 0 0,16 255 2175 0 0,-4-195 656 0 0,3 164 5 0 0,1 23 551 0 0,-8-59 0 0 0,9 92-1052 0 0,0 1-1 0 0,0 0 0 0 0,0-1 0 0 0,0 1 1 0 0,0 0-1 0 0,0-1 0 0 0,0 1 1 0 0,0 0-1 0 0,0-1 0 0 0,0 1 0 0 0,-1 0 1 0 0,1 0-1 0 0,0-1 0 0 0,0 1 1 0 0,0 0-1 0 0,0-1 0 0 0,-1 1 1 0 0,1 0-1 0 0,0 0 0 0 0,0-1 0 0 0,0 1 1 0 0,-1 0-1 0 0,1 0 0 0 0,0 0 1 0 0,0-1-1 0 0,-1 1 0 0 0,-5 6 820 0 0,-8 25-664 0 0,7-14 68 0 0,-66 155 540 0 0,51-116-665 0 0,-20 65 238 0 0,-17 40-184 0 0,36-117-81 0 0,22-42-80 0 0,0-4-754 0 0,-3-10-172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5.616"/>
    </inkml:context>
    <inkml:brush xml:id="br0">
      <inkml:brushProperty name="width" value="0.05" units="cm"/>
      <inkml:brushProperty name="height" value="0.05" units="cm"/>
    </inkml:brush>
  </inkml:definitions>
  <inkml:trace contextRef="#ctx0" brushRef="#br0">10 1 17103 0 0,'-5'17'352'0'0,"0"-4"96"0"0,5 1-360 0 0,5 5-88 0 0,-5 3 0 0 0,5-5 0 0 0,-5 10 224 0 0,5 0 24 0 0,0 5 8 0 0,1-6 0 0 0,4 6-192 0 0,-5-1-64 0 0,-5 1 0 0 0,5-5 0 0 0,-5-5-1216 0 0,5 1-295 0 0,-5-1-57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6.318"/>
    </inkml:context>
    <inkml:brush xml:id="br0">
      <inkml:brushProperty name="width" value="0.05" units="cm"/>
      <inkml:brushProperty name="height" value="0.05" units="cm"/>
    </inkml:brush>
  </inkml:definitions>
  <inkml:trace contextRef="#ctx0" brushRef="#br0">1 390 14312 0 0,'0'0'614'0'0,"0"-9"-387"0"0,0 5-199 0 0,0 0 0 0 0,1 0 0 0 0,0 0 0 0 0,0 1 0 0 0,0-1 0 0 0,0 0 0 0 0,1 0 0 0 0,-1 1 0 0 0,1-1 0 0 0,3-3 0 0 0,26-36-74 0 0,-16 24-25 0 0,152-187 567 0 0,-162 201-374 0 0,0-1 1 0 0,0 1-1 0 0,1 1 1 0 0,-1-1-1 0 0,1 1 1 0 0,1 0 0 0 0,-1 0-1 0 0,0 1 1 0 0,1 0-1 0 0,0 0 1 0 0,0 0-1 0 0,0 1 1 0 0,0 0 0 0 0,7-1-1 0 0,6-1 224 0 0,-13 1-168 0 0,1 2 0 0 0,1-1 0 0 0,13 0-1 0 0,0 2 46 0 0,-1 1-1 0 0,0 1 1 0 0,1 1-1 0 0,22 6 0 0 0,-29-4-167 0 0,-1 0 0 0 0,1 1 0 0 0,-1 0 0 0 0,0 1 0 0 0,0 0 0 0 0,17 14-1 0 0,-13-9-46 0 0,0 2 0 0 0,-2 0 0 0 0,1 1 0 0 0,-2 1 0 0 0,0 0 0 0 0,-1 1 0 0 0,14 22 0 0 0,-16-21-9 0 0,-1 2 0 0 0,16 39-1 0 0,-23-47 35 0 0,-1-1-1 0 0,0 0 1 0 0,-1 1-1 0 0,0 0 1 0 0,-1-1-1 0 0,0 1 1 0 0,-1 18-1 0 0,-2-14 70 0 0,0-1 0 0 0,-2 1 0 0 0,1 0 0 0 0,-2-1 0 0 0,0 0 0 0 0,-1 0 0 0 0,-11 22 0 0 0,5-17 48 0 0,0-1-1 0 0,0 0 0 0 0,-2-1 1 0 0,-28 29-1 0 0,13-17-103 0 0,-2-1 0 0 0,-1-1 0 0 0,-2-2-1 0 0,-67 40 1 0 0,74-51-52 0 0,-1-1-1 0 0,0-1 1 0 0,-35 9-1 0 0,53-19-39 0 0,-1-1-1 0 0,1 0 1 0 0,-1-1-1 0 0,1 0 1 0 0,-16-1-1 0 0,19 0-22 0 0,0-1 0 0 0,1 0 0 0 0,-1-1 1 0 0,0 1-1 0 0,1-1 0 0 0,-1-1 0 0 0,1 1 0 0 0,0-1 0 0 0,-9-5 0 0 0,-10-10-234 0 0,4 1-8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6.652"/>
    </inkml:context>
    <inkml:brush xml:id="br0">
      <inkml:brushProperty name="width" value="0.05" units="cm"/>
      <inkml:brushProperty name="height" value="0.05" units="cm"/>
    </inkml:brush>
  </inkml:definitions>
  <inkml:trace contextRef="#ctx0" brushRef="#br0">6 1 19455 0 0,'15'105'1001'0'0,"-10"-61"-1010"0"0,10 179 1733 0 0,-26 119-757 0 0,-4-243-163 0 0,5-45-115 0 0,6-20 94 0 0,4-32-138 0 0,11-19-1137 0 0,-8 12 339 0 0,0 1-1 0 0,0-1 0 0 0,-1 1 1 0 0,1-1-1 0 0,-1 0 1 0 0,0 0-1 0 0,0 0 0 0 0,0-1 1 0 0,1-8-1 0 0,-3 13 84 0 0,9-30-1404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7.388"/>
    </inkml:context>
    <inkml:brush xml:id="br0">
      <inkml:brushProperty name="width" value="0.05" units="cm"/>
      <inkml:brushProperty name="height" value="0.05" units="cm"/>
    </inkml:brush>
  </inkml:definitions>
  <inkml:trace contextRef="#ctx0" brushRef="#br0">375 127 12240 0 0,'-3'3'94'0'0,"-14"7"441"0"0,14-10-349 0 0,1 1 1 0 0,-1-1 0 0 0,1 1-1 0 0,-1-1 1 0 0,0 0-1 0 0,1 0 1 0 0,-1 0-1 0 0,-3-1 1 0 0,-2 0 2091 0 0,6 0-2023 0 0,0 0 1 0 0,0-1-1 0 0,0 1 0 0 0,1-1 1 0 0,-1 0-1 0 0,0 1 0 0 0,-1-3 1 0 0,0 0-24 0 0,0 1-37 0 0,0 1 1 0 0,1-1 0 0 0,-1 1-1 0 0,0 0 1 0 0,0 0-1 0 0,0 0 1 0 0,0 0 0 0 0,-1 1-1 0 0,1-1 1 0 0,-5 0-1 0 0,1 0 75 0 0,0 1-1 0 0,-1 0 1 0 0,1 1-1 0 0,-9 0 0 0 0,4-1-42 0 0,8 1-188 0 0,1-1 0 0 0,-1 1 1 0 0,0 0-1 0 0,1 0 0 0 0,-1 0 1 0 0,1 1-1 0 0,-1-1 0 0 0,1 1 0 0 0,-1 0 1 0 0,1 0-1 0 0,-1 0 0 0 0,1 0 1 0 0,0 1-1 0 0,-6 2 0 0 0,4 1-42 0 0,-1 1-1 0 0,1-1 0 0 0,0 1 0 0 0,-4 7 1 0 0,-21 19-247 0 0,-26 73-247 0 0,41-75 390 0 0,4 5 43 0 0,5-15 64 0 0,6-15-5 0 0,1-2-4 0 0,-1-1-8 0 0,1-1 1 0 0,-1 0 0 0 0,0 0-1 0 0,1 1 1 0 0,-1-1 0 0 0,1 0-1 0 0,0 0 1 0 0,-1 0 0 0 0,1 0-1 0 0,0 0 1 0 0,0 0 0 0 0,-1 0-1 0 0,1 0 1 0 0,0 0 0 0 0,0 0 0 0 0,0 0-1 0 0,0-1 1 0 0,0 1 0 0 0,0 0-1 0 0,0-1 1 0 0,1 1 0 0 0,-1-1-1 0 0,0 1 1 0 0,0-1 0 0 0,0 1-1 0 0,1-1 1 0 0,-1 0 0 0 0,1 1-1 0 0,4-2-4 0 0,-1 1-1 0 0,0-1 0 0 0,0 0 1 0 0,0 0-1 0 0,-1 0 0 0 0,1 0 1 0 0,0-1-1 0 0,0 0 0 0 0,-1 0 1 0 0,1 0-1 0 0,6-6 0 0 0,3-1 35 0 0,-2-2-1 0 0,15-14 0 0 0,1-1-29 0 0,-9 10 49 0 0,0-2 0 0 0,-2 0 0 0 0,0-1 0 0 0,-1-1 0 0 0,0 0 0 0 0,21-40 0 0 0,-27 42-6 0 0,51-93 460 0 0,-60 110-70 0 0,-1 7-399 0 0,0 0 0 0 0,0 0-1 0 0,-1 0 1 0 0,-1 7 0 0 0,-1 12-21 0 0,6 15-20 0 0,1 1 0 0 0,15 67 0 0 0,-3-54 24 0 0,-6-22 0 0 0,-7-22 29 0 0,0 0-1 0 0,2-1 1 0 0,-1 1 0 0 0,1-1-1 0 0,1 1 1 0 0,9 12-1 0 0,-7-14 7 0 0,-6-6 786 0 0,-8-12-4717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7.723"/>
    </inkml:context>
    <inkml:brush xml:id="br0">
      <inkml:brushProperty name="width" value="0.05" units="cm"/>
      <inkml:brushProperty name="height" value="0.05" units="cm"/>
    </inkml:brush>
  </inkml:definitions>
  <inkml:trace contextRef="#ctx0" brushRef="#br0">1 0 20215 0 0,'9'139'1512'0'0,"-6"-101"-1427"0"0,-2-26-51 0 0,0-1 0 0 0,0 1-1 0 0,4 14 1 0 0,5 25 40 0 0,-5-22-86 0 0,-4-24-20 0 0,-1-5 159 0 0,0 28-1624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8.091"/>
    </inkml:context>
    <inkml:brush xml:id="br0">
      <inkml:brushProperty name="width" value="0.05" units="cm"/>
      <inkml:brushProperty name="height" value="0.05" units="cm"/>
    </inkml:brush>
  </inkml:definitions>
  <inkml:trace contextRef="#ctx0" brushRef="#br0">0 175 18871 0 0,'2'4'65'0'0,"0"0"0"0"0,0-1-1 0 0,0 0 1 0 0,1 1 0 0 0,-1-1-1 0 0,1 0 1 0 0,0 0 0 0 0,0-1-1 0 0,0 1 1 0 0,0-1-1 0 0,0 1 1 0 0,1-1 0 0 0,-1 0-1 0 0,1 0 1 0 0,-1 0 0 0 0,1-1-1 0 0,0 1 1 0 0,-1-1 0 0 0,1 0-1 0 0,0 0 1 0 0,0 0-1 0 0,0 0 1 0 0,0-1 0 0 0,8 0-1 0 0,1 0-16 0 0,0 0 0 0 0,1-1 0 0 0,-1-1 0 0 0,0 0 0 0 0,21-6 0 0 0,-24 5-29 0 0,23-8 156 0 0,59-28-1 0 0,-23 6 327 0 0,10-6 273 0 0,-4-2-486 0 0,-61 33-268 0 0,1 1-1 0 0,-1 0 1 0 0,1 1-1 0 0,0 0 1 0 0,22-5-1 0 0,0 8-19 0 0,-29 2-14 0 0,-6 1-308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8.475"/>
    </inkml:context>
    <inkml:brush xml:id="br0">
      <inkml:brushProperty name="width" value="0.05" units="cm"/>
      <inkml:brushProperty name="height" value="0.05" units="cm"/>
    </inkml:brush>
  </inkml:definitions>
  <inkml:trace contextRef="#ctx0" brushRef="#br0">223 140 17959 0 0,'0'0'390'0'0,"2"2"-8"0"0,1 1-351 0 0,1 0-1 0 0,-1 0 1 0 0,1 0-1 0 0,0 0 1 0 0,0-1-1 0 0,0 0 1 0 0,0 1-1 0 0,0-2 1 0 0,7 3-1 0 0,-8-3-4 0 0,0 0 1 0 0,0-1-1 0 0,-1 1 1 0 0,1-1-1 0 0,0 0 1 0 0,0 0-1 0 0,0 0 1 0 0,0 0-1 0 0,0 0 1 0 0,0-1-1 0 0,0 0 1 0 0,0 1-1 0 0,0-1 1 0 0,-1 0-1 0 0,1 0 1 0 0,4-3-1 0 0,-4 2-76 0 0,0 0 0 0 0,0 0 1 0 0,0 0-1 0 0,-1 0 0 0 0,1-1 0 0 0,-1 0 1 0 0,0 1-1 0 0,0-1 0 0 0,0 0 0 0 0,0 0 0 0 0,0 0 1 0 0,0 0-1 0 0,-1 0 0 0 0,0 0 0 0 0,1-1 0 0 0,-1 1 1 0 0,0 0-1 0 0,-1-1 0 0 0,1 1 0 0 0,-1-1 0 0 0,1 1 1 0 0,-1-1-1 0 0,0 1 0 0 0,0 0 0 0 0,-2-8 0 0 0,0 6 325 0 0,-1-1 0 0 0,1 0 0 0 0,-2 1-1 0 0,1 0 1 0 0,0-1 0 0 0,-1 1 0 0 0,0 0-1 0 0,0 1 1 0 0,-1-1 0 0 0,1 1 0 0 0,-1 0-1 0 0,0 0 1 0 0,-7-4 0 0 0,7 7-267 0 0,0-1 0 0 0,0 1 0 0 0,0 0 1 0 0,0 1-1 0 0,-1-1 0 0 0,1 1 0 0 0,0 0 0 0 0,0 0 0 0 0,0 0 0 0 0,-1 1 1 0 0,1 0-1 0 0,0 0 0 0 0,0 0 0 0 0,0 1 0 0 0,0 0 0 0 0,0 0 1 0 0,-5 3-1 0 0,-20 11-194 0 0,23-13 136 0 0,0 0 0 0 0,1 1-1 0 0,-1 0 1 0 0,1 0 0 0 0,0 1 0 0 0,-11 9-1 0 0,2 2-11 0 0,4-5-10 0 0,1 0 0 0 0,0 0-1 0 0,1 1 1 0 0,0 0 0 0 0,-8 15-1 0 0,-18 43-219 0 0,35-69 286 0 0,0-1 0 0 0,0 1-1 0 0,0-1 1 0 0,0 1-1 0 0,0 0 1 0 0,0-1-1 0 0,0 1 1 0 0,0-1 0 0 0,0 1-1 0 0,0 0 1 0 0,0-1-1 0 0,0 1 1 0 0,1-1 0 0 0,-1 1-1 0 0,0 0 1 0 0,0-1-1 0 0,1 1 1 0 0,-1-1 0 0 0,0 1-1 0 0,0-1 1 0 0,1 1-1 0 0,-1-1 1 0 0,1 1-1 0 0,-1-1 1 0 0,0 0 0 0 0,1 1-1 0 0,-1-1 1 0 0,1 1-1 0 0,-1-1 1 0 0,1 0 0 0 0,-1 0-1 0 0,1 1 1 0 0,1-1-1 0 0,-1 1-3 0 0,1 0 0 0 0,-1 0 0 0 0,1-1 0 0 0,-1 1 0 0 0,1-1-1 0 0,0 1 1 0 0,-1-1 0 0 0,1 1 0 0 0,0-1 0 0 0,-1 0 0 0 0,4 0-1 0 0,11-4-21 0 0,0-1-1 0 0,0 0 0 0 0,25-14 1 0 0,-31 14 91 0 0,0-1 1 0 0,11-9 0 0 0,15-10 106 0 0,5 2-3 0 0,-22 11-86 0 0,0 1 1 0 0,1 1 0 0 0,0 0-1 0 0,38-11 1 0 0,-56 21-49 0 0,1-1 0 0 0,0 1 1 0 0,0-1-1 0 0,0 1 1 0 0,-1 0-1 0 0,1 0 0 0 0,0 0 1 0 0,0 1-1 0 0,0-1 0 0 0,-1 1 1 0 0,1-1-1 0 0,0 1 1 0 0,-1 0-1 0 0,1 0 0 0 0,0 0 1 0 0,-1 0-1 0 0,1 1 1 0 0,-1-1-1 0 0,0 1 0 0 0,1-1 1 0 0,-1 1-1 0 0,0 0 0 0 0,0 0 1 0 0,0 0-1 0 0,0 0 1 0 0,0 0-1 0 0,1 3 0 0 0,2 3 224 0 0,0-1 0 0 0,0 1 0 0 0,-1 0 0 0 0,0 0 0 0 0,5 17 0 0 0,-3-5 149 0 0,5 31 0 0 0,-6-13-475 0 0,-2-1 1 0 0,-1 1 0 0 0,-6 73-1 0 0,3-88-539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27.370"/>
    </inkml:context>
    <inkml:brush xml:id="br0">
      <inkml:brushProperty name="width" value="0.05" units="cm"/>
      <inkml:brushProperty name="height" value="0.05" units="cm"/>
    </inkml:brush>
  </inkml:definitions>
  <inkml:trace contextRef="#ctx0" brushRef="#br0">124 0 8360 0 0,'0'0'3090'0'0,"-1"2"-2786"0"0,-32 32 4334 0 0,31-32-4119 0 0,2-1-343 0 0,-4 8 209 0 0,0 0 0 0 0,1 0-1 0 0,1 0 1 0 0,0 1-1 0 0,0-1 1 0 0,-1 13 0 0 0,-1 7-7 0 0,1-6-183 0 0,-1 43 0 0 0,1 2-128 0 0,1-44-53 0 0,2 29 0 0 0,0 15 141 0 0,-4 125-25 0 0,4-155-27 0 0,5 117 217 0 0,4-28-262 0 0,-2-61 102 0 0,13 99 334 0 0,-15-127-494 0 0,0 19 84 0 0,0 101 240 0 0,-5-137-295 0 0,-4 133 681 0 0,-2-23-411 0 0,7 43 131 0 0,3-66-250 0 0,1 67-180 0 0,-15 6 302 0 0,-1 2 76 0 0,6-74-50 0 0,4-40-193 0 0,1 60 8 0 0,7 110-123 0 0,-8-184 24 0 0,-4 9 177 0 0,0 12 242 0 0,0 1-297 0 0,-5 85 70 0 0,10-126-125 0 0,-4 98 36 0 0,-1-83-134 0 0,-1 15-16 0 0,-10 57 186 0 0,10-71-110 0 0,-8 43 183 0 0,11-75-190 0 0,1-1 0 0 0,0 1 0 0 0,3 32 0 0 0,0-13-89 0 0,4 72 14 0 0,0-32 6 0 0,0-2 21 0 0,0 3 195 0 0,0 3 103 0 0,-5 339-228 0 0,5-252 72 0 0,0 41-32 0 0,-4-184-128 0 0,-1-7 0 0 0,0 0 0 0 0,-5 31 0 0 0,0-11 0 0 0,2-24 0 0 0,1 0 0 0 0,1 0 0 0 0,1 28 0 0 0,0-19 0 0 0,5 56 0 0 0,-5 395 320 0 0,5-418-320 0 0,0 28 0 0 0,-5 258 375 0 0,0-333-314 0 0,-4 2-49 0 0,3-5-44 0 0,1-7-136 0 0,-4-1-2110 0 0,-2 0-1357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28.472"/>
    </inkml:context>
    <inkml:brush xml:id="br0">
      <inkml:brushProperty name="width" value="0.05" units="cm"/>
      <inkml:brushProperty name="height" value="0.05" units="cm"/>
    </inkml:brush>
  </inkml:definitions>
  <inkml:trace contextRef="#ctx0" brushRef="#br0">7 190 18871 0 0,'0'0'694'0'0,"-1"10"479"0"0,0-8-1014 0 0,0 0 0 0 0,1 1 0 0 0,-1-1 0 0 0,0 1 0 0 0,1-1 0 0 0,-1 0 0 0 0,1 1 1 0 0,0-1-1 0 0,0 1 0 0 0,0-1 0 0 0,0 1 0 0 0,0-1 0 0 0,0 1 0 0 0,1-1 0 0 0,-1 1 0 0 0,1-1 0 0 0,0 1 0 0 0,-1-1 0 0 0,3 4 0 0 0,31 99 342 0 0,-21-62-436 0 0,-4-15-56 0 0,45 136 187 0 0,-38-114-17 0 0,-14-44-118 0 0,-1 1 0 0 0,0 0-1 0 0,0 0 1 0 0,-1-1 0 0 0,0 10 0 0 0,0-13-40 0 0,0 0 266 0 0,6 10 1265 0 0,-5-13-1541 0 0,1 0 0 0 0,-1 0 0 0 0,0-1 0 0 0,0 1-1 0 0,0 0 1 0 0,1-1 0 0 0,-1 1 0 0 0,0-1 0 0 0,0 1 0 0 0,0-1 0 0 0,0 0 0 0 0,0 0 0 0 0,0 1 0 0 0,1-3 0 0 0,-1 3-1 0 0,1-3 3 0 0,0 1-1 0 0,0-1 0 0 0,0 0 0 0 0,0 0 0 0 0,0 0 0 0 0,1-4 0 0 0,9-14 34 0 0,-3 9-46 0 0,-2 0-1 0 0,1 0 1 0 0,-2-1 0 0 0,0 0-1 0 0,5-14 1 0 0,-2 4-14 0 0,35-67-218 0 0,-25 49 247 0 0,-7 16 10 0 0,14-40-1 0 0,-8 18-24 0 0,-1 6 0 0 0,1 11-26 0 0,-16 27 996 0 0,-1 1-917 0 0,4-8-42 0 0,-2 7-30 0 0,-1-1 0 0 0,0 0 0 0 0,1 0 0 0 0,-1 0 0 0 0,-1 0-1 0 0,3-7 1 0 0,-3 10-4 0 0,-1-1-1 0 0,0 1 1 0 0,1 0-1 0 0,-1 0 0 0 0,1 0 1 0 0,0 0-1 0 0,-1 0 0 0 0,1 0 1 0 0,0 0-1 0 0,-1 0 1 0 0,1 0-1 0 0,0 0 0 0 0,0 0 1 0 0,1-1-1 0 0,2-2-67 0 0,0-1 0 0 0,-1 0 0 0 0,0 0 0 0 0,0 0 0 0 0,0 0 0 0 0,0 0 0 0 0,1-6 0 0 0,4-7-37 0 0,-5 11-475 0 0,0-2 0 0 0,4-15 1 0 0,-4 10-572 0 0,2-7-420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0:59.986"/>
    </inkml:context>
    <inkml:brush xml:id="br0">
      <inkml:brushProperty name="width" value="0.05" units="cm"/>
      <inkml:brushProperty name="height" value="0.05" units="cm"/>
    </inkml:brush>
  </inkml:definitions>
  <inkml:trace contextRef="#ctx0" brushRef="#br0">47 1333 15104 0 0,'-2'0'95'0'0,"0"0"0"0"0,1 0 0 0 0,-1 0 0 0 0,0 0 0 0 0,1-1 0 0 0,-1 1 0 0 0,0 0 0 0 0,0-1 0 0 0,1 0 0 0 0,-1 1 0 0 0,1-1 0 0 0,-1 0 0 0 0,0 1 1 0 0,1-1-1 0 0,0 0 0 0 0,-1 0 0 0 0,1 0 0 0 0,-1-1 0 0 0,1 1 0 0 0,0 0 0 0 0,0 0 0 0 0,-2-3 0 0 0,2 1-36 0 0,-1 0-1 0 0,1 0 1 0 0,0-1-1 0 0,0 1 1 0 0,0 0-1 0 0,0-1 1 0 0,1 1 0 0 0,-1-1-1 0 0,1 1 1 0 0,0-6-1 0 0,1-8-15 0 0,0 0 0 0 0,1 1 1 0 0,1-1-1 0 0,8-24 0 0 0,26-61 182 0 0,-27 80-117 0 0,0 2 0 0 0,1-1 0 0 0,27-35 0 0 0,52-50 337 0 0,-50 60-322 0 0,7-4 48 0 0,1 1-1 0 0,91-69 0 0 0,128-63 191 0 0,-140 107-195 0 0,170-73-1 0 0,-85 65-62 0 0,-167 65-70 0 0,5 0-6 0 0,1 2 1 0 0,1 2-1 0 0,0 3 0 0 0,0 2 0 0 0,1 2 0 0 0,0 2 1 0 0,0 3-1 0 0,0 2 0 0 0,0 3 0 0 0,0 1 1 0 0,-1 3-1 0 0,0 3 0 0 0,67 21 0 0 0,-93-22-21 0 0,-2 0 0 0 0,0 2 0 0 0,0 1 0 0 0,-1 1 0 0 0,0 0 0 0 0,-2 2 0 0 0,1 1 0 0 0,-2 0 0 0 0,-1 2 0 0 0,0 0 0 0 0,-1 1 0 0 0,-1 1 0 0 0,-1 1 0 0 0,-1 0 0 0 0,-1 1 0 0 0,20 44 0 0 0,-17-27 48 0 0,-1 0 0 0 0,-3 1 0 0 0,-1 1 0 0 0,-2 0 0 0 0,-2 0 0 0 0,2 44 0 0 0,-3 45 74 0 0,-8-103-85 0 0,-1 1 0 0 0,-8 44-1 0 0,2-37 0 0 0,-1 0 1 0 0,-2-1-1 0 0,-2 0 0 0 0,-1 0 0 0 0,-1-2 0 0 0,-2 0 0 0 0,-40 57 0 0 0,39-66 45 0 0,-1 0 0 0 0,-2-2 0 0 0,0 0 0 0 0,-2-1 0 0 0,0-1 0 0 0,-1-1 0 0 0,-1-1 0 0 0,-1-2 0 0 0,-53 26 0 0 0,52-29 124 0 0,-2-2 1 0 0,1-1-1 0 0,-1-1 1 0 0,-1-2-1 0 0,1-1 1 0 0,-1-1-1 0 0,-37 1 1 0 0,20-5 251 0 0,-1-3 1 0 0,0-2 0 0 0,-67-14-1 0 0,32-2 406 0 0,-85-32 0 0 0,-45-39-391 0 0,159 66-400 0 0,-239-126 56 0 0,277 142-135 0 0,1-1-1 0 0,0-1 0 0 0,0 0 1 0 0,-21-21-1 0 0,30 25-127 0 0,0 1 0 0 0,0-1 0 0 0,1 0 0 0 0,0-1 0 0 0,1 1 0 0 0,-1-1-1 0 0,2 0 1 0 0,-1 0 0 0 0,1-1 0 0 0,0 1 0 0 0,-2-13 0 0 0,-1-25-1156 0 0,6-2-54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00.784"/>
    </inkml:context>
    <inkml:brush xml:id="br0">
      <inkml:brushProperty name="width" value="0.05" units="cm"/>
      <inkml:brushProperty name="height" value="0.05" units="cm"/>
    </inkml:brush>
  </inkml:definitions>
  <inkml:trace contextRef="#ctx0" brushRef="#br0">1 0 15280 0 0,'0'0'660'0'0,"0"2"-542"0"0,0 0-146 0 0,0 1-1 0 0,1-1 1 0 0,-1 0-1 0 0,1 0 1 0 0,0 0-1 0 0,0 1 1 0 0,0-1 0 0 0,0 0-1 0 0,0 0 1 0 0,0 0-1 0 0,1 0 1 0 0,-1-1-1 0 0,0 1 1 0 0,1 0-1 0 0,0 0 1 0 0,-1-1-1 0 0,1 1 1 0 0,0-1-1 0 0,0 0 1 0 0,0 1 0 0 0,0-1-1 0 0,0 0 1 0 0,3 1-1 0 0,8 4-172 0 0,0-1 0 0 0,25 7-1 0 0,-25-9 191 0 0,13 3-38 0 0,1-1 1 0 0,0-2 0 0 0,0 0 0 0 0,37-3 0 0 0,12 2-34 0 0,187 11-41 0 0,120 9 3 0 0,-129-10 54 0 0,-144-9 79 0 0,82 7 230 0 0,-157-8-90 0 0,0 1 0 0 0,0 2 0 0 0,0 2 0 0 0,48 15 0 0 0,-75-19-88 0 0,0 0 1 0 0,0 1-1 0 0,0-1 1 0 0,0 2-1 0 0,-1-1 1 0 0,13 10-1 0 0,-17-11-21 0 0,0 0 0 0 0,0-1 0 0 0,-1 2 0 0 0,1-1 1 0 0,-1 0-1 0 0,1 0 0 0 0,-1 1 0 0 0,0 0 0 0 0,0-1 0 0 0,0 1 0 0 0,-1 0 0 0 0,0 0 0 0 0,1 0 1 0 0,-1 0-1 0 0,1 7 0 0 0,-2 0 56 0 0,0 0 1 0 0,0-1-1 0 0,-1 1 0 0 0,-1-1 1 0 0,1 1-1 0 0,-2-1 0 0 0,1 0 1 0 0,-2 1-1 0 0,1-1 0 0 0,-1-1 1 0 0,-1 1-1 0 0,0 0 0 0 0,0-1 1 0 0,-10 13-1 0 0,-2 0 104 0 0,-2 0 0 0 0,0-1 1 0 0,-2-1-1 0 0,-25 20 0 0 0,18-19 103 0 0,-1-1 0 0 0,-1-1 0 0 0,-1-2 0 0 0,0 0 0 0 0,-1-3 0 0 0,-1 0 0 0 0,0-3 0 0 0,-1 0 0 0 0,0-2-1 0 0,-51 6 1 0 0,62-12-124 0 0,-429 48 2738 0 0,420-49-2728 0 0,-273 10 670 0 0,133-20-209 0 0,142 4-325 0 0,-1-1-1 0 0,1-2 1 0 0,-45-15-1 0 0,71 21-326 0 0,-1-1 0 0 0,1 0 0 0 0,0 0 1 0 0,0-1-1 0 0,0 1 0 0 0,0-1 0 0 0,0 0 0 0 0,1 0 0 0 0,-1 0 0 0 0,1 0 0 0 0,0-1 0 0 0,-1 1 1 0 0,2-1-1 0 0,-1 0 0 0 0,0 0 0 0 0,1 0 0 0 0,0 0 0 0 0,0 0 0 0 0,0-1 0 0 0,0 1 0 0 0,1-1 1 0 0,0 1-1 0 0,-1-6 0 0 0,-1-6-180 0 0,0 0 0 0 0,1 0 0 0 0,1 0 0 0 0,2-33 1 0 0,0 40-181 0 0,0 0 0 0 0,1 0-1 0 0,0 0 1 0 0,1 0 0 0 0,0 0 0 0 0,0 0 0 0 0,1 0 0 0 0,0 1 0 0 0,1 0 0 0 0,6-10 0 0 0,25-33-2974 0 0,-16 26 1073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01.534"/>
    </inkml:context>
    <inkml:brush xml:id="br0">
      <inkml:brushProperty name="width" value="0.05" units="cm"/>
      <inkml:brushProperty name="height" value="0.05" units="cm"/>
    </inkml:brush>
  </inkml:definitions>
  <inkml:trace contextRef="#ctx0" brushRef="#br0">62 198 14792 0 0,'-17'-8'141'0'0,"-12"-7"355"0"0,16 4-356 0 0,12 10-112 0 0,0 0 33 0 0,1 0 1 0 0,0-1-1 0 0,0 1 0 0 0,0 0 1 0 0,0 0-1 0 0,-1 0 0 0 0,1 0 1 0 0,1 0-1 0 0,-1 0 0 0 0,0-1 1 0 0,0 1-1 0 0,0 0 0 0 0,1 0 0 0 0,0-2 1 0 0,2 0-33 0 0,0 1-1 0 0,1 0 1 0 0,-1 0 0 0 0,1 0-1 0 0,0 0 1 0 0,-1 1 0 0 0,1-1-1 0 0,0 1 1 0 0,0 0 0 0 0,0 0 0 0 0,5 0-1 0 0,1-2 14 0 0,71-18 210 0 0,117-25 643 0 0,-175 41-863 0 0,173-28 143 0 0,-134 25-116 0 0,76 1 0 0 0,-69 6 64 0 0,135 18 0 0 0,-149-8-71 0 0,72 23 0 0 0,-121-30-45 0 0,43 13 23 0 0,75 36-1 0 0,-108-43 3 0 0,0 0 0 0 0,-1 1 0 0 0,0 1-1 0 0,15 13 1 0 0,-25-18 1 0 0,-1-1 0 0 0,0 0 1 0 0,0 1-1 0 0,0 0 0 0 0,-1 0 0 0 0,0 0 0 0 0,0 0 0 0 0,0 1 1 0 0,0-1-1 0 0,-1 1 0 0 0,0 0 0 0 0,0-1 0 0 0,-1 1 0 0 0,1 0 1 0 0,0 11-1 0 0,-2-5 18 0 0,0 0 0 0 0,0 1 1 0 0,-1-1-1 0 0,-1 0 0 0 0,0 0 1 0 0,-1 0-1 0 0,0 0 0 0 0,-1 0 1 0 0,-5 11-1 0 0,-3 2-9 0 0,-1-1 0 0 0,-31 46-1 0 0,15-29 90 0 0,-2-2-1 0 0,-2-1 1 0 0,-2-2 0 0 0,0-1-1 0 0,-3-2 1 0 0,-1-2-1 0 0,-1-1 1 0 0,-1-2-1 0 0,-65 33 1 0 0,-5-12 483 0 0,87-40-254 0 0,0-1 1 0 0,-43 8 0 0 0,44-12-42 0 0,0-1 1 0 0,0 0 0 0 0,0-2 0 0 0,0-1 0 0 0,0-1-1 0 0,-32-4 1 0 0,33 0-7 0 0,0 0-1 0 0,0-2 1 0 0,0 0 0 0 0,-35-18-1 0 0,45 19-215 0 0,0-1-1 0 0,1-1 1 0 0,0 0-1 0 0,0 0 1 0 0,1-1-1 0 0,0 0 1 0 0,1-1-1 0 0,0 0 1 0 0,-10-15-1 0 0,5 3-190 0 0,1 0-1 0 0,2 0 1 0 0,0-2 0 0 0,2 1-1 0 0,0-1 1 0 0,1 0 0 0 0,-6-40 0 0 0,8-21-918 0 0,5 59-915 0 0,3-43 1 0 0,1 7-1721 0 0,-3 30 1298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02.237"/>
    </inkml:context>
    <inkml:brush xml:id="br0">
      <inkml:brushProperty name="width" value="0.05" units="cm"/>
      <inkml:brushProperty name="height" value="0.05" units="cm"/>
    </inkml:brush>
  </inkml:definitions>
  <inkml:trace contextRef="#ctx0" brushRef="#br0">1 476 16439 0 0,'1'-1'603'0'0,"5"-15"-240"0"0,-5 12-298 0 0,1 0-1 0 0,-1-1 0 0 0,1 1 1 0 0,0 0-1 0 0,3-4 0 0 0,15-15-69 0 0,0 0-1 0 0,2 1 0 0 0,0 2 0 0 0,2 0 1 0 0,30-20-1 0 0,7 1 166 0 0,3 2 1 0 0,0 3 0 0 0,117-43-1 0 0,-109 54-40 0 0,1 3 0 0 0,1 3 0 0 0,145-14 0 0 0,-156 28-106 0 0,-1 2 0 0 0,69 9-1 0 0,122 25 193 0 0,-236-30-186 0 0,29 4 90 0 0,56 17 0 0 0,-85-19-102 0 0,-1 1 0 0 0,-1 0 0 0 0,1 1 0 0 0,-1 0 0 0 0,0 2 0 0 0,26 19 0 0 0,-37-24 27 0 0,1 0-1 0 0,-1 0 0 0 0,-1 1 1 0 0,1 0-1 0 0,-1 0 1 0 0,1 0-1 0 0,-1 0 1 0 0,-1 0-1 0 0,1 0 1 0 0,-1 1-1 0 0,0-1 1 0 0,0 1-1 0 0,0 0 1 0 0,-1 0-1 0 0,0 0 1 0 0,0-1-1 0 0,-1 1 0 0 0,0 0 1 0 0,0 0-1 0 0,0 0 1 0 0,-2 10-1 0 0,0-2 19 0 0,-1 0-1 0 0,0 0 1 0 0,-1 0-1 0 0,-1-1 1 0 0,0 0-1 0 0,-1 0 1 0 0,0 0-1 0 0,-9 12 1 0 0,2-6-37 0 0,-1-1 1 0 0,-1 0-1 0 0,-1-1 1 0 0,-31 27-1 0 0,10-15-16 0 0,-54 33 0 0 0,49-38 227 0 0,-1-2 1 0 0,-1-2-1 0 0,-1-2 0 0 0,0-2 0 0 0,-1-1 0 0 0,-1-3 0 0 0,0-2 0 0 0,-1-2 0 0 0,0-2 0 0 0,0-2 1 0 0,-60-2-1 0 0,-38-17 908 0 0,121 12-929 0 0,-152-32 1415 0 0,162 31-1563 0 0,1 0 0 0 0,0-1 0 0 0,0-1-1 0 0,0 0 1 0 0,1-1 0 0 0,-1-1 0 0 0,2 0-1 0 0,-1 0 1 0 0,1-1 0 0 0,1-1 0 0 0,-11-11 0 0 0,18 16-193 0 0,0 0 0 0 0,0-1 1 0 0,1 1-1 0 0,0-1 0 0 0,0 0 1 0 0,0 0-1 0 0,1 0 0 0 0,0-1 1 0 0,-2-7-1 0 0,2 4-327 0 0,0 0-1 0 0,0 0 1 0 0,1 0-1 0 0,1-1 1 0 0,0-14-1 0 0,5 2-962 0 0,0 0-42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02.908"/>
    </inkml:context>
    <inkml:brush xml:id="br0">
      <inkml:brushProperty name="width" value="0.05" units="cm"/>
      <inkml:brushProperty name="height" value="0.05" units="cm"/>
    </inkml:brush>
  </inkml:definitions>
  <inkml:trace contextRef="#ctx0" brushRef="#br0">0 325 17975 0 0,'0'0'530'0'0,"0"-9"175"0"0,1 3-734 0 0,0 0 1 0 0,0 1-1 0 0,0-1 1 0 0,1 0-1 0 0,-1 0 0 0 0,2 0 1 0 0,-1 1-1 0 0,0-1 1 0 0,6-7-1 0 0,-1 2-154 0 0,0 0-1 0 0,1 1 1 0 0,14-14-1 0 0,-13 15 83 0 0,1 1-1 0 0,0 1 1 0 0,0 0-1 0 0,1 0 0 0 0,20-9 1 0 0,63-21-251 0 0,-72 29 314 0 0,47-12-8 0 0,1 2 0 0 0,99-11-1 0 0,-149 26 50 0 0,74-10-3 0 0,0 5 0 0 0,1 4 0 0 0,163 14 0 0 0,-72 3 0 0 0,-161-10 22 0 0,-1 0-1 0 0,1 2 1 0 0,-1 1-1 0 0,45 16 0 0 0,-62-19-24 0 0,0 0 0 0 0,0 1 0 0 0,-1 0 0 0 0,1 0 0 0 0,-1 1 0 0 0,0 0 0 0 0,0 0 0 0 0,0 0 0 0 0,-1 1 0 0 0,0-1 0 0 0,0 1 0 0 0,0 1 0 0 0,-1-1 0 0 0,0 1 0 0 0,0 0 0 0 0,0-1 0 0 0,-1 2 0 0 0,0-1 0 0 0,3 13 0 0 0,-4-8-53 0 0,1 1 0 0 0,-2 0-1 0 0,0-1 1 0 0,-1 1 0 0 0,0 0-1 0 0,0 0 1 0 0,-2-1 0 0 0,0 1 0 0 0,0 0-1 0 0,-1-1 1 0 0,0 0 0 0 0,-1 1-1 0 0,-7 12 1 0 0,-5 8-15 0 0,-2 0 1 0 0,-1-1-1 0 0,-30 37 1 0 0,14-24 291 0 0,-2-2 1 0 0,-2-1-1 0 0,-2-2 1 0 0,-2-2-1 0 0,-48 34 1 0 0,60-51 285 0 0,-1-2 0 0 0,0-1-1 0 0,-1-2 1 0 0,-49 17 0 0 0,32-17 328 0 0,0-2 0 0 0,-78 11-1 0 0,89-20-268 0 0,0-2-1 0 0,-54-3 0 0 0,68-1-286 0 0,0-2 0 0 0,0 0 0 0 0,1-2 0 0 0,-40-13 0 0 0,47 12-146 0 0,1-1 0 0 0,0 0 0 0 0,1-1 0 0 0,0-1 0 0 0,-26-20 0 0 0,33 22-112 0 0,0 0 0 0 0,0 0 0 0 0,1-1 0 0 0,0 0 0 0 0,1 0 0 0 0,0-1 0 0 0,0 0 0 0 0,1 0 0 0 0,0 0 0 0 0,-7-18 0 0 0,0-12-174 0 0,2 0 0 0 0,-7-43-1 0 0,14 57-459 0 0,1-1 1 0 0,0 0-1 0 0,2 0 0 0 0,5-35 0 0 0,6-20-2081 0 0,-1 42 1240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03.562"/>
    </inkml:context>
    <inkml:brush xml:id="br0">
      <inkml:brushProperty name="width" value="0.05" units="cm"/>
      <inkml:brushProperty name="height" value="0.05" units="cm"/>
    </inkml:brush>
  </inkml:definitions>
  <inkml:trace contextRef="#ctx0" brushRef="#br0">55 445 19295 0 0,'-40'-4'830'0'0,"39"5"-829"0"0,0-1 0 0 0,1 0 0 0 0,-1 0-1 0 0,0 0 1 0 0,0 0 0 0 0,1 0 0 0 0,-1-1 0 0 0,0 1 0 0 0,1 0 0 0 0,-1 0 0 0 0,0 0 0 0 0,1-1 0 0 0,-1 1 0 0 0,0 0 0 0 0,1-1 0 0 0,-1 1 0 0 0,0 0 0 0 0,0-1 0 0 0,1 0-22 0 0,0 1 0 0 0,0-1 0 0 0,-1 1 0 0 0,1 0 1 0 0,0-1-1 0 0,0 1 0 0 0,0 0 0 0 0,0-1 0 0 0,0 1 0 0 0,0 0 1 0 0,0-1-1 0 0,0 1 0 0 0,0-1 0 0 0,0 1 0 0 0,0 0 1 0 0,0-1-1 0 0,1 1 0 0 0,-1 0 0 0 0,0-1 0 0 0,0 1 1 0 0,0 0-1 0 0,0-1 0 0 0,1 0 0 0 0,16-17-1120 0 0,-16 17 1089 0 0,34-29-245 0 0,2 2 0 0 0,50-30 0 0 0,-28 20 679 0 0,3 0-30 0 0,1 3 1 0 0,2 2-1 0 0,2 4 1 0 0,134-41-1 0 0,-146 55-207 0 0,98-13 0 0 0,-119 24-97 0 0,0 2-1 0 0,-1 2 1 0 0,1 1 0 0 0,42 6-1 0 0,-19 1 11 0 0,-27-5-38 0 0,0 2 0 0 0,57 16 0 0 0,-81-18-37 0 0,1 0 0 0 0,0 0 0 0 0,-1 1 0 0 0,0 0 0 0 0,0 0 0 0 0,0 1 0 0 0,0 0 0 0 0,-1 0 0 0 0,0 0 1 0 0,0 0-1 0 0,6 9 0 0 0,-8-10 13 0 0,0 1 0 0 0,0-1 0 0 0,-1 1 0 0 0,1-1 0 0 0,-1 1 0 0 0,0 0 0 0 0,0 0 1 0 0,-1 0-1 0 0,0 0 0 0 0,0 0 0 0 0,0 0 0 0 0,0 1 0 0 0,-1-1 0 0 0,0 0 0 0 0,0 1 0 0 0,-1 8 0 0 0,-4 4 64 0 0,0 0 0 0 0,-2 0-1 0 0,0 0 1 0 0,-1-1 0 0 0,-1 0 0 0 0,0-1-1 0 0,-1 0 1 0 0,-1 0 0 0 0,-1-1-1 0 0,-24 26 1 0 0,2-10-61 0 0,0-1-1 0 0,-2-1 1 0 0,-55 34-1 0 0,27-26 166 0 0,-2-2 0 0 0,-1-3 0 0 0,-1-3 0 0 0,-2-3 0 0 0,-1-3 0 0 0,-1-3 0 0 0,-119 16 0 0 0,158-31 95 0 0,7 0 105 0 0,1-2 0 0 0,-1-1 0 0 0,0-1 0 0 0,-42-3 0 0 0,61 1-317 0 0,-12-1 383 0 0,1-1-1 0 0,-1 0 1 0 0,-27-10 0 0 0,41 11-360 0 0,0 0 0 0 0,1 0 0 0 0,-1 0 0 0 0,1-1-1 0 0,-1 1 1 0 0,1-1 0 0 0,0 0 0 0 0,0-1 0 0 0,0 1 0 0 0,1-1 0 0 0,-1 1 0 0 0,1-1 0 0 0,0 0 0 0 0,0-1 0 0 0,0 1-1 0 0,0 0 1 0 0,1-1 0 0 0,-2-5 0 0 0,0-1-268 0 0,0-1 0 0 0,1 0 0 0 0,1 0 0 0 0,0 0 0 0 0,1 0 0 0 0,0-1 0 0 0,1 1 0 0 0,0 0 0 0 0,1 0 0 0 0,1-1 0 0 0,4-20 0 0 0,-2 18-150 0 0,1 0-1 0 0,0 1 1 0 0,1 0 0 0 0,1 0 0 0 0,0 0 0 0 0,1 1 0 0 0,0 0 0 0 0,20-23 0 0 0,-9 14-1175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04.169"/>
    </inkml:context>
    <inkml:brush xml:id="br0">
      <inkml:brushProperty name="width" value="0.05" units="cm"/>
      <inkml:brushProperty name="height" value="0.05" units="cm"/>
    </inkml:brush>
  </inkml:definitions>
  <inkml:trace contextRef="#ctx0" brushRef="#br0">1 309 15528 0 0,'0'-6'188'0'0,"1"0"0"0"0,0 1 1 0 0,0-1-1 0 0,0 1 1 0 0,1-1-1 0 0,0 1 1 0 0,4-10-1 0 0,5-12 395 0 0,-9 22-505 0 0,0 1-1 0 0,1-1 0 0 0,-1 1 1 0 0,1-1-1 0 0,0 1 1 0 0,0 0-1 0 0,0 0 1 0 0,1 0-1 0 0,0 1 1 0 0,-1-1-1 0 0,1 1 1 0 0,6-4-1 0 0,6-4 65 0 0,32-15 1 0 0,-46 25-142 0 0,32-14 305 0 0,50-16 0 0 0,-45 18-86 0 0,23-5-156 0 0,0 2 0 0 0,1 3 0 0 0,99-7 0 0 0,-41 14 35 0 0,0 4 0 0 0,187 23-1 0 0,-263-15-98 0 0,0 2 0 0 0,0 2 0 0 0,82 30 0 0 0,-118-37-35 0 0,0 0 0 0 0,-1 1 0 0 0,0 0-1 0 0,1 1 1 0 0,-2 0 0 0 0,1 0 0 0 0,0 0-1 0 0,-1 1 1 0 0,0 0 0 0 0,-1 0-1 0 0,1 1 1 0 0,-1 0 0 0 0,-1 0 0 0 0,1 1-1 0 0,-1-1 1 0 0,0 1 0 0 0,-1 0 0 0 0,0 1-1 0 0,5 12 1 0 0,-5-7-13 0 0,-1 0-1 0 0,0 0 0 0 0,-1 1 1 0 0,-1-1-1 0 0,0 1 1 0 0,-1 0-1 0 0,0-1 1 0 0,-1 1-1 0 0,-1-1 0 0 0,0 1 1 0 0,-1-1-1 0 0,-1 0 1 0 0,0 0-1 0 0,-1 0 1 0 0,-1 0-1 0 0,0-1 1 0 0,0 0-1 0 0,-1 0 0 0 0,-1-1 1 0 0,0 1-1 0 0,-1-2 1 0 0,0 1-1 0 0,-1-1 1 0 0,0-1-1 0 0,-16 13 0 0 0,-4-2 138 0 0,0-2-1 0 0,-1 0 0 0 0,-1-3 0 0 0,-1 0 1 0 0,-39 12-1 0 0,4-6 659 0 0,-114 21 0 0 0,111-32-90 0 0,0-3 0 0 0,0-3-1 0 0,-1-3 1 0 0,0-3 0 0 0,-127-19-1 0 0,154 11-284 0 0,-1-1 0 0 0,1-3 0 0 0,1-1 0 0 0,-43-22 0 0 0,80 33-315 0 0,-1-1 0 0 0,2 0 1 0 0,-1 0-1 0 0,0-1 0 0 0,1 0 0 0 0,0 0 0 0 0,0-1 0 0 0,0 0 0 0 0,1 0 0 0 0,-7-10 1 0 0,6 7-86 0 0,0-1 1 0 0,1 0 0 0 0,0 0 0 0 0,1-1 0 0 0,0 0 0 0 0,-4-19 0 0 0,4 9-363 0 0,1 0 1 0 0,2 0-1 0 0,0 0 1 0 0,1 0-1 0 0,1 0 1 0 0,1 0-1 0 0,6-30 1 0 0,2 19-907 0 0,5 4-43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04.650"/>
    </inkml:context>
    <inkml:brush xml:id="br0">
      <inkml:brushProperty name="width" value="0.05" units="cm"/>
      <inkml:brushProperty name="height" value="0.05" units="cm"/>
    </inkml:brush>
  </inkml:definitions>
  <inkml:trace contextRef="#ctx0" brushRef="#br0">131 513 21551 0 0,'-16'-1'108'0'0,"8"1"1"0"0,1 0-1 0 0,-1 0 1 0 0,1-1-1 0 0,-1 0 1 0 0,1-1 0 0 0,0 0-1 0 0,-1 0 1 0 0,-7-3 0 0 0,12 3-103 0 0,1 1 0 0 0,-1-1 0 0 0,1 1 0 0 0,-1-1 0 0 0,1 0 0 0 0,0 0 0 0 0,-1 0 0 0 0,1 0 0 0 0,0 0 0 0 0,0-1 0 0 0,1 1 0 0 0,-1-1 1 0 0,0 1-1 0 0,1-1 0 0 0,0 0 0 0 0,-1 1 0 0 0,1-1 0 0 0,-1-5 0 0 0,1 5 9 0 0,1-1 1 0 0,0 0-1 0 0,0 1 1 0 0,0-1-1 0 0,0 0 1 0 0,1 0-1 0 0,-1 1 0 0 0,1-1 1 0 0,0 0-1 0 0,0 1 1 0 0,0-1-1 0 0,1 1 0 0 0,-1-1 1 0 0,5-5-1 0 0,3-6-88 0 0,2 0-1 0 0,0 1 1 0 0,0 0-1 0 0,18-16 1 0 0,57-43-80 0 0,-52 48 146 0 0,1 2 0 0 0,1 1 0 0 0,0 2 0 0 0,2 1 0 0 0,0 2 0 0 0,1 2 0 0 0,1 1-1 0 0,73-15 1 0 0,16 9 7 0 0,187-5 0 0 0,-249 24-12 0 0,0 3-1 0 0,-1 3 0 0 0,1 3 0 0 0,78 19 0 0 0,-113-18 28 0 0,-1 2 0 0 0,0 0-1 0 0,-1 2 1 0 0,0 2 0 0 0,44 29-1 0 0,-57-33-6 0 0,-1 1 1 0 0,-1 1-1 0 0,0 0 0 0 0,0 1 0 0 0,13 18 0 0 0,-22-25 30 0 0,-1 0-1 0 0,0 1 0 0 0,0 0 0 0 0,0 0 1 0 0,-1 0-1 0 0,0 0 0 0 0,-1 1 0 0 0,0-1 1 0 0,0 1-1 0 0,-1 0 0 0 0,0 0 0 0 0,-1 0 1 0 0,1 13-1 0 0,-2-15 37 0 0,-1 1 1 0 0,-1-1 0 0 0,1 1-1 0 0,-1-1 1 0 0,0 0-1 0 0,-1 0 1 0 0,0 0-1 0 0,0 0 1 0 0,0 0-1 0 0,-1-1 1 0 0,0 1-1 0 0,0-1 1 0 0,-1 0-1 0 0,-9 11 1 0 0,-5 1 78 0 0,0-1 1 0 0,0 0-1 0 0,-24 14 1 0 0,-47 27 79 0 0,-190 90-1 0 0,235-129-283 0 0,-2-1 0 0 0,0-2-1 0 0,-1-3 1 0 0,0-1 0 0 0,-1-3-1 0 0,0-1 1 0 0,-80 0 0 0 0,85-7-217 0 0,0-3 1 0 0,-77-12-1 0 0,97 9-104 0 0,1-1 0 0 0,0 0 0 0 0,1-2-1 0 0,-1-1 1 0 0,2 0 0 0 0,-38-23 0 0 0,-3-11-1602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0.171"/>
    </inkml:context>
    <inkml:brush xml:id="br0">
      <inkml:brushProperty name="width" value="0.05" units="cm"/>
      <inkml:brushProperty name="height" value="0.05" units="cm"/>
    </inkml:brush>
  </inkml:definitions>
  <inkml:trace contextRef="#ctx0" brushRef="#br0">1154 0 15136 0 0,'0'0'729'0'0,"1"1"-1014"0"0,3 3 142 0 0,-2-2 78 0 0,-1 1-1 0 0,0 0 1 0 0,0 0 0 0 0,0 0 0 0 0,0-1-1 0 0,-1 1 1 0 0,1 0 0 0 0,-1 0 0 0 0,0 5 0 0 0,2 4 10 0 0,-2-5 38 0 0,0 0 0 0 0,0 0 0 0 0,-1-1 0 0 0,0 1 0 0 0,0 0 0 0 0,-5 12 0 0 0,0 6 22 0 0,-25 119 8 0 0,-7 65 468 0 0,15-67-239 0 0,-10 132-42 0 0,23-163-150 0 0,2-26-13 0 0,-31 212 260 0 0,-17-1 95 0 0,-1 64 359 0 0,23-54 145 0 0,-15 188-528 0 0,37-353-368 0 0,-23 211 0 0 0,-24 462 1016 0 0,57-398-690 0 0,4-226-280 0 0,-34 319 309 0 0,7-339-178 0 0,5-16-273 0 0,-11 115 472 0 0,23-169-226 0 0,-19 190-36 0 0,11-72 74 0 0,-2 5-56 0 0,-28 87 115 0 0,14-103 98 0 0,-17 81 557 0 0,-1-63-532 0 0,31-128 110 0 0,-49 143 0 0 0,54-198-332 0 0,-1 1 221 0 0,-22 47 0 0 0,15-41-236 0 0,3 0 1 0 0,-16 68-1 0 0,31-103-115 0 0,-6 26-14 0 0,6-23 63 0 0,-8 25 1 0 0,9-33-3 0 0,0 0-1 0 0,0 0 1 0 0,1 0 0 0 0,1 0 0 0 0,-1 0-1 0 0,1 19 1 0 0,-4 11 261 0 0,5-23-427 0 0,-1 0 1 0 0,-3 20-1 0 0,-1 3 117 0 0,-1-15 208 0 0,2-12-164 0 0,2-1-48 0 0,-2 5 2 0 0,2-14 26 0 0,0-1 6 0 0,1 1 37 0 0,1-1-22 0 0,0 5-59 0 0,-3 3-43 0 0,1-3-170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2.717"/>
    </inkml:context>
    <inkml:brush xml:id="br0">
      <inkml:brushProperty name="width" value="0.05" units="cm"/>
      <inkml:brushProperty name="height" value="0.05" units="cm"/>
    </inkml:brush>
  </inkml:definitions>
  <inkml:trace contextRef="#ctx0" brushRef="#br0">137 1 12432 0 0,'0'0'606'0'0,"1"1"-715"0"0,0 4 2 0 0,0-1 1 0 0,0 1-1 0 0,0-1 0 0 0,0 1 1 0 0,-1 0-1 0 0,1 0 0 0 0,-1-1 1 0 0,-2 10-1 0 0,2 1-198 0 0,-1-7 204 0 0,1 0 0 0 0,-2 0 0 0 0,1 1 0 0 0,-4 7-1 0 0,-2 17-88 0 0,-1 6 266 0 0,-3 31 160 0 0,-20 307 228 0 0,18-214-443 0 0,-5 59 36 0 0,-7-24 801 0 0,11-128 192 0 0,10-51-680 0 0,3-3-1232 0 0,1-23 424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3.213"/>
    </inkml:context>
    <inkml:brush xml:id="br0">
      <inkml:brushProperty name="width" value="0.05" units="cm"/>
      <inkml:brushProperty name="height" value="0.05" units="cm"/>
    </inkml:brush>
  </inkml:definitions>
  <inkml:trace contextRef="#ctx0" brushRef="#br0">329 1 14544 0 0,'0'0'845'0'0,"2"0"-698"0"0,1 0-148 0 0,0 1 0 0 0,1 0 1 0 0,-1 0-1 0 0,0 0 0 0 0,0 0 1 0 0,0 0-1 0 0,0 1 1 0 0,0-1-1 0 0,0 1 0 0 0,4 3 1 0 0,14 6-145 0 0,-11-5 85 0 0,-5 0 37 0 0,-3 0 82 0 0,1 0-1 0 0,-1 0 1 0 0,0 0 0 0 0,0 0-1 0 0,0 1 1 0 0,-1-1 0 0 0,0 0-1 0 0,-1 1 1 0 0,1 11 0 0 0,-5 95-77 0 0,-2 17-231 0 0,-19 160 545 0 0,9-114-301 0 0,-25 96 5 0 0,36-243 0 0 0,-24 97 0 0 0,-64 176 0 0 0,32-153 65 0 0,28-75-13 0 0,-38 97 151 0 0,59-135-175 0 0,7-22 1 0 0,0-1-1 0 0,-8 19 1 0 0,12-31-71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3.580"/>
    </inkml:context>
    <inkml:brush xml:id="br0">
      <inkml:brushProperty name="width" value="0.05" units="cm"/>
      <inkml:brushProperty name="height" value="0.05" units="cm"/>
    </inkml:brush>
  </inkml:definitions>
  <inkml:trace contextRef="#ctx0" brushRef="#br0">3 0 19959 0 0,'-3'14'416'0'0,"3"-1"96"0"0,0 1-408 0 0,0 8-104 0 0,3 0 0 0 0,3 0 0 0 0,-1 2-64 0 0,0-2-40 0 0,0 0-8 0 0,0 1 0 0 0,0-1-560 0 0,0 1-104 0 0,5 0-24 0 0,1-6-8 0 0,-6-4-783 0 0,5 1-153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3.949"/>
    </inkml:context>
    <inkml:brush xml:id="br0">
      <inkml:brushProperty name="width" value="0.05" units="cm"/>
      <inkml:brushProperty name="height" value="0.05" units="cm"/>
    </inkml:brush>
  </inkml:definitions>
  <inkml:trace contextRef="#ctx0" brushRef="#br0">0 0 18871 0 0,'0'0'407'0'0,"1"2"-6"0"0,17 55-342 0 0,-17-51-102 0 0,1 0 1 0 0,1 1-1 0 0,-1-1 0 0 0,1 0 1 0 0,0 0-1 0 0,0 0 0 0 0,0-1 1 0 0,1 1-1 0 0,0-1 0 0 0,0 0 1 0 0,1 0-1 0 0,5 5 0 0 0,-3-4 29 0 0,-1-2-129 0 0,-1 1 0 0 0,1 0 0 0 0,-1 1 0 0 0,0-1 0 0 0,5 8 0 0 0,-9-11-191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4.412"/>
    </inkml:context>
    <inkml:brush xml:id="br0">
      <inkml:brushProperty name="width" value="0.05" units="cm"/>
      <inkml:brushProperty name="height" value="0.05" units="cm"/>
    </inkml:brush>
  </inkml:definitions>
  <inkml:trace contextRef="#ctx0" brushRef="#br0">0 327 15232 0 0,'9'0'882'0'0,"28"2"-691"0"0,-23-1-253 0 0,-1 0 0 0 0,20-2 1 0 0,-20-1 36 0 0,1-1 0 0 0,0-1 1 0 0,-1 0-1 0 0,0-1 1 0 0,18-8-1 0 0,-4 0 29 0 0,-6 3 26 0 0,-1 0 1 0 0,28-22 0 0 0,-19 13 58 0 0,12-8 6 0 0,1 3 0 0 0,46-20 0 0 0,-5 12-9 0 0,-35 15-87 0 0,67-19 65 0 0,-84 20-64 0 0,-27 14 1 0 0,0 0 0 0 0,-1 0 0 0 0,1 0 1 0 0,0 0-1 0 0,0 0 0 0 0,0 1 0 0 0,0 0 0 0 0,1 0 0 0 0,4-1 0 0 0,-2 1-97 0 0,-2 0 2577 0 0,-5 3-2474 0 0,0 0 0 0 0,0 0-1 0 0,0 0 1 0 0,0-1-1 0 0,0 1 1 0 0,-1 0 0 0 0,1 0-1 0 0,-1 0 1 0 0,0 1-1 0 0,-1 5-66 0 0,-3 17-123 0 0,4-20 192 0 0,0 1 0 0 0,0 0-1 0 0,-1 0 1 0 0,0 0 0 0 0,0-1-1 0 0,-5 12 1 0 0,-3 4 37 0 0,5-10-31 0 0,-1 1 1 0 0,-12 19-1 0 0,1-5 21 0 0,-31 49 28 0 0,11-20-64 0 0,-69 115 0 0 0,96-154 0 0 0,-1-1 0 0 0,-13 14 0 0 0,-6 7 0 0 0,25-29-12 0 0,3 0-895 0 0,9-10 517 0 0,16-12 284 0 0,-15 10-31 0 0,18-13 138 0 0,-1-2-1 0 0,0 0 0 0 0,39-44 1 0 0,-28 22 158 0 0,-20 22 30 0 0,32-29 0 0 0,-45 46-160 0 0,-1 0 0 0 0,1 0 0 0 0,-1 0 0 0 0,1 0 0 0 0,3-6 0 0 0,-5 6-6 0 0,0 2 233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5.701"/>
    </inkml:context>
    <inkml:brush xml:id="br0">
      <inkml:brushProperty name="width" value="0.05" units="cm"/>
      <inkml:brushProperty name="height" value="0.05" units="cm"/>
    </inkml:brush>
  </inkml:definitions>
  <inkml:trace contextRef="#ctx0" brushRef="#br0">0 0 11632 0 0,'0'0'504'0'0,"1"2"-411"0"0,0-1-84 0 0,0 0 0 0 0,-1 0-1 0 0,1 1 1 0 0,0-1 0 0 0,-1 0 0 0 0,1 1 0 0 0,-1-1-1 0 0,0 0 1 0 0,1 1 0 0 0,-1-1 0 0 0,0 1 0 0 0,0-1 0 0 0,0 1-1 0 0,0-1 1 0 0,0 0 0 0 0,-1 3 0 0 0,1 5 134 0 0,5 2 11 0 0,0 4 108 0 0,-5-14-245 0 0,1 1-1 0 0,-1 0 1 0 0,1-1-1 0 0,0 1 1 0 0,-1 0-1 0 0,1-1 1 0 0,0 1 0 0 0,0-1-1 0 0,2 3 1 0 0,-3-4-12 0 0,1 2 523 0 0,0-1-453 0 0,3 6-59 0 0,1-2-16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6.066"/>
    </inkml:context>
    <inkml:brush xml:id="br0">
      <inkml:brushProperty name="width" value="0.05" units="cm"/>
      <inkml:brushProperty name="height" value="0.05" units="cm"/>
    </inkml:brush>
  </inkml:definitions>
  <inkml:trace contextRef="#ctx0" brushRef="#br0">86 1 15944 0 0,'0'0'465'0'0,"-1"1"-4"0"0,-1 5-449 0 0,1 0 0 0 0,-1 0 0 0 0,1 0 0 0 0,1-1 0 0 0,-1 1 0 0 0,1 0 0 0 0,0 0 0 0 0,2 10 0 0 0,-2 25-432 0 0,-10 47-724 0 0,8-80 896 0 0,1 1 1 0 0,-1-1-1 0 0,-4 12 0 0 0,-3 13-650 0 0,1-5-708 0 0,0-1 0 0 0,-15 29-1 0 0,18-43 1127 0 0,0-4 30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6.418"/>
    </inkml:context>
    <inkml:brush xml:id="br0">
      <inkml:brushProperty name="width" value="0.05" units="cm"/>
      <inkml:brushProperty name="height" value="0.05" units="cm"/>
    </inkml:brush>
  </inkml:definitions>
  <inkml:trace contextRef="#ctx0" brushRef="#br0">0 203 9296 0 0,'1'-2'208'0'0,"1"0"-132"0"0,0 0 0 0 0,0-1 0 0 0,0 1 0 0 0,0 0 0 0 0,0 0 0 0 0,0 1 0 0 0,1-1 0 0 0,4-3 0 0 0,27-12 7 0 0,-12 7-45 0 0,89-37 1195 0 0,-73 34-967 0 0,-27 11-130 0 0,-1-1 1 0 0,0-1 0 0 0,17-8-1 0 0,-16 5 151 0 0,1 1 0 0 0,0 0-1 0 0,1 1 1 0 0,-1 1 0 0 0,1 0-1 0 0,0 1 1 0 0,22-4 0 0 0,-17 5 175 0 0,0-1 0 0 0,0-1 1 0 0,24-8-1 0 0,4 4 259 0 0,-27 7-557 0 0,-19 1-147 0 0,1 0 0 0 0,0 0 0 0 0,0 0 0 0 0,-1 0 0 0 0,1 0 0 0 0,0 0 0 0 0,-1 0 0 0 0,1 0 0 0 0,0 0 0 0 0,0 1 0 0 0,-1-1 0 0 0,1 0 0 0 0,0 0 0 0 0,-1 1 0 0 0,1-1 0 0 0,-1 0 0 0 0,1 1 0 0 0,0-1 0 0 0,-1 0 0 0 0,1 1 0 0 0,-1-1 0 0 0,1 1 0 0 0,5-1-200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7.077"/>
    </inkml:context>
    <inkml:brush xml:id="br0">
      <inkml:brushProperty name="width" value="0.05" units="cm"/>
      <inkml:brushProperty name="height" value="0.05" units="cm"/>
    </inkml:brush>
  </inkml:definitions>
  <inkml:trace contextRef="#ctx0" brushRef="#br0">0 14 9928 0 0,'0'0'210'0'0,"2"0"0"0"0,73-8 1199 0 0,-36 3-574 0 0,-37 5-709 0 0,-1 0-4 0 0,33 0 4096 0 0,-34 0-4216 0 0,0 0 0 0 0,1 0 1 0 0,-1 0-1 0 0,1 0 0 0 0,-1 0 0 0 0,1 1 0 0 0,-1-1 0 0 0,0 0 0 0 0,1 0 0 0 0,-1 0 0 0 0,0 1 1 0 0,1-1-1 0 0,-1 0 0 0 0,0 1 0 0 0,1-1 0 0 0,-1 0 0 0 0,0 1 0 0 0,0-1 0 0 0,1 0 1 0 0,-1 1-1 0 0,0-1 0 0 0,0 1 0 0 0,1-1 0 0 0,-1 1 0 0 0,4 6 9 0 0,5 3-2 0 0,-1 2-1 0 0,0-1 0 0 0,-1 1 1 0 0,0 0-1 0 0,7 21 0 0 0,1-1-5 0 0,36 66-3 0 0,20 95 0 0 0,-28-70 0 0 0,-10-33 0 0 0,-27-63-2 0 0,3 8 71 0 0,1 4 40 0 0,-5-26-109 0 0,-5-4 14 0 0,0-7 140 0 0,-10 10 188 0 0,4-7-268 0 0,0 1 1 0 0,0-1-1 0 0,-1 0 0 0 0,0-1 1 0 0,0 0-1 0 0,0 0 1 0 0,0 0-1 0 0,-1-1 1 0 0,1 0-1 0 0,-1 0 0 0 0,0-1 1 0 0,0 0-1 0 0,0-1 1 0 0,0 1-1 0 0,0-1 0 0 0,0-1 1 0 0,0 0-1 0 0,-1 0 1 0 0,1-1-1 0 0,0 1 1 0 0,0-2-1 0 0,0 1 0 0 0,0-1 1 0 0,0-1-1 0 0,1 1 1 0 0,-9-5-1 0 0,13 5-41 0 0,0 0 0 0 0,0 0-1 0 0,0 0 1 0 0,1 0 0 0 0,-1-1 0 0 0,0 1-1 0 0,1-1 1 0 0,0 0 0 0 0,-1 0 0 0 0,1 0 0 0 0,0 0-1 0 0,1 0 1 0 0,-1 0 0 0 0,0-1 0 0 0,1 1-1 0 0,0-1 1 0 0,0 1 0 0 0,-1-5 0 0 0,0-5-33 0 0,0-1 1 0 0,1 0-1 0 0,1-20 1 0 0,0 24-25 0 0,1-11-16 0 0,1 1-1 0 0,5-23 1 0 0,-3 23 78 0 0,-1 1 0 0 0,0-24 1 0 0,-2 24 143 0 0,1 0 0 0 0,1 1 0 0 0,5-21 0 0 0,-1 4 288 0 0,14-28-118 0 0,-19 54-473 0 0,1 1-1 0 0,1-1 0 0 0,0 0 1 0 0,0 1-1 0 0,6-10 0 0 0,7-12-236 0 0,9-19-1975 0 0,-16 31 1154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8.899"/>
    </inkml:context>
    <inkml:brush xml:id="br0">
      <inkml:brushProperty name="width" value="0.05" units="cm"/>
      <inkml:brushProperty name="height" value="0.05" units="cm"/>
    </inkml:brush>
  </inkml:definitions>
  <inkml:trace contextRef="#ctx0" brushRef="#br0">72 797 5920 0 0,'-72'57'6069'0'0,"73"-61"-6009"0"0,0 0 0 0 0,0-1 0 0 0,0 1 0 0 0,1-1 0 0 0,-1 1 0 0 0,1 0 1 0 0,5-7-1 0 0,3-11 262 0 0,1-6-97 0 0,0-1-44 0 0,-1 1 0 0 0,12-58 0 0 0,-17 61-105 0 0,1 0 0 0 0,1 1 1 0 0,18-39-1 0 0,39-67 448 0 0,-64 129-505 0 0,31-48 510 0 0,-21 35-242 0 0,13-26 1 0 0,-14 25-124 0 0,0 0 1 0 0,1 1-1 0 0,0 0 1 0 0,17-17-1 0 0,5-7 3 0 0,4-10-46 0 0,-18 26 84 0 0,5-5 135 0 0,-19 21-224 0 0,-3 5-46 0 0,0 1 1 0 0,0-1-1 0 0,0 0 0 0 0,0 0 0 0 0,0 0 1 0 0,0 1-1 0 0,0-1 0 0 0,0 1 1 0 0,0-1-1 0 0,1 1 0 0 0,-1-1 0 0 0,0 1 1 0 0,0 0-1 0 0,0-1 0 0 0,2 1 0 0 0,3-4-70 0 0,-1-2 2099 0 0,5 6-2642 0 0,-9 0 478 0 0,3 14-88 0 0,-3-9 197 0 0,-1 1 0 0 0,0 0 0 0 0,0 0 0 0 0,0 0 1 0 0,-1-1-1 0 0,1 1 0 0 0,-2 0 0 0 0,1 0 0 0 0,0-1 0 0 0,-4 7 1 0 0,-5 29 62 0 0,8-28-71 0 0,0 0-1 0 0,-9 26 1 0 0,4-10-25 0 0,6-22-11 0 0,0 0 0 0 0,-1 0 0 0 0,-2 7-1 0 0,-24 75 58 0 0,1 1 68 0 0,19-69-109 0 0,3-7 1 0 0,-1 0 1 0 0,0 0-1 0 0,-10 17 0 0 0,-10 15 36 0 0,22-39-53 0 0,-1 0 0 0 0,2 0 0 0 0,-6 13 0 0 0,0 0 11 0 0,8-17 16 0 0,1 3-159 0 0,0-5-283 0 0,0-18-2401 0 0,0 12 2411 0 0,0-13-488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9.233"/>
    </inkml:context>
    <inkml:brush xml:id="br0">
      <inkml:brushProperty name="width" value="0.05" units="cm"/>
      <inkml:brushProperty name="height" value="0.05" units="cm"/>
    </inkml:brush>
  </inkml:definitions>
  <inkml:trace contextRef="#ctx0" brushRef="#br0">0 0 16959 0 0,'0'0'927'0'0,"6"4"-799"0"0,36 22-641 0 0,22 11 107 0 0,-14-5 390 0 0,66 39 16 0 0,-53-35 198 0 0,-61-35-192 0 0,8 3 9 0 0,-9-4-107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19.567"/>
    </inkml:context>
    <inkml:brush xml:id="br0">
      <inkml:brushProperty name="width" value="0.05" units="cm"/>
      <inkml:brushProperty name="height" value="0.05" units="cm"/>
    </inkml:brush>
  </inkml:definitions>
  <inkml:trace contextRef="#ctx0" brushRef="#br0">1 1 20087 0 0,'0'0'860'0'0,"1"2"-705"0"0,12 32-145 0 0,-9-21-126 0 0,1 0 1 0 0,1 0-1 0 0,0-1 1 0 0,11 17-1 0 0,-11-20 87 0 0,0-1 0 0 0,0 0-1 0 0,1 0 1 0 0,1-1 0 0 0,-1 1 0 0 0,1-2 0 0 0,0 1 0 0 0,15 8-1 0 0,-1-4 0 0 0,26 9-1 0 0,8 4-120 0 0,-40-17 145 0 0,25 8 0 0 0,9 3 6 0 0,-30-10 0 0 0,40 10 0 0 0,-29-9 0 0 0,-3-5-1 0 0,-22-3 5 0 0,0-1 0 0 0,0 1 0 0 0,9 3 0 0 0,9 1 76 0 0,-19-5-62 0 0,-1 1 0 0 0,1 0 0 0 0,0 0-1 0 0,8 4 1 0 0,-10-3-25 0 0,1-1 0 0 0,0 1-1 0 0,0-1 1 0 0,0 0 0 0 0,0-1-1 0 0,0 1 1 0 0,7 0 0 0 0,-10-1-289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20.092"/>
    </inkml:context>
    <inkml:brush xml:id="br0">
      <inkml:brushProperty name="width" value="0.05" units="cm"/>
      <inkml:brushProperty name="height" value="0.05" units="cm"/>
    </inkml:brush>
  </inkml:definitions>
  <inkml:trace contextRef="#ctx0" brushRef="#br0">1 130 13304 0 0,'0'0'1333'0'0,"2"0"-1222"0"0,66-4-379 0 0,-56 3 188 0 0,-1 0 1 0 0,0-1 0 0 0,0 0 0 0 0,0-1 0 0 0,16-6 0 0 0,2 0 10 0 0,240-63 2230 0 0,-218 59-1067 0 0,-50 7-1835 0 0,3-2-181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20.430"/>
    </inkml:context>
    <inkml:brush xml:id="br0">
      <inkml:brushProperty name="width" value="0.05" units="cm"/>
      <inkml:brushProperty name="height" value="0.05" units="cm"/>
    </inkml:brush>
  </inkml:definitions>
  <inkml:trace contextRef="#ctx0" brushRef="#br0">88 0 16416 0 0,'0'0'703'0'0,"0"9"-567"0"0,0-2-193 0 0,1-1 0 0 0,0 1 0 0 0,0-1 0 0 0,3 7 0 0 0,-2-6 1 0 0,0 0-1 0 0,-1 0 1 0 0,1 0-1 0 0,-1 8 0 0 0,6 72-46 0 0,-3-55 57 0 0,1 163 579 0 0,-6-129-219 0 0,-9 79 205 0 0,4-92-384 0 0,3-30-81 0 0,-1-1-1 0 0,-1 1 1 0 0,-8 22-1 0 0,-28 63 77 0 0,7-39-736 0 0,33-58 55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20.765"/>
    </inkml:context>
    <inkml:brush xml:id="br0">
      <inkml:brushProperty name="width" value="0.05" units="cm"/>
      <inkml:brushProperty name="height" value="0.05" units="cm"/>
    </inkml:brush>
  </inkml:definitions>
  <inkml:trace contextRef="#ctx0" brushRef="#br0">0 1 16807 0 0,'0'0'980'0'0,"1"2"-830"0"0,2 7-262 0 0,1-1 1 0 0,0 1 0 0 0,0-1-1 0 0,1 0 1 0 0,0 0-1 0 0,1 0 1 0 0,-1-1 0 0 0,9 8-1 0 0,-7-6 46 0 0,0-1 0 0 0,0 1 0 0 0,-1 0 0 0 0,0 0 0 0 0,0 1 0 0 0,4 12 0 0 0,34 148 62 0 0,-36-134 109 0 0,-4-11-70 0 0,-3-16-4 0 0,1 0-1 0 0,0 0 1 0 0,4 12-1 0 0,1 0 39 0 0,-5-15-83 0 0,-1 0 1 0 0,2 0-1 0 0,3 8 1 0 0,-4-10-633 0 0,-1-1 1 0 0,1 1-1 0 0,-1 0 1 0 0,1 0-1 0 0,0 8 1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21.117"/>
    </inkml:context>
    <inkml:brush xml:id="br0">
      <inkml:brushProperty name="width" value="0.05" units="cm"/>
      <inkml:brushProperty name="height" value="0.05" units="cm"/>
    </inkml:brush>
  </inkml:definitions>
  <inkml:trace contextRef="#ctx0" brushRef="#br0">0 130 12000 0 0,'6'2'67'0'0,"0"0"0"0"0,0 0 0 0 0,0-1 0 0 0,0 1 0 0 0,0-1 0 0 0,0-1 0 0 0,0 1-1 0 0,0-1 1 0 0,8-1 0 0 0,57-8-105 0 0,-63 8 91 0 0,22-5-2 0 0,37-14 1 0 0,-46 14-53 0 0,-5 0 94 0 0,19-10 0 0 0,-23 10-25 0 0,39-23 300 0 0,-50 28-345 0 0,0 1 0 0 0,0-1 1 0 0,1 1-1 0 0,-1-1 1 0 0,0 0-1 0 0,0 0 1 0 0,0 1-1 0 0,0-1 0 0 0,0 0 1 0 0,0 0-1 0 0,-1 0 1 0 0,1 0-1 0 0,1-2 1 0 0,-2 3-18 0 0,0-1 1 0 0,0 1 0 0 0,1 0-1 0 0,-1 0 1 0 0,0 0 0 0 0,0-1 0 0 0,0 1-1 0 0,0 0 1 0 0,0 0 0 0 0,0 0-1 0 0,0 0 1 0 0,1-1 0 0 0,-1 1 0 0 0,0 0-1 0 0,0 0 1 0 0,0 0 0 0 0,0 0-1 0 0,1 0 1 0 0,-1 0 0 0 0,0 0 0 0 0,0-1-1 0 0,0 1 1 0 0,1 0 0 0 0,-1 0-1 0 0,0 0 1 0 0,0 0 0 0 0,0 0 0 0 0,1 0-1 0 0,-1 0 1 0 0,0 0 0 0 0,0 0-1 0 0,0 0 1 0 0,1 0 0 0 0,-1 0 0 0 0,0 0-1 0 0,0 0 0 0 0,1 0 0 0 0,-1 1-1 0 0,0-1 1 0 0,0 0 0 0 0,0 0 0 0 0,1 0-1 0 0,-1 0 1 0 0,0 0 0 0 0,0 0 0 0 0,0-1-1 0 0,1 1 1 0 0,-1 0 0 0 0,0 0 0 0 0,0 0-1 0 0,0 0 1 0 0,1 0 0 0 0,-1 0-1 0 0,0 0 1 0 0,0 0 0 0 0,0 0 0 0 0,1 0-1 0 0,-1-1 1 0 0,0 1 0 0 0,0 0 0 0 0,0 0-1 0 0,0 0 1 0 0,0 0 0 0 0,0 0-1 0 0,1-1 1 0 0,-1 1 0 0 0,0 0 0 0 0,0 0-1 0 0,0 0 1 0 0,0-1 0 0 0,0 1 0 0 0,0 0-16 0 0,1-1 37 0 0,-1 0-1 0 0,0 1 1 0 0,0-1-1 0 0,1 0 1 0 0,-1 1-1 0 0,0-1 1 0 0,1 1-1 0 0,-1-1 1 0 0,1 0-1 0 0,-1 1 1 0 0,1-1-1 0 0,-1 1 1 0 0,1 0-1 0 0,0-1 1 0 0,-1 1 0 0 0,1-1-1 0 0,-1 1 1 0 0,1 0-1 0 0,0-1 1 0 0,-1 1-1 0 0,1 0 1 0 0,0 0-1 0 0,-1-1 1 0 0,1 1-1 0 0,1 0 1 0 0,-2-8-99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21.451"/>
    </inkml:context>
    <inkml:brush xml:id="br0">
      <inkml:brushProperty name="width" value="0.05" units="cm"/>
      <inkml:brushProperty name="height" value="0.05" units="cm"/>
    </inkml:brush>
  </inkml:definitions>
  <inkml:trace contextRef="#ctx0" brushRef="#br0">177 0 15528 0 0,'-1'3'80'0'0,"1"1"0"0"0,-1-1 0 0 0,1 0 0 0 0,-1 1 0 0 0,1-1 0 0 0,0 1 0 0 0,0-1 0 0 0,1 0 0 0 0,0 7 0 0 0,27 81-80 0 0,-16-53 0 0 0,-8-28-1 0 0,0-1 1 0 0,8 14 0 0 0,-8-17 2 0 0,-1 1 0 0 0,0-1 0 0 0,0 1 1 0 0,0 0-1 0 0,-1 0 0 0 0,2 8 0 0 0,-2-3 60 0 0,0 0 0 0 0,-1 1-1 0 0,-1-1 1 0 0,0 1 0 0 0,-1-1-1 0 0,-3 20 1 0 0,-3-12-1256 0 0,3-9 446 0 0</inkml:trace>
  <inkml:trace contextRef="#ctx0" brushRef="#br0" timeOffset="1">0 646 11792 0 0,'14'-5'496'0'0,"6"2"-400"0"0,6-7 72 0 0,-1 6 16 0 0,1-9 0 0 0,5-1 0 0 0,-1 6 120 0 0,-1-6 24 0 0,2 0 8 0 0,-1-4 0 0 0,1 4-48 0 0,-6-3-16 0 0,1-2 0 0 0,-2 2 0 0 0,-9 4-368 0 0,0-6-80 0 0,1 2-16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22.086"/>
    </inkml:context>
    <inkml:brush xml:id="br0">
      <inkml:brushProperty name="width" value="0.05" units="cm"/>
      <inkml:brushProperty name="height" value="0.05" units="cm"/>
    </inkml:brush>
  </inkml:definitions>
  <inkml:trace contextRef="#ctx0" brushRef="#br0">0 0 15224 0 0,'0'0'330'0'0,"1"2"-7"0"0,1 3-275 0 0,4 11-82 0 0,0 1-1 0 0,2-2 1 0 0,-1 1-1 0 0,2-1 1 0 0,0 0-1 0 0,13 15 1 0 0,4-8-26 0 0,-13-14 60 0 0,-11-7 0 0 0,4 3 0 0 0,1-3-15 0 0,-5-1-58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22.422"/>
    </inkml:context>
    <inkml:brush xml:id="br0">
      <inkml:brushProperty name="width" value="0.05" units="cm"/>
      <inkml:brushProperty name="height" value="0.05" units="cm"/>
    </inkml:brush>
  </inkml:definitions>
  <inkml:trace contextRef="#ctx0" brushRef="#br0">1 301 12000 0 0,'0'0'518'0'0,"1"0"-423"0"0,7 0-99 0 0,0-2-1 0 0,0 1 1 0 0,0-1-1 0 0,0 0 1 0 0,0-1-1 0 0,0 0 1 0 0,-1 0-1 0 0,0-1 1 0 0,1 0 0 0 0,-1 0-1 0 0,8-7 1 0 0,25-18 51 0 0,-16 13 97 0 0,38-36 1 0 0,-46 37 140 0 0,35-24 1 0 0,3-2 303 0 0,-36 28-412 0 0,-16 12-153 0 0,0 0 0 0 0,1-1-1 0 0,-1 0 1 0 0,0 1 0 0 0,0-1 0 0 0,3-4 0 0 0,-4 5-17 0 0,0 0 1 0 0,0 0 0 0 0,1-1 0 0 0,-1 1 0 0 0,0 0 0 0 0,1 0 0 0 0,-1 0 0 0 0,1 0 0 0 0,2-1-1 0 0,-1 1-9 0 0,-1 0 0 0 0,0 0 0 0 0,0 0 0 0 0,0 0 0 0 0,-1-1 0 0 0,1 1 0 0 0,0-1 0 0 0,0 1 0 0 0,-1-1 0 0 0,1 0 0 0 0,-1 1 0 0 0,1-1 0 0 0,-1 0 0 0 0,0 0 0 0 0,2-4 0 0 0,-2 4-131 0 0,1 5 106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22.757"/>
    </inkml:context>
    <inkml:brush xml:id="br0">
      <inkml:brushProperty name="width" value="0.05" units="cm"/>
      <inkml:brushProperty name="height" value="0.05" units="cm"/>
    </inkml:brush>
  </inkml:definitions>
  <inkml:trace contextRef="#ctx0" brushRef="#br0">0 0 13456 0 0,'6'5'584'0'0,"10"11"-467"0"0,7 8-122 0 0,-16-19 0 0 0,-1 1 1 0 0,0 0-1 0 0,0 0 0 0 0,0 1 1 0 0,-1-1-1 0 0,0 1 1 0 0,7 13-1 0 0,2 3-57 0 0,-9-15 56 0 0,-1 0 0 0 0,0 0 1 0 0,2 11-1 0 0,5 9 54 0 0,8 23 58 0 0,-14-36-59 0 0,0 0 0 0 0,1-1 1 0 0,14 25-1 0 0,-20-38 17 0 0,5 6-207 0 0,-4-5 33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23.110"/>
    </inkml:context>
    <inkml:brush xml:id="br0">
      <inkml:brushProperty name="width" value="0.05" units="cm"/>
      <inkml:brushProperty name="height" value="0.05" units="cm"/>
    </inkml:brush>
  </inkml:definitions>
  <inkml:trace contextRef="#ctx0" brushRef="#br0">19 0 15168 0 0,'0'2'330'0'0,"-5"11"-280"0"0,2 0-1 0 0,0-1 1 0 0,0 1-1 0 0,1 0 1 0 0,1 1-1 0 0,0-1 1 0 0,1 0-1 0 0,2 24 1 0 0,2 36-211 0 0,-2-39-21 0 0,8 57 1 0 0,-4-59 139 0 0,4 17 18 0 0,4 9 78 0 0,-13-39-297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23.604"/>
    </inkml:context>
    <inkml:brush xml:id="br0">
      <inkml:brushProperty name="width" value="0.05" units="cm"/>
      <inkml:brushProperty name="height" value="0.05" units="cm"/>
    </inkml:brush>
  </inkml:definitions>
  <inkml:trace contextRef="#ctx0" brushRef="#br0">1 153 11880 0 0,'0'0'512'0'0,"2"0"-432"0"0,37-12-416 0 0,-22 8 298 0 0,-1-1 0 0 0,0-1 0 0 0,0 0 0 0 0,26-15 0 0 0,-19 6 139 0 0,-2 0 389 0 0,1 1 0 0 0,1 2-1 0 0,25-11 1 0 0,-48 22-483 0 0,10-3 228 0 0,-1 1 1 0 0,1 0-1 0 0,0 0 1 0 0,0 1 0 0 0,15-2-1 0 0,-15 22 147 0 0,-9-16-362 0 0,0 0 1 0 0,-1-1 0 0 0,1 1-1 0 0,-1-1 1 0 0,1 1 0 0 0,-1 0 0 0 0,0 0-1 0 0,0-1 1 0 0,1 1 0 0 0,-1 0-1 0 0,0 0 1 0 0,0-1 0 0 0,-1 1 0 0 0,0 3-1 0 0,-6 26 150 0 0,6-27-142 0 0,-86 233 209 0 0,58-168-358 0 0,-43 104-335 0 0,10-30-316 0 0,35-83 353 0 0,-2-9 292 0 0,19-35 102 0 0,-13 30 0 0 0,19-35 39 0 0,3-9 214 0 0,12-3-158 0 0,-9 1-75 0 0,1-1-1 0 0,0 0 1 0 0,-1 0 0 0 0,1 0 0 0 0,0-1 0 0 0,-1 1 0 0 0,1-1 0 0 0,-1 1 0 0 0,4-5 0 0 0,20-19-43 0 0,-20 18 69 0 0,13-12 26 0 0,-11 12 34 0 0,-1 0-1 0 0,11-14 0 0 0,15-24 377 0 0,59-85-96 0 0,-70 96-262 0 0,-13 18-42 0 0,1 0 0 0 0,1 0-1 0 0,26-27 1 0 0,-16 21 158 0 0,-15 16-4 0 0,-1 0-1 0 0,1 0 1 0 0,13-9-1 0 0,-14 10-203 0 0,-4 5 30 0 0,-1-1 1 0 0,0 1-1 0 0,0 0 0 0 0,1-1 0 0 0,-1 1 0 0 0,0 0 1 0 0,1-1-1 0 0,-1 1 0 0 0,0 0 0 0 0,1 0 0 0 0,-1-1 1 0 0,0 1-1 0 0,1 0 0 0 0,-1 0 0 0 0,1 0 0 0 0,-1-1 1 0 0,1 1-1 0 0,-1 0 0 0 0,0 0 0 0 0,1 0 0 0 0,-1 0 1 0 0,1 0-1 0 0,-1 0 0 0 0,1 0 0 0 0,-1 0 0 0 0,1 0 1 0 0,-1 0-1 0 0,0 0 0 0 0,1 0 0 0 0,-1 0 0 0 0,1 0 1 0 0,-1 1-1 0 0,1-1 0 0 0,-1 0 0 0 0,0 0 1 0 0,1 0-1 0 0,-1 1 0 0 0,1-1 0 0 0,-1 0 0 0 0,0 0 1 0 0,1 1-1 0 0,1 1 6 0 0,0 1 0 0 0,0-1 1 0 0,0 0-1 0 0,0 1 1 0 0,0-1-1 0 0,-1 1 0 0 0,1 0 1 0 0,-1-1-1 0 0,0 1 0 0 0,0 0 1 0 0,0 0-1 0 0,0 0 0 0 0,0 0 1 0 0,-1 0-1 0 0,1 0 0 0 0,-1 0 1 0 0,0 3-1 0 0,0 10 87 0 0,-1-1-1 0 0,-3 21 1 0 0,0-7-171 0 0,-24 120 51 0 0,25-138-10 0 0,-10 41 86 0 0,-3 0-1 0 0,-34 77 0 0 0,9-54-499 0 0,37-69 228 0 0,3-5-180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23.939"/>
    </inkml:context>
    <inkml:brush xml:id="br0">
      <inkml:brushProperty name="width" value="0.05" units="cm"/>
      <inkml:brushProperty name="height" value="0.05" units="cm"/>
    </inkml:brush>
  </inkml:definitions>
  <inkml:trace contextRef="#ctx0" brushRef="#br0">0 1 16639 0 0,'0'0'818'0'0,"2"1"-362"0"0,10 10-187 0 0,25 15 1 0 0,-22-16-251 0 0,6 3 39 0 0,0-2 0 0 0,1 0-1 0 0,27 8 1 0 0,-11-4 18 0 0,-20-7-75 0 0,28 12 99 0 0,0-2 0 0 0,77 18 0 0 0,-90-28 140 0 0,0 0 0 0 0,57 25 0 0 0,-80-30-180 0 0,0 0-1 0 0,1 0 0 0 0,-1-1 1 0 0,1-1-1 0 0,0 1 0 0 0,-1-2 1 0 0,20 0-1 0 0,-17 0 42 0 0,-12 0-106 0 0,4-5-1390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31:24.273"/>
    </inkml:context>
    <inkml:brush xml:id="br0">
      <inkml:brushProperty name="width" value="0.05" units="cm"/>
      <inkml:brushProperty name="height" value="0.05" units="cm"/>
    </inkml:brush>
  </inkml:definitions>
  <inkml:trace contextRef="#ctx0" brushRef="#br0">6 1 19423 0 0,'0'0'408'0'0,"-5"10"176"0"0,5 3-584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0:06.531"/>
    </inkml:context>
    <inkml:brush xml:id="br0">
      <inkml:brushProperty name="width" value="0.05" units="cm"/>
      <inkml:brushProperty name="height" value="0.05" units="cm"/>
    </inkml:brush>
  </inkml:definitions>
  <inkml:trace contextRef="#ctx0" brushRef="#br0">14323 1 7656 0 0,'0'0'9765'0'0,"-2"1"-9643"0"0,-16 11 285 0 0,14-9-291 0 0,0-1 1 0 0,-1 1-1 0 0,1 0 0 0 0,0 0 0 0 0,1 1 0 0 0,-1-1 0 0 0,-4 6 0 0 0,8-9-108 0 0,-1 1-1 0 0,1 0 0 0 0,-1-1 1 0 0,0 1-1 0 0,1-1 1 0 0,-1 1-1 0 0,0-1 0 0 0,0 1 1 0 0,1-1-1 0 0,-1 1 0 0 0,0-1 1 0 0,0 0-1 0 0,0 1 0 0 0,1-1 1 0 0,-2 0-1 0 0,-8 4 25 0 0,-1 5 8 0 0,1 0 0 0 0,-14 16 0 0 0,11-12 45 0 0,-14 6 488 0 0,0 3-356 0 0,-1 1-234 0 0,26-21 27 0 0,0 0-1 0 0,1 0 0 0 0,-1-1 0 0 0,0 1 1 0 0,0 0-1 0 0,-1-1 0 0 0,1 0 1 0 0,-4 2-1 0 0,-2 1 77 0 0,0 1 0 0 0,-11 8 0 0 0,5-3-57 0 0,2-2-18 0 0,1 0 1 0 0,1 1-1 0 0,-13 13 0 0 0,15-15-9 0 0,0 0 0 0 0,0-1 0 0 0,-1 1-1 0 0,1-1 1 0 0,-13 5 0 0 0,-18 13 115 0 0,15-5-21 0 0,14-10 5 0 0,-22 13 0 0 0,-12 5 139 0 0,27-16-1 0 0,-1 0 1 0 0,-24 10-1 0 0,22-12 1 0 0,-22 15-1 0 0,13-7-78 0 0,-16 11 69 0 0,30-18-159 0 0,0 0-1 0 0,0-2 1 0 0,-18 8-1 0 0,6-3-62 0 0,-48 30-1 0 0,47-26-6 0 0,-67 44-1 0 0,-53 30 0 0 0,-75 17 141 0 0,102-51 358 0 0,-66 19 2 0 0,92-40-500 0 0,-145 69-372 0 0,26-11 206 0 0,-81 36 79 0 0,157-70 86 0 0,33-16 0 0 0,-136 59 220 0 0,-87 13-77 0 0,150-57-260 0 0,156-51 164 0 0,-349 127-436 0 0,54-27 457 0 0,259-90-118 0 0,-191 59-202 0 0,-90 16 535 0 0,299-83-276 0 0,-69 11-7 0 0,28-5 0 0 0,-98 19 0 0 0,-3-1-32 0 0,-3 0 0 0 0,88-12 36 0 0,-136 36-88 0 0,7-5 84 0 0,68-19 0 0 0,-4 10 0 0 0,44-10 0 0 0,64-17 0 0 0,-108 18 0 0 0,130-31 20 0 0,1 2 0 0 0,-1 1 0 0 0,-30 11 0 0 0,-60 20-151 0 0,-3 0 9 0 0,75-23 252 0 0,-78 14-1 0 0,27-9-127 0 0,-299 62-250 0 0,150-33 528 0 0,37-13-333 0 0,170-27 16 0 0,-58 19 1 0 0,1 1 26 0 0,71-22 6 0 0,-335 62 174 0 0,216-49 273 0 0,-64 5-288 0 0,70-22-130 0 0,5-1 88 0 0,-189 20 220 0 0,250-21-282 0 0,-92-10 1 0 0,52 0-27 0 0,-54-5 50 0 0,3 0-33 0 0,-183-12-42 0 0,281 28 0 0 0,-5-1 0 0 0,-137-25 183 0 0,59 5-247 0 0,99 13 52 0 0,-70-4 86 0 0,103 9-51 0 0,0 2 1 0 0,-1 0 0 0 0,1 1-1 0 0,-22 6 1 0 0,-3 1-15 0 0,0-1 1 0 0,-53 1 0 0 0,-92-6 39 0 0,165-3-50 0 0,-83-7 64 0 0,70 3-51 0 0,-107 2 89 0 0,77 3-25 0 0,47 0-68 0 0,-36 6-1 0 0,42-4-8 0 0,0-1 1 0 0,0 0 0 0 0,0-1-1 0 0,-1-1 1 0 0,-18-2-1 0 0,14 0 1 0 0,1 1 0 0 0,-21 1 0 0 0,24 1 0 0 0,1-1 0 0 0,-1 0 0 0 0,0-1 0 0 0,-23-6 0 0 0,15 1-14 0 0,0 1-1 0 0,0 1 1 0 0,0 1 0 0 0,-26 0-1 0 0,32 2-11 0 0,-27-4 0 0 0,21 2 14 0 0,-72-16 12 0 0,-21 5 0 0 0,68 4 50 0 0,36 7-29 0 0,0 0 1 0 0,0 1 0 0 0,-20-1-1 0 0,-53 3-21 0 0,81-1-25 0 0,0 1 0 0 0,-1-2 0 0 0,1 1 0 0 0,0 0 0 0 0,0-1 0 0 0,0 0 0 0 0,0 0 0 0 0,0-1 0 0 0,1 1 1 0 0,-1-1-1 0 0,1 0 0 0 0,-1 0 0 0 0,-6-7 0 0 0,5 5-14 0 0,0 0 1 0 0,0 0-1 0 0,-1 1 1 0 0,0 0 0 0 0,-13-6-1 0 0,-16 0-26 0 0,-18-7 84 0 0,19 9 114 0 0,24 7-109 0 0,-3-2 19 0 0,0-4-35 0 0,11 3-3 0 0,3 3-7 0 0,0 1 1 0 0,0 0-1 0 0,0 0 1 0 0,0 0-1 0 0,0 0 0 0 0,0-1 1 0 0,0 1-1 0 0,-1 0 1 0 0,1 0-1 0 0,0 0 0 0 0,0 0 1 0 0,0 0-1 0 0,0 0 1 0 0,0-1-1 0 0,-1 1 0 0 0,1 0 1 0 0,0 0-1 0 0,0 0 0 0 0,0 0 1 0 0,0 0-1 0 0,-1 0 1 0 0,1 0-1 0 0,0 0 0 0 0,0 0 1 0 0,0 0-1 0 0,0 0 1 0 0,-1 0-1 0 0,1 0 0 0 0,0 0 1 0 0,0 0-1 0 0,0 0 1 0 0,-1 0-1 0 0,1 0 0 0 0,0 0 1 0 0,0 0-1 0 0,0 0 0 0 0,0 0 1 0 0,-1 0-1 0 0,0 1-10 0 0,-3-1 16 0 0,-8-5-109 0 0,8 2-45 0 0,5 3 135 0 0,-1 0 14 0 0,-23-7-228 0 0,18 3 240 0 0,2 3 32 0 0,-5-3-33 0 0,-2 4-10 0 0,2 4-21 0 0,7-3-80 0 0,0-1-150 0 0,-3 4 240 0 0,0-1-27 0 0,3-2-157 0 0,-2-2-1078 0 0,1 1 1310 0 0,-1-1 1 0 0,1 0-1 0 0,-1 1 1 0 0,1 0-1 0 0,-4 0 1 0 0,6-1-3 0 0,0 1 0 0 0,0 0 0 0 0,0 0 0 0 0,0-1 1 0 0,0 1-1 0 0,-1 0 0 0 0,1 0 0 0 0,0-1 0 0 0,0 1 0 0 0,0 0 0 0 0,0 0 0 0 0,-1-1 0 0 0,1 1 1 0 0,0 0-1 0 0,0 0 0 0 0,0 0 0 0 0,-1 0 0 0 0,1-1 0 0 0,0 1 0 0 0,-1 0 0 0 0,1 0 0 0 0,0 0 1 0 0,0 0-1 0 0,-1 0 0 0 0,1 0 0 0 0,0 0 0 0 0,0 0 0 0 0,-1 0 0 0 0,1 0 0 0 0,0 0 1 0 0,-1 0-1 0 0,1 0 0 0 0,0 0 0 0 0,0 0 0 0 0,-1 0 0 0 0,1 0 0 0 0,-9-2 182 0 0,-9-14-310 0 0,18 15-51 0 0,-2 0-110 0 0,-20-10 30 0 0,20 11 639 0 0,1-1-450 0 0,-2-2 38 0 0,2 2 69 0 0,-1-1 9 0 0,-5-3-1 0 0,6 3 128 0 0,1 2-194 0 0,0 0-1 0 0,0 0 0 0 0,0 0 1 0 0,0 0-1 0 0,0 0 0 0 0,0-1 1 0 0,0 1-1 0 0,0 0 0 0 0,0 0 1 0 0,0 0-1 0 0,0 0 0 0 0,0 0 1 0 0,0 0-1 0 0,0-1 0 0 0,0 1 1 0 0,0 0-1 0 0,0 0 0 0 0,0 0 1 0 0,0 0-1 0 0,0 0 0 0 0,0 0 1 0 0,0-1-1 0 0,0 1 0 0 0,0 0 1 0 0,-1 0-1 0 0,1 0 0 0 0,0 0 1 0 0,0 0-1 0 0,0 0 0 0 0,0 0 1 0 0,0 0-1 0 0,0-1 0 0 0,0 1 1 0 0,0 0-1 0 0,0 0 0 0 0,-1 0 1 0 0,1 0-1 0 0,0 0 0 0 0,-13 11 222 0 0,12-9-143 0 0,0-2-55 0 0,0 0 0 0 0,-1 0 0 0 0,1 0 0 0 0,0 0 0 0 0,0 1 0 0 0,-1-1 0 0 0,1 1 1 0 0,0-1-1 0 0,0 1 0 0 0,-1-1 0 0 0,1 1 0 0 0,0-1 0 0 0,0 1 0 0 0,0 0 0 0 0,0 0 0 0 0,0 0 0 0 0,0 0 0 0 0,0-1 0 0 0,0 1 0 0 0,0 2 1 0 0,0-3-160 0 0,-3 5-51 0 0,-3 0-302 0 0,4-1 509 0 0,0 0 0 0 0,-1-1 0 0 0,1 1-1 0 0,-1-1 1 0 0,-6 4 0 0 0,10-7-33 0 0,0 0 0 0 0,0 0 0 0 0,0 0 0 0 0,0 0 1 0 0,0 0-1 0 0,-1 0 0 0 0,1 0 0 0 0,0 0 0 0 0,0 0 0 0 0,0 0 1 0 0,0 0-1 0 0,0 0 0 0 0,-1 0 0 0 0,1 0 0 0 0,0 1 0 0 0,0-1 0 0 0,0 0 1 0 0,0 0-1 0 0,0 0 0 0 0,0 0 0 0 0,-1 0 0 0 0,1 0 0 0 0,0 0 0 0 0,0 0 1 0 0,0 0-1 0 0,0 1 0 0 0,0-1 0 0 0,0 0 0 0 0,0 0 0 0 0,0 0 1 0 0,0 0-1 0 0,0 0 0 0 0,-1 0 0 0 0,1 1 0 0 0,0-1 0 0 0,0 0 0 0 0,0 0 1 0 0,0 0-1 0 0,0 0 0 0 0,0 0 0 0 0,0 1 0 0 0,0-1 0 0 0,0 0 1 0 0,0 0-1 0 0,0 0 0 0 0,0 1 0 0 0,0 2 0 0 0,-13 8 51 0 0,10-10-43 0 0,3-1-7 0 0,-1 0 1 0 0,0 0 0 0 0,1 0 0 0 0,-1 1 0 0 0,1-1-1 0 0,-1 0 1 0 0,1 1 0 0 0,-1-1 0 0 0,0 0 0 0 0,1 1-1 0 0,-1-1 1 0 0,1 0 0 0 0,0 1 0 0 0,-1-1-1 0 0,1 1 1 0 0,-1-1 0 0 0,1 1 0 0 0,0-1 0 0 0,-1 1-1 0 0,1 0 1 0 0,0-1 0 0 0,-1 1 0 0 0,1 0 0 0 0,-3 2 66 0 0,-4 1-14 0 0,2 0-57 0 0,4-3-59 0 0,6-6-1546 0 0,1 0 1607 0 0,2 2 0 0 0,-1 1 0 0 0,2-1 0 0 0,-3-1 0 0 0,0 0 0 0 0,17-7-112 0 0,-23 11 100 0 0,1-1-1 0 0,0 1 0 0 0,0-1 1 0 0,0 1-1 0 0,0-1 1 0 0,0 1-1 0 0,0 0 1 0 0,0 0-1 0 0,0-1 1 0 0,-1 1-1 0 0,1 0 0 0 0,0 0 1 0 0,2 0-1 0 0,-2 0 148 0 0,14-9-162 0 0,-13 7 102 0 0,11-5 222 0 0,-7 2-297 0 0,2-3 18 0 0,-6 7 348 0 0,-1-1-299 0 0,3-5-54 0 0,0 0-2 0 0,3-3 40 0 0,-6 9-50 0 0,0-1 0 0 0,1 0 0 0 0,-2 1 0 0 0,1-1 0 0 0,0 0 0 0 0,0 0 0 0 0,0 0 0 0 0,-1 1 0 0 0,1-1 0 0 0,-1 0 0 0 0,0 0 0 0 0,1 0 0 0 0,-1 0 0 0 0,0 0 0 0 0,0 0 0 0 0,0 0 0 0 0,-1-4 3920 0 0,1 8-3857 0 0,0-2-48 0 0,1 1-1 0 0,-1-1 1 0 0,0 1-1 0 0,0-1 1 0 0,0 1-1 0 0,0-1 1 0 0,0 1-1 0 0,0-1 1 0 0,0 1-1 0 0,0 0 1 0 0,0-1 0 0 0,0 1-1 0 0,0-1 1 0 0,0 1-1 0 0,-1-1 1 0 0,1 1-1 0 0,0-1 1 0 0,0 1-1 0 0,0-1 1 0 0,-1 1-1 0 0,1-1 1 0 0,0 1-1 0 0,-1-1 1 0 0,1 0 0 0 0,0 1-1 0 0,-1-1 1 0 0,1 1-1 0 0,-1-1 1 0 0,1 0-1 0 0,-1 1 1 0 0,1-1-1 0 0,-1 0 1 0 0,1 0-1 0 0,-1 1 1 0 0,1-1-1 0 0,-1 0 1 0 0,1 0 0 0 0,-1 0-1 0 0,1 0 1 0 0,-1 1-1 0 0,1-1 1 0 0,-1 0-1 0 0,1 0 1 0 0,-1 0-1 0 0,0 0 1 0 0,-3 1 26 0 0,-4 6-31 0 0,-2-2-11 0 0,1-1 24 0 0,7-3 99 0 0,2-1-127 0 0,-1 0-1 0 0,0 1 1 0 0,1-1 0 0 0,-1 0 0 0 0,1 0 0 0 0,-1 0 0 0 0,0 1 0 0 0,1-1-1 0 0,-1 0 1 0 0,1 1 0 0 0,-1-1 0 0 0,1 0 0 0 0,-1 1 0 0 0,1-1-1 0 0,-1 1 1 0 0,1-1 0 0 0,-1 1 0 0 0,1-1 0 0 0,0 1 0 0 0,-1-1-1 0 0,1 2 1 0 0,-2 1-6 0 0,0-1 28 0 0,-3-9-1182 0 0,6 1 1153 0 0,-1 4 7 0 0,1 1 0 0 0,-1-1 0 0 0,1 1 0 0 0,-1-1 0 0 0,1 1 0 0 0,0 0 0 0 0,0-1 0 0 0,0 1 0 0 0,0 0 0 0 0,2-3 0 0 0,6-7-16 0 0,-3 3 20 0 0,5 0 0 0 0,2 3 0 0 0,-12 4 0 0 0,1 0 0 0 0,-1 0 0 0 0,0 0 0 0 0,0 0 0 0 0,0-1 0 0 0,0 1 0 0 0,0 0 0 0 0,0 0 0 0 0,0-1 0 0 0,-1 1 0 0 0,1 0 0 0 0,1-3 0 0 0,0-2 0 0 0,5-3 0 0 0,-4 9 0 0 0,7-7 0 0 0,-1 1 0 0 0,-7 5 0 0 0,0 1 0 0 0,0-1 0 0 0,0 0 0 0 0,0 0 0 0 0,-1 0 0 0 0,1 0 0 0 0,0-1 0 0 0,-1 1 0 0 0,1 0 0 0 0,1-3 0 0 0,13-6 0 0 0,-11 5 0 0 0,-4 4 0 0 0,-1 0 0 0 0,1 0 0 0 0,0 0 0 0 0,0 0 0 0 0,0 0 0 0 0,0 0 0 0 0,0 0 0 0 0,1 0 0 0 0,-1 0 0 0 0,0 1 0 0 0,0-1 0 0 0,1 0 0 0 0,-1 1 0 0 0,0-1 0 0 0,3 0 0 0 0,6 0 0 0 0,-7 1-8 0 0,11-4-41 0 0,-12 4 46 0 0,23-9 436 0 0,-23 8-278 0 0,0-6-4394 0 0,-11 5 1262 0 0,-40-17 639 0 0,40 13 2561 0 0,7 5 71 0 0,-1-1 0 0 0,1 0 0 0 0,-1 1 0 0 0,0 0 0 0 0,0-1 0 0 0,1 1-1 0 0,-6-1 1 0 0,-14 7 41 0 0,-5 0 94 0 0,25-5-157 0 0,1 0-218 0 0,-6 0-60 0 0,5 0-71 0 0,-4 11-32 0 0,3-2 109 0 0,2-6 218 0 0,0-1-117 0 0,0 1 1 0 0,0-1-1 0 0,0 1 0 0 0,-1-1 0 0 0,1 1 0 0 0,-3 2 0 0 0,1 0 83 0 0,2-3 820 0 0,0-1-924 0 0,-8 13-52 0 0,8-12 36 0 0,0-1 12 0 0,-18 24-156 0 0,15-20 70 0 0,3-2-33 0 0,0 8 32 0 0,-3-2 11 0 0,-11 22 72 0 0,7-14-44 0 0,7-15 770 0 0,-5 6-609 0 0,-4 4 0 0 0,6-4-177 0 0,4 2 2 0 0,0-6 51 0 0,0 1 7 0 0,0-3-28 0 0,0-1-150 0 0,0 0 102 0 0,0 0 1 0 0,0 0 0 0 0,0-1-1 0 0,0 1 1 0 0,0 0 0 0 0,0 0-1 0 0,0 0 1 0 0,0 0 0 0 0,0 0-1 0 0,1 0 1 0 0,-1-1-1 0 0,0 1 1 0 0,0 0 0 0 0,1 0-1 0 0,-1 0 1 0 0,1-1 0 0 0,-1 1-1 0 0,1 0 1 0 0,0 0 0 0 0,4 8-11 0 0,-1-2-2 0 0,-2-4 14 0 0,0 1 0 0 0,0-1 1 0 0,0 0-1 0 0,1-1 0 0 0,4 6 0 0 0,15 17 13 0 0,-16-18-11 0 0,-5-5 0 0 0,0-1 0 0 0,0 0 0 0 0,0 0 0 0 0,0 0 0 0 0,0 0 0 0 0,0-1 0 0 0,0 1 0 0 0,1 0 0 0 0,-1 0 0 0 0,0-1 0 0 0,0 1 0 0 0,1-1 0 0 0,2 2 0 0 0,1 0 0 0 0,26 20 0 0 0,-30-22 0 0 0,-1 0 0 0 0,1 1 0 0 0,-1-1 0 0 0,1 0 0 0 0,-1 1 0 0 0,1-1 0 0 0,-1 1 0 0 0,1-1 0 0 0,-1 1 0 0 0,0-1 0 0 0,1 1 0 0 0,-1-1 0 0 0,0 1 0 0 0,1-1 0 0 0,-1 1 0 0 0,0-1 0 0 0,0 1 0 0 0,0 0 0 0 0,1-1 0 0 0,-1 1 0 0 0,0 1 0 0 0,0-2 0 0 0,0 1 0 0 0,0-1 0 0 0,0 1 0 0 0,1 0 0 0 0,-1-1 0 0 0,0 1 0 0 0,0-1 0 0 0,0 1 0 0 0,1-1 0 0 0,-1 1 0 0 0,0-1 0 0 0,1 1 0 0 0,-1-1 0 0 0,1 1 0 0 0,-1-1 0 0 0,0 0 0 0 0,1 1 0 0 0,-1-1 0 0 0,1 1 0 0 0,-1-1 0 0 0,1 0 0 0 0,-1 1 0 0 0,1-1 0 0 0,2 2 0 0 0,0 0 0 0 0,0 0 0 0 0,1 0 0 0 0,-1 0 0 0 0,5 1 0 0 0,9 5 0 0 0,-8-3 0 0 0,-2 0 0 0 0,18 7 0 0 0,-23-11 0 0 0,0 0 0 0 0,0 0 0 0 0,0 0 0 0 0,0 0 0 0 0,-1 0 0 0 0,1 0 0 0 0,0 0 0 0 0,-1 1 0 0 0,1-1 0 0 0,0 0 0 0 0,-1 1 0 0 0,0 0 0 0 0,1-1 0 0 0,-1 1 0 0 0,2 3 0 0 0,1 3 0 0 0,-2-2 0 0 0,2 1 16 0 0,2-1 1623 0 0,-11-19-5398 0 0,4-1 2071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49.977"/>
    </inkml:context>
    <inkml:brush xml:id="br0">
      <inkml:brushProperty name="width" value="0.05" units="cm"/>
      <inkml:brushProperty name="height" value="0.05" units="cm"/>
    </inkml:brush>
  </inkml:definitions>
  <inkml:trace contextRef="#ctx0" brushRef="#br0">356 1142 13376 0 0,'-14'-5'406'0'0,"0"1"96"0"0,1-1 0 0 0,-18-9 0 0 0,15 6-67 0 0,7 4-249 0 0,1 0 1 0 0,0-1 0 0 0,0 0-1 0 0,1 0 1 0 0,-1-1-1 0 0,1 0 1 0 0,0 0 0 0 0,-6-7-1 0 0,-68-77 379 0 0,67 71-647 0 0,2-1 0 0 0,0 0 0 0 0,1 0-1 0 0,1-1 1 0 0,1-1 0 0 0,1 1-1 0 0,1-1 1 0 0,-6-34 0 0 0,7 19-26 0 0,1 0 0 0 0,2 0 0 0 0,1-1 0 0 0,5-55 0 0 0,0 69 78 0 0,0 0-1 0 0,2 0 0 0 0,0 1 0 0 0,2-1 0 0 0,16-39 0 0 0,-15 45 58 0 0,2 1 0 0 0,0-1 0 0 0,1 2 0 0 0,1-1 0 0 0,0 2 0 0 0,1 0 0 0 0,20-19 0 0 0,-15 17 37 0 0,1 1 0 0 0,0 1 0 0 0,1 1 0 0 0,1 1 0 0 0,0 0 0 0 0,0 2 0 0 0,2 1 0 0 0,33-12 0 0 0,-20 12-13 0 0,2 1-1 0 0,-1 3 0 0 0,1 0 1 0 0,0 3-1 0 0,0 1 0 0 0,51 4 1 0 0,227 39 104 0 0,-305-39-150 0 0,145 27-5 0 0,97 15 0 0 0,-188-33 35 0 0,-1 3-1 0 0,-1 2 0 0 0,99 42 1 0 0,-138-48-24 0 0,0 0 0 0 0,-1 2 0 0 0,0 1 0 0 0,-1 1 0 0 0,-1 1 0 0 0,26 22 0 0 0,-33-25 36 0 0,-1 1 0 0 0,-1 1 0 0 0,0 0 0 0 0,-1 0 0 0 0,-1 1 1 0 0,0 0-1 0 0,-1 1 0 0 0,-1 0 0 0 0,12 32 0 0 0,-10-20 47 0 0,-2 0 0 0 0,-1 1 0 0 0,-2 0-1 0 0,-1 0 1 0 0,0 0 0 0 0,-3 1 0 0 0,0-1 0 0 0,-6 45 0 0 0,-3-23 87 0 0,-2-1 0 0 0,-2 1 0 0 0,-28 73 0 0 0,30-101-76 0 0,-1 0 0 0 0,-1-1 0 0 0,0 0 0 0 0,-2-1 0 0 0,-1 0 0 0 0,0-1 0 0 0,-1-1-1 0 0,-1-1 1 0 0,-28 24 0 0 0,25-26 304 0 0,0-2 0 0 0,-1 0 0 0 0,0-1 0 0 0,-1-1 0 0 0,-1-1 0 0 0,0 0 0 0 0,0-2 0 0 0,-1-1 0 0 0,0-1 0 0 0,0-1 0 0 0,-1-1 0 0 0,0-2 0 0 0,-37 2 0 0 0,-166-18 929 0 0,203 10-1423 0 0,-1-1 0 0 0,1-1 0 0 0,1-1 0 0 0,-1-1 0 0 0,1-2 0 0 0,0 0 0 0 0,1-1 0 0 0,0-2 0 0 0,-42-27 0 0 0,50 28-99 0 0,1-1 1 0 0,1 0 0 0 0,0-1-1 0 0,1-1 1 0 0,0 1 0 0 0,1-2 0 0 0,-18-30-1 0 0,15 17-816 0 0,0-1-1 0 0,2 0 0 0 0,-16-56 0 0 0,8 5-1079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3.044"/>
    </inkml:context>
    <inkml:brush xml:id="br0">
      <inkml:brushProperty name="width" value="0.05" units="cm"/>
      <inkml:brushProperty name="height" value="0.05" units="cm"/>
    </inkml:brush>
  </inkml:definitions>
  <inkml:trace contextRef="#ctx0" brushRef="#br0">0 213 10800 0 0,'0'0'812'0'0,"2"0"-546"0"0,37 1-157 0 0,53-2 217 0 0,1-3-270 0 0,-20 3-33 0 0,245-11-47 0 0,-160 6 24 0 0,87 4 71 0 0,-132 4 0 0 0,37-8 113 0 0,-122 4-126 0 0,94 0 163 0 0,29-2 430 0 0,-81-1-392 0 0,62-7-118 0 0,-80 6 53 0 0,1 2 0 0 0,94 5 0 0 0,106 7 160 0 0,20-6 139 0 0,-146-3-150 0 0,54-4-554 0 0,-19-3 98 0 0,-41 2 187 0 0,46-4 33 0 0,-10-11 88 0 0,-83 13-110 0 0,19-1 71 0 0,51-2 153 0 0,-66 4-189 0 0,84-7 73 0 0,156-5 191 0 0,-131 5-80 0 0,-90 7-92 0 0,24-2 190 0 0,9 4 224 0 0,-111 5-444 0 0,-12 1-108 0 0,-1-1-1 0 0,0 0 1 0 0,1 0 0 0 0,-1-1-1 0 0,0 0 1 0 0,10-2 0 0 0,-6 5-13 0 0,-9-2-107 0 0,0 1 1 0 0,-1-1 0 0 0,1 0-1 0 0,0 0 1 0 0,-1 1-1 0 0,1-1 1 0 0,0 0 0 0 0,-1 0-1 0 0,1 0 1 0 0,0 0 0 0 0,0 0-1 0 0,-1 0 1 0 0,1 0-1 0 0,0 0 1 0 0,-1 0 0 0 0,1 0-1 0 0,0 0 1 0 0,0 0 0 0 0,-1 0-1 0 0,2-1 1 0 0,2-3-513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4.402"/>
    </inkml:context>
    <inkml:brush xml:id="br0">
      <inkml:brushProperty name="width" value="0.05" units="cm"/>
      <inkml:brushProperty name="height" value="0.05" units="cm"/>
    </inkml:brush>
  </inkml:definitions>
  <inkml:trace contextRef="#ctx0" brushRef="#br0">0 105 7408 0 0,'0'0'158'0'0,"2"-1"16"0"0,35-11 266 0 0,-27 9-332 0 0,-1 0 1 0 0,15-6-1 0 0,-19 7-65 0 0,1 0 0 0 0,-1 1 1 0 0,0-1-1 0 0,1 1 0 0 0,0 0 0 0 0,7 0 0 0 0,-7 1 79 0 0,-1-1-1 0 0,1 1 0 0 0,-1-1 0 0 0,1-1 0 0 0,-1 1 1 0 0,1-1-1 0 0,6-3 0 0 0,-6 3 41 0 0,0-1 1 0 0,0 1-1 0 0,1 0 1 0 0,-1 0-1 0 0,1 1 0 0 0,9-1 1 0 0,-9 1-1 0 0,0 0 0 0 0,0 0-1 0 0,0-1 1 0 0,-1 0 0 0 0,11-4 0 0 0,-14 5-120 0 0,0 1 1 0 0,0-1-1 0 0,0 1 1 0 0,-1-1-1 0 0,1 1 1 0 0,0 0-1 0 0,0 0 0 0 0,0 0 1 0 0,0 1-1 0 0,2 0 1 0 0,12 0 166 0 0,2-1 254 0 0,27-4 1 0 0,-28 2-373 0 0,27 0 0 0 0,-28 2-114 0 0,30-5 0 0 0,23 0 276 0 0,-57 3-241 0 0,-10 2-12 0 0,-1-1 0 0 0,1 1-1 0 0,0-1 1 0 0,0 0 0 0 0,-1 1 0 0 0,5-3 0 0 0,-2 2 0 0 0,0 1 916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4.914"/>
    </inkml:context>
    <inkml:brush xml:id="br0">
      <inkml:brushProperty name="width" value="0.05" units="cm"/>
      <inkml:brushProperty name="height" value="0.05" units="cm"/>
    </inkml:brush>
  </inkml:definitions>
  <inkml:trace contextRef="#ctx0" brushRef="#br0">314 0 14944 0 0,'0'0'2031'0'0,"-2"2"-1917"0"0,0 1-128 0 0,0-1 0 0 0,0 1 0 0 0,0 0 0 0 0,0 0 0 0 0,1 0 0 0 0,-1 0 0 0 0,1 0-1 0 0,0 0 1 0 0,0 0 0 0 0,0 1 0 0 0,0-1 0 0 0,0 0 0 0 0,1 1 0 0 0,-1 4 0 0 0,1 7-85 0 0,0 0 0 0 0,3 16 0 0 0,0-9 54 0 0,1 56-113 0 0,-3 0 1 0 0,-16 135 0 0 0,-3-110-38 0 0,-30 101 0 0 0,34-149 135 0 0,-14 55 209 0 0,-49 123 0 0 0,63-200-154 0 0,-39 90 170 0 0,46-107-132 0 0,1 2 0 0 0,0-1 0 0 0,-4 24 0 0 0,10-38-29 0 0,-1 5-22 0 0,1-7-67 0 0,-5 13-5042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5.280"/>
    </inkml:context>
    <inkml:brush xml:id="br0">
      <inkml:brushProperty name="width" value="0.05" units="cm"/>
      <inkml:brushProperty name="height" value="0.05" units="cm"/>
    </inkml:brush>
  </inkml:definitions>
  <inkml:trace contextRef="#ctx0" brushRef="#br0">0 1 14072 0 0,'0'0'936'0'0,"1"1"-824"0"0,23 47 712 0 0,-17-34-678 0 0,-1 0 0 0 0,-1 1 0 0 0,5 19 0 0 0,-6-21-123 0 0,18 97 48 0 0,-14-63-80 0 0,7 97-361 0 0,-10-78 191 0 0,-4-35 173 0 0,-1 1 1 0 0,-6 36 0 0 0,6-64 5 0 0,-2 12 0 0 0,1 0 0 0 0,1 0 0 0 0,3 32 0 0 0,0-23-12 0 0,-3-17-89 0 0,1 0 0 0 0,0-1 0 0 0,4 13 0 0 0,5 8-3382 0 0,-9-26 2734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5.713"/>
    </inkml:context>
    <inkml:brush xml:id="br0">
      <inkml:brushProperty name="width" value="0.05" units="cm"/>
      <inkml:brushProperty name="height" value="0.05" units="cm"/>
    </inkml:brush>
  </inkml:definitions>
  <inkml:trace contextRef="#ctx0" brushRef="#br0">1 85 13184 0 0,'0'0'2044'0'0,"6"0"-2882"0"0,11-5 763 0 0,-1-1 0 0 0,1 0 0 0 0,19-11 0 0 0,27-11 301 0 0,-50 24-48 0 0,-1 0 0 0 0,0 1 1 0 0,1 0-1 0 0,24-1 1 0 0,-3-1 277 0 0,-33 5-288 0 0,-1 1-163 0 0,0-1 1 0 0,1 0-1 0 0,-1 0 1 0 0,0 1 0 0 0,0-1-1 0 0,0 0 1 0 0,0 0 0 0 0,1 1-1 0 0,-1-1 1 0 0,0 0 0 0 0,0 0-1 0 0,1 0 1 0 0,-1 0-1 0 0,0 1 1 0 0,0-1 0 0 0,1 0-1 0 0,-1 0 1 0 0,0 0 0 0 0,1 0-1 0 0,-1 0 1 0 0,0 0 0 0 0,0 0-1 0 0,1 0 1 0 0,-1 1 0 0 0,1-1-1 0 0,-1-1-71 0 0,9-2 64 0 0,-4 2-2654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6.079"/>
    </inkml:context>
    <inkml:brush xml:id="br0">
      <inkml:brushProperty name="width" value="0.05" units="cm"/>
      <inkml:brushProperty name="height" value="0.05" units="cm"/>
    </inkml:brush>
  </inkml:definitions>
  <inkml:trace contextRef="#ctx0" brushRef="#br0">1 0 12784 0 0,'0'0'1280'0'0,"0"2"-1172"0"0,0 10-109 0 0,1 0 1 0 0,0 0 0 0 0,1 0 0 0 0,1 0 0 0 0,0 0 0 0 0,0-1-1 0 0,9 21 1 0 0,-9-25 44 0 0,0 1-1 0 0,-1-1 0 0 0,0 1 1 0 0,-1 0-1 0 0,1 0 1 0 0,-2 0-1 0 0,1 0 0 0 0,-1 0 1 0 0,0 0-1 0 0,-3 13 1 0 0,3-18-29 0 0,0 1 0 0 0,0-1 1 0 0,0 0-1 0 0,0 0 1 0 0,0 0-1 0 0,2 6 1 0 0,-1-5-17 0 0,0-1 1 0 0,-1 0-1 0 0,0 1 1 0 0,1-1-1 0 0,-1 0 1 0 0,-1 0-1 0 0,1 4 1 0 0,-2 9-226 0 0,0 1 0 0 0,2 22 0 0 0,0-29-442 0 0,0-2-10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6.463"/>
    </inkml:context>
    <inkml:brush xml:id="br0">
      <inkml:brushProperty name="width" value="0.05" units="cm"/>
      <inkml:brushProperty name="height" value="0.05" units="cm"/>
    </inkml:brush>
  </inkml:definitions>
  <inkml:trace contextRef="#ctx0" brushRef="#br0">1 1 14312 0 0,'0'0'1712'0'0,"1"1"-1640"0"0,0 0-65 0 0,1 0 0 0 0,-1 0 0 0 0,1-1 0 0 0,-1 1 0 0 0,0 0 0 0 0,1-1 0 0 0,-1 1 0 0 0,1-1 0 0 0,1 1 0 0 0,16 5-5 0 0,-11-2 38 0 0,0 0 0 0 0,0 0 1 0 0,0-1-1 0 0,0 0 0 0 0,1-1 1 0 0,-1 0-1 0 0,1 0 1 0 0,0-1-1 0 0,15 1 0 0 0,132-2-881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7.056"/>
    </inkml:context>
    <inkml:brush xml:id="br0">
      <inkml:brushProperty name="width" value="0.05" units="cm"/>
      <inkml:brushProperty name="height" value="0.05" units="cm"/>
    </inkml:brush>
  </inkml:definitions>
  <inkml:trace contextRef="#ctx0" brushRef="#br0">1 28 8712 0 0,'0'0'928'0'0,"1"1"-751"0"0,1 3-61 0 0,0 0 0 0 0,0 0 0 0 0,0 0 0 0 0,-1 0 0 0 0,1 0 0 0 0,-1 1 0 0 0,1 7 0 0 0,-1-9-44 0 0,-1 0 1 0 0,1 0-1 0 0,-1 0 0 0 0,1 0 1 0 0,0 0-1 0 0,0 0 0 0 0,3 5 1 0 0,2 9 125 0 0,-1 43 389 0 0,0-16-368 0 0,-4-19-86 0 0,-1-23-48 0 0,0 0-26 0 0,0 3-38 0 0,1-2 22 0 0,2 4-55 0 0,-2-5-99 0 0,4-9-1571 0 0,0-3 1391 0 0,-1 0 0 0 0,-1-1 0 0 0,5-18 0 0 0,2-8-17 0 0,0 5 45 0 0,-6 17 70 0 0,1 1-1 0 0,12-27 1 0 0,12-19 4692 0 0,-25 65-3777 0 0,3 0-142 0 0,0 7-327 0 0,-1 0-1 0 0,-1 0 0 0 0,0 0 1 0 0,-1 1-1 0 0,0-1 0 0 0,3 25 1 0 0,-3-4 67 0 0,-1 52 0 0 0,3 9 38 0 0,-7-93-354 0 0,1-1 0 0 0,0 1-1 0 0,0-1 1 0 0,0 1 0 0 0,0-1-1 0 0,1 1 1 0 0,-1-1 0 0 0,0 1-1 0 0,0-1 1 0 0,0 1 0 0 0,0-1-1 0 0,0 1 1 0 0,1-1 0 0 0,-1 0-1 0 0,0 1 1 0 0,0-1 0 0 0,1 1-1 0 0,-1-1 1 0 0,1 1 0 0 0,-1-1-21 0 0,0 0 1 0 0,1 0 0 0 0,-1 0 0 0 0,0 0 0 0 0,0 0-1 0 0,1 0 1 0 0,-1 0 0 0 0,0 0 0 0 0,0 0 0 0 0,1 0-1 0 0,-1 0 1 0 0,0 0 0 0 0,0-1 0 0 0,1 1-1 0 0,-1 0 1 0 0,0 0 0 0 0,0 0 0 0 0,1 0 0 0 0,-1 0-1 0 0,0-1 1 0 0,0 1 0 0 0,0 0 0 0 0,0 0-1 0 0,1 0 1 0 0,-1-1 0 0 0,0 1 0 0 0,0 0 0 0 0,0 0-1 0 0,0-1 1 0 0,0 1 0 0 0,0 0 0 0 0,1 0 0 0 0,-1-1-1 0 0,0 1 1 0 0,0-1 0 0 0,5-11-509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7.425"/>
    </inkml:context>
    <inkml:brush xml:id="br0">
      <inkml:brushProperty name="width" value="0.05" units="cm"/>
      <inkml:brushProperty name="height" value="0.05" units="cm"/>
    </inkml:brush>
  </inkml:definitions>
  <inkml:trace contextRef="#ctx0" brushRef="#br0">43 0 15088 0 0,'0'0'730'0'0,"-1"2"-315"0"0,-1 2-351 0 0,1 0 0 0 0,0 0 1 0 0,0 0-1 0 0,0 0 0 0 0,1 1 0 0 0,-1-1 0 0 0,1 6 1 0 0,-2 13-69 0 0,1-9 56 0 0,0 25-1 0 0,1-25-22 0 0,-3 25-1 0 0,0 9-40 0 0,3-36-12 0 0,-1 0-1 0 0,-3 17 1 0 0,-3-1-30 0 0,4-17 53 0 0,0 0 1 0 0,-1 14-1 0 0,2 86 54 0 0,3-59-53 0 0,9 140 0 0 0,-10-191 3 0 0,0 2-49 0 0,0 1-1 0 0,0 0 1 0 0,0-1-1 0 0,1 1 1 0 0,-1 0-1 0 0,1-1 1 0 0,2 8-1 0 0,2 1-175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7.969"/>
    </inkml:context>
    <inkml:brush xml:id="br0">
      <inkml:brushProperty name="width" value="0.05" units="cm"/>
      <inkml:brushProperty name="height" value="0.05" units="cm"/>
    </inkml:brush>
  </inkml:definitions>
  <inkml:trace contextRef="#ctx0" brushRef="#br0">1 59 13488 0 0,'0'0'956'0'0,"1"0"-1334"0"0,4-1 383 0 0,0 1-1 0 0,0-1 0 0 0,0 0 0 0 0,0 0 1 0 0,-1 0-1 0 0,1-1 0 0 0,-1 1 0 0 0,1-1 1 0 0,6-4-1 0 0,-7 4 5 0 0,-1 1 0 0 0,1 0 0 0 0,0 0 1 0 0,0 0-1 0 0,0 0 0 0 0,0 0 0 0 0,6 0 0 0 0,-6 1 80 0 0,1 0-1 0 0,-1-1 1 0 0,0 0-1 0 0,1 0 0 0 0,4-2 1 0 0,0-1 213 0 0,1 0-1 0 0,17-4 1 0 0,-23 7-184 0 0,1 1-1 0 0,0-1 0 0 0,-1 1 1 0 0,1 0-1 0 0,0 0 0 0 0,-1 1 0 0 0,1-1 1 0 0,6 3-1 0 0,-8-3-92 0 0,-1 0 1 0 0,0 0-1 0 0,1 0 0 0 0,-1 0 0 0 0,0 0 0 0 0,1-1 1 0 0,-1 1-1 0 0,0-1 0 0 0,0 1 0 0 0,0-1 0 0 0,1 0 1 0 0,2-2-1 0 0,-2 2 13 0 0,-1 0 1 0 0,1 0-1 0 0,-1 0 1 0 0,1 1-1 0 0,0-1 1 0 0,4 0-1 0 0,-6 1 442 0 0,-1 0-413 0 0,4 0-43 0 0,-3 1-19 0 0,0 0 0 0 0,0 0-1 0 0,0 1 1 0 0,0-1 0 0 0,0 0 0 0 0,0 0 0 0 0,-1 1-1 0 0,1-1 1 0 0,0 1 0 0 0,0 1 0 0 0,0-1 6 0 0,7 15 33 0 0,-1 1 0 0 0,-1-1 0 0 0,9 38 0 0 0,-8-26 49 0 0,25 130-62 0 0,-28-135-63 0 0,33 255 17 0 0,-33-220 20 0 0,18 246 44 0 0,-13-173-41 0 0,2 80-16 0 0,-10-169 81 0 0,12 76 0 0 0,-12-93-94 0 0,-1-24-80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8.307"/>
    </inkml:context>
    <inkml:brush xml:id="br0">
      <inkml:brushProperty name="width" value="0.05" units="cm"/>
      <inkml:brushProperty name="height" value="0.05" units="cm"/>
    </inkml:brush>
  </inkml:definitions>
  <inkml:trace contextRef="#ctx0" brushRef="#br0">1 1 20303 0 0,'0'0'936'0'0,"0"8"-832"0"0,5 6-104 0 0,-5-6 0 0 0,5 6 0 0 0,0-1 0 0 0,5-4 0 0 0,-5 4-96 0 0,0-4 96 0 0,1 5-112 0 0,-6-1 32 0 0,5-3 8 0 0,0-1 0 0 0,5-1-2624 0 0,-5-2 1192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8.726"/>
    </inkml:context>
    <inkml:brush xml:id="br0">
      <inkml:brushProperty name="width" value="0.05" units="cm"/>
      <inkml:brushProperty name="height" value="0.05" units="cm"/>
    </inkml:brush>
  </inkml:definitions>
  <inkml:trace contextRef="#ctx0" brushRef="#br0">0 1 18815 0 0,'0'0'808'0'0,"0"2"-664"0"0,2 31-345 0 0,7 43-1 0 0,0-13-277 0 0,-5-28-1317 0 0,2-1 0 0 0,19 64 0 0 0,-20-85 673 0 0,0-3-11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9.222"/>
    </inkml:context>
    <inkml:brush xml:id="br0">
      <inkml:brushProperty name="width" value="0.05" units="cm"/>
      <inkml:brushProperty name="height" value="0.05" units="cm"/>
    </inkml:brush>
  </inkml:definitions>
  <inkml:trace contextRef="#ctx0" brushRef="#br0">1 2 13576 0 0,'0'0'1032'0'0,"1"0"-939"0"0,1-1-81 0 0,1 1-8 0 0,9 5 13 0 0,-5-2 114 0 0,-2-1-70 0 0,10 3 61 0 0,-13-3-122 0 0,10 3-78 0 0,-10-4 208 0 0,7 17 74 0 0,-6-3-117 0 0,-2-12-56 0 0,-1 0-1 0 0,1 0 1 0 0,0 0-1 0 0,0 0 1 0 0,2 5-1 0 0,1 6 108 0 0,-2-2-117 0 0,7 20 78 0 0,-2-6-51 0 0,19 72-208 0 0,-23-90 147 0 0,0 1 0 0 0,0-1 1 0 0,1 0-1 0 0,0 0 0 0 0,7 11 1 0 0,-9-16 16 0 0,7 7-8 0 0,-8-3 62 0 0,-1-3-30 0 0,0-4-13 0 0,0 0 0 0 0,0 0 0 0 0,0 1 1 0 0,0-1-1 0 0,0 0 0 0 0,0 1 0 0 0,0-1 0 0 0,0 0 0 0 0,0 1 0 0 0,0-1 0 0 0,0 0 0 0 0,0 1 0 0 0,0-1 1 0 0,0 0-1 0 0,0 1 0 0 0,0-1 0 0 0,0 0 0 0 0,0 1 0 0 0,1-1 0 0 0,-1 0 0 0 0,0 1 0 0 0,0-1 0 0 0,0 0 1 0 0,1 0-1 0 0,-1 1 0 0 0,0-1 0 0 0,0 0 0 0 0,0 0 0 0 0,1 0 0 0 0,-1 1 0 0 0,8-7 620 0 0,4-13-1014 0 0,14-51-1961 0 0,-15 36 1234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2:59.671"/>
    </inkml:context>
    <inkml:brush xml:id="br0">
      <inkml:brushProperty name="width" value="0.05" units="cm"/>
      <inkml:brushProperty name="height" value="0.05" units="cm"/>
    </inkml:brush>
  </inkml:definitions>
  <inkml:trace contextRef="#ctx0" brushRef="#br0">160 1 15168 0 0,'0'0'554'0'0,"-1"2"-350"0"0,-53 121-1070 0 0,3-6-2212 0 0,44-100 2483 0 0,-1 0-1 0 0,0-1 0 0 0,-19 26 1 0 0,27-42 688 0 0,-1 0 0 0 0,1 1 0 0 0,0-1 0 0 0,0 0 0 0 0,-1 0 0 0 0,1 1-1 0 0,0-1 1 0 0,0 0 0 0 0,-1 1 0 0 0,1-1 0 0 0,0 0 0 0 0,0 1 0 0 0,0-1 0 0 0,0 0 0 0 0,-1 1 0 0 0,1-1 0 0 0,0 1 0 0 0,0-1 0 0 0,0 0 0 0 0,0 1 0 0 0,0-1 0 0 0,0 0 0 0 0,0 1 0 0 0,0-1 0 0 0,0 1 0 0 0,0-1 0 0 0,0 0 0 0 0,0 1 0 0 0,1-1 0 0 0,-1 1 0 0 0,11-3 250 0 0,17-13-696 0 0,-18 9 322 0 0,0 1 0 0 0,0 0-1 0 0,1 0 1 0 0,19-5 0 0 0,-1 0-67 0 0,42-20 102 0 0,-15 11 296 0 0,-49 17-19 0 0,1 0-1 0 0,-1 0 0 0 0,0 1 0 0 0,12-1 1 0 0,-13-3 552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00.007"/>
    </inkml:context>
    <inkml:brush xml:id="br0">
      <inkml:brushProperty name="width" value="0.05" units="cm"/>
      <inkml:brushProperty name="height" value="0.05" units="cm"/>
    </inkml:brush>
  </inkml:definitions>
  <inkml:trace contextRef="#ctx0" brushRef="#br0">1 5 13824 0 0,'0'0'593'0'0,"2"0"-486"0"0,19 2-56 0 0,-18-1 77 0 0,0 0 0 0 0,1-1-1 0 0,-1 0 1 0 0,1 0 0 0 0,-1 0 0 0 0,0 0 0 0 0,1 0-1 0 0,-1-1 1 0 0,6-1 0 0 0,-3 1 16 0 0,1 0 0 0 0,-1 0 0 0 0,0 1 0 0 0,1 0 1 0 0,10 1-1 0 0,3 0 225 0 0,-20-1-364 0 0,5 0 95 0 0,-1 0 0 0 0,1 0 0 0 0,-1 0 0 0 0,1-1 0 0 0,-1 0 0 0 0,6-1-1 0 0,-1 1 48 0 0,32 1-1728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00.343"/>
    </inkml:context>
    <inkml:brush xml:id="br0">
      <inkml:brushProperty name="width" value="0.05" units="cm"/>
      <inkml:brushProperty name="height" value="0.05" units="cm"/>
    </inkml:brush>
  </inkml:definitions>
  <inkml:trace contextRef="#ctx0" brushRef="#br0">0 82 13648 0 0,'26'1'594'0'0,"-1"-2"0"0"0,0 0 1 0 0,0-2-1 0 0,0-1 1 0 0,27-7-1 0 0,-36 7-344 0 0,0 1-1 0 0,23-1 0 0 0,-22 2-239 0 0,0 0 0 0 0,18-5-1 0 0,42-7 95 0 0,-74 13-132 0 0,1 0-1 0 0,-1 0 1 0 0,1-1-1 0 0,-1 1 1 0 0,1-1-1 0 0,3-2 0 0 0,6 2-774 0 0,-11 2 758 0 0,14-8-2416 0 0,-10 3 1259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00.889"/>
    </inkml:context>
    <inkml:brush xml:id="br0">
      <inkml:brushProperty name="width" value="0.05" units="cm"/>
      <inkml:brushProperty name="height" value="0.05" units="cm"/>
    </inkml:brush>
  </inkml:definitions>
  <inkml:trace contextRef="#ctx0" brushRef="#br0">5 1 18023 0 0,'0'0'874'0'0,"0"1"-384"0"0,-2 23 143 0 0,1-19-636 0 0,0 0-1 0 0,0 1 1 0 0,1-1-1 0 0,0 0 1 0 0,1 8-1 0 0,4 60-134 0 0,-2-12-684 0 0,2 6-539 0 0,-3-27 411 0 0,-2-28 515 0 0,1 0 0 0 0,2 14 1 0 0,-3-15 67 0 0,2 8 1157 0 0,-2-19-791 0 0,0 1 1 0 0,1-1-1 0 0,-1 1 0 0 0,0-1 0 0 0,0 0 0 0 0,0 1 0 0 0,1-1 0 0 0,-1 0 1 0 0,0 1-1 0 0,1-1 0 0 0,-1 0 0 0 0,0 1 0 0 0,1-1 0 0 0,-1 0 1 0 0,0 0-1 0 0,1 1 0 0 0,-1-1 0 0 0,0 0 0 0 0,1 0 0 0 0,-1 0 0 0 0,1 0 1 0 0,-1 0-1 0 0,1 1 0 0 0,-1-1 0 0 0,0 0 0 0 0,1 0 0 0 0,-1 0 0 0 0,1 0 1 0 0,-1 0-1 0 0,1 0 0 0 0,-1 0 0 0 0,0 0 0 0 0,1-1 0 0 0,-1 1 1 0 0,1 0-1 0 0,-1 0 0 0 0,0 0 0 0 0,2-1 0 0 0,3 0-10 0 0,0 0-1 0 0,0 1 1 0 0,0-1-1 0 0,0 1 1 0 0,0 0-1 0 0,0 1 1 0 0,8 0-1 0 0,14 1 370 0 0,-7 0-5 0 0,0 0 1 0 0,-1 1-1 0 0,32 9 1 0 0,-35-8-186 0 0,0 4 99 0 0,-14-7-248 0 0,0 0-1 0 0,0 0 1 0 0,0 0 0 0 0,0 0-1 0 0,0 1 1 0 0,-1-1 0 0 0,1 0 0 0 0,0 1-1 0 0,1 2 1 0 0,1 0 0 0 0,16 22 219 0 0,-9-12-84 0 0,-6-5-94 0 0,-4-2-36 0 0,-1-6 108 0 0,-1 11 564 0 0,0-10-609 0 0,0-1-1 0 0,0 0 0 0 0,0 1 0 0 0,0-1 0 0 0,0 1 0 0 0,0-1 0 0 0,0 0 1 0 0,0 0-1 0 0,-1 0 0 0 0,1 0 0 0 0,-1 0 0 0 0,1 0 0 0 0,-3 1 0 0 0,-1 0 4 0 0,-1-1 0 0 0,1 0 0 0 0,0 0 0 0 0,0 0 0 0 0,-1-1 0 0 0,-8 0 0 0 0,3 0-145 0 0,-7 0-443 0 0,-26-3-1 0 0,38 3 260 0 0,0 0-1 0 0,0 1 0 0 0,0-1 0 0 0,0 1 0 0 0,1 0 0 0 0,-8 3 1 0 0,-14 1-1059 0 0,-12-1-1972 0 0,23-3 1429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01.658"/>
    </inkml:context>
    <inkml:brush xml:id="br0">
      <inkml:brushProperty name="width" value="0.05" units="cm"/>
      <inkml:brushProperty name="height" value="0.05" units="cm"/>
    </inkml:brush>
  </inkml:definitions>
  <inkml:trace contextRef="#ctx0" brushRef="#br0">0 42 14312 0 0,'0'0'1742'0'0,"6"-5"-1892"0"0,13-3-80 0 0,-16 7 203 0 0,0 0-1 0 0,0 1 1 0 0,-1-2-1 0 0,1 1 1 0 0,0 0-1 0 0,-1-1 1 0 0,4-2-1 0 0,-3 2 37 0 0,-1 0-1 0 0,1 1 1 0 0,0-1-1 0 0,0 0 1 0 0,0 1-1 0 0,0 0 0 0 0,0 0 1 0 0,0 0-1 0 0,0 0 1 0 0,4-1-1 0 0,-6 2-3 0 0,0 0-1 0 0,1-1 0 0 0,-1 1 0 0 0,1 0 1 0 0,-1 0-1 0 0,0 0 0 0 0,1 0 0 0 0,-1 0 1 0 0,1 1-1 0 0,-1-1 0 0 0,0 0 0 0 0,1 1 1 0 0,-1-1-1 0 0,0 1 0 0 0,1-1 0 0 0,-1 1 1 0 0,0 0-1 0 0,0-1 0 0 0,1 1 0 0 0,-1 0 1 0 0,0 0-1 0 0,0 0 0 0 0,0 0 0 0 0,0 0 1 0 0,0 0-1 0 0,1 2 0 0 0,2 6 71 0 0,1 0 0 0 0,-2 1-1 0 0,1 0 1 0 0,-1 0 0 0 0,-1 0-1 0 0,0 0 1 0 0,0 0 0 0 0,0 14-1 0 0,-1-5-8 0 0,7 22 0 0 0,-5-22-46 0 0,-1 0 0 0 0,0 0 0 0 0,-2 0 0 0 0,0 0 0 0 0,-4 26 0 0 0,1 25-23 0 0,3-45-89 0 0,-5 31 1 0 0,5-29-140 0 0,0-14 126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01.992"/>
    </inkml:context>
    <inkml:brush xml:id="br0">
      <inkml:brushProperty name="width" value="0.05" units="cm"/>
      <inkml:brushProperty name="height" value="0.05" units="cm"/>
    </inkml:brush>
  </inkml:definitions>
  <inkml:trace contextRef="#ctx0" brushRef="#br0">1 1 21407 0 0,'0'0'1496'0'0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2.814"/>
    </inkml:context>
    <inkml:brush xml:id="br0">
      <inkml:brushProperty name="width" value="0.05" units="cm"/>
      <inkml:brushProperty name="height" value="0.05" units="cm"/>
    </inkml:brush>
  </inkml:definitions>
  <inkml:trace contextRef="#ctx0" brushRef="#br0">0 77 13216 0 0,'0'0'641'0'0,"2"0"-994"0"0,83 9-1945 0 0,-75-9 1831 0 0,-5 0 290 0 0,-1 0 1 0 0,1 0-1 0 0,0 0 1 0 0,0-1-1 0 0,7-1 1 0 0,9-2-36 0 0,-18 3 234 0 0,0 1 0 0 0,1-1 0 0 0,-1 1 0 0 0,0-1 0 0 0,0 0 0 0 0,0 0 0 0 0,0-1 0 0 0,5-1 0 0 0,-6 1 41 0 0,1 1-1 0 0,0 0 0 0 0,0 0 0 0 0,-1 0 0 0 0,1 0 0 0 0,0 0 0 0 0,0 0 1 0 0,0 1-1 0 0,0-1 0 0 0,5 1 0 0 0,34 3 534 0 0,-12-1-425 0 0,105-10-368 0 0,-128 8 173 0 0,1-1 1 0 0,-1 2 0 0 0,14 1 0 0 0,8 0 4 0 0,15-2 35 0 0,124-4 144 0 0,-1-1 325 0 0,-27 3 31 0 0,-22 2-264 0 0,52-8 223 0 0,-113-1-302 0 0,-42 6-94 0 0,1 0-1 0 0,22 0 1 0 0,91-6 370 0 0,-4 1-251 0 0,-56 5-125 0 0,-43 1-6 0 0,0 2 0 0 0,0 0 0 0 0,30 5 0 0 0,-40-2-61 0 0,113 15-1 0 0,-117-17-5 0 0,-1-1 0 0 0,19-3 0 0 0,4 1 0 0 0,-22 2 0 0 0,158 4 0 0 0,-28 1 10 0 0,-1-1 97 0 0,-107-3-95 0 0,39 4-13 0 0,-20-1 19 0 0,84-3 1 0 0,-9-1 24 0 0,62 3 122 0 0,34 1 200 0 0,-209-3-258 0 0,24-3 0 0 0,-25 0-4 0 0,24 2-1 0 0,-26 1-66 0 0,27 2 89 0 0,56-2 1 0 0,8-6 134 0 0,-75 5-231 0 0,1 1 1 0 0,31 5-1 0 0,5 1-29 0 0,-13-2 0 0 0,-29-2 0 0 0,0-1 0 0 0,24 0 0 0 0,7-5 0 0 0,69-2 0 0 0,-65 3 0 0 0,-32 0 0 0 0,1 2 0 0 0,35 4 0 0 0,97 5 0 0 0,-50-5 0 0 0,32-1 53 0 0,-116-3-21 0 0,31-4 0 0 0,9 0-21 0 0,49-2 19 0 0,-95 5 12 0 0,18-1 95 0 0,55 7 1 0 0,0-1 69 0 0,-59-4-75 0 0,-11-1-13 0 0,0 1 0 0 0,1 1-1 0 0,-1 1 1 0 0,24 6-1 0 0,-27-3-28 0 0,1-1-1 0 0,-1-1 0 0 0,1 0 1 0 0,0-2-1 0 0,28 0 0 0 0,-43-2-68 0 0,7 0 1 0 0,0 0-1 0 0,0 1 1 0 0,0 0-1 0 0,22 4 0 0 0,-17-2-21 0 0,1-1 0 0 0,0 0-1 0 0,28-4 1 0 0,-22 2 9 0 0,30 1-1 0 0,-21 3 76 0 0,-3 0 37 0 0,0-1 0 0 0,0-1 0 0 0,48-6 0 0 0,-65 4-94 0 0,-1 0 0 0 0,1 1 0 0 0,-1 0 0 0 0,13 2-1 0 0,-12 0-1 0 0,0-1-1 0 0,0-1 1 0 0,0 0-1 0 0,13-3 0 0 0,1 0 0 0 0,34 1-1 0 0,10-2-6 0 0,58-4 37 0 0,-106 7-10 0 0,39 3-1 0 0,-7 1 88 0 0,87-8 573 0 0,-138 5-678 0 0,109 4 122 0 0,-94-3-80 0 0,0-1 1 0 0,23-2 0 0 0,8-1-31 0 0,-11 3-165 0 0,110 4 52 0 0,-28 0 75 0 0,-93-3 65 0 0,48-6 0 0 0,3 1 21 0 0,47-1-86 0 0,60-4 0 0 0,6 6 11 0 0,-156 0 48 0 0,-28 2-47 0 0,0 0-1 0 0,0 1 1 0 0,1 0 0 0 0,8 1-1 0 0,3 1-10 0 0,-3 1 2 0 0,1-1-1 0 0,-1 0 1 0 0,33-3-1 0 0,18-2 71 0 0,-50 3-54 0 0,0 0-1 0 0,34-6 0 0 0,-18-3 88 0 0,-18 4 21 0 0,25-3 0 0 0,-31 8-88 0 0,0 0 0 0 0,16 1 0 0 0,4 1 17 0 0,-11-2 22 0 0,0-1-1 0 0,33-6 0 0 0,4 2 3 0 0,-51 5-80 0 0,0-1 0 0 0,0 1 0 0 0,0 1 0 0 0,0-1 0 0 0,9 2 0 0 0,8 1 0 0 0,49-3 336 0 0,-68-1-310 0 0,0 1 0 0 0,0 0 0 0 0,0-1 1 0 0,-1 1-1 0 0,1-1 0 0 0,0 0 0 0 0,0 0 0 0 0,0 0 0 0 0,-1 0 0 0 0,1 0 0 0 0,-1-1 0 0 0,4-1 0 0 0,-4 2 555 0 0,-2 2-511 0 0,4 2 20 0 0,-2-1-10 0 0,5 0-53 0 0,-3-2 16 0 0,2 0-22 0 0,-4 0 199 0 0,-1 1-229 0 0,4 3 19 0 0,3-3-20 0 0,-7-1-44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4.078"/>
    </inkml:context>
    <inkml:brush xml:id="br0">
      <inkml:brushProperty name="width" value="0.05" units="cm"/>
      <inkml:brushProperty name="height" value="0.05" units="cm"/>
    </inkml:brush>
  </inkml:definitions>
  <inkml:trace contextRef="#ctx0" brushRef="#br0">0 0 11456 0 0,'0'0'574'0'0,"1"3"-486"0"0,4 10 9 0 0,5 26 0 0 0,-6-22-17 0 0,-1-14-76 0 0,-1-1 10 0 0,0 2 57 0 0,-1-3-29 0 0,0 1 0 0 0,0 0 1 0 0,0-1-1 0 0,-1 1 0 0 0,1 0 0 0 0,0 0 0 0 0,-1 0 1 0 0,0 0-1 0 0,1 0 0 0 0,-1 0 0 0 0,0 0 0 0 0,0 0 0 0 0,0 2 1 0 0,1-1 423 0 0,0-1 0 0 0,0 0 1 0 0,0 0-1 0 0,1 0 1 0 0,-1 0-1 0 0,0 0 1 0 0,3 2-1 0 0,5 10 66 0 0,-5-8-526 0 0,-4-6-8 0 0,0 1 0 0 0,1-1 0 0 0,-1-1 0 0 0,0 1 0 0 0,0 0 1 0 0,1 0-1 0 0,-1 0 0 0 0,0 0 0 0 0,0 0 0 0 0,0 0 0 0 0,1 0 0 0 0,-1 0 0 0 0,0 0 1 0 0,0 0-1 0 0,1 0 0 0 0,-1-1 0 0 0,0 1 0 0 0,0 0 0 0 0,0 0 0 0 0,1 0 0 0 0,-1 0 1 0 0,0-1-1 0 0,0 1 0 0 0,0 0 0 0 0,0 0 0 0 0,1-1 0 0 0,-1 1-1 0 0,0 0 3 0 0,0 0 0 0 0,0-1-1 0 0,0 1 1 0 0,1 0 0 0 0,-1 0-1 0 0,0 0 1 0 0,0-1 0 0 0,1 1-1 0 0,-1 0 1 0 0,0 0 0 0 0,0 0-1 0 0,0 0 1 0 0,1 0 0 0 0,-1 0-1 0 0,0 0 1 0 0,1-1-1 0 0,-1 1 1 0 0,0 0 0 0 0,0 0-1 0 0,1 0 1 0 0,-1 0 0 0 0,0 0-1 0 0,0 0 1 0 0,1 0 0 0 0,-1 0-1 0 0,0 0 1 0 0,1 1 0 0 0,-1-1-1 0 0,0 0 1 0 0,0 0 0 0 0,1 0-1 0 0,-1 0 1 0 0,0 0-1 0 0,0 0 1 0 0,1 0 0 0 0,-1 1-1 0 0,0-1 1 0 0,0 0 0 0 0,0 0-1 0 0,1 0 1 0 0,-1 1 0 0 0,5 7-40 0 0,-5-7 34 0 0,4 6-63 0 0,-4-6-19 0 0,1 0 0 0 0,0 1-1 0 0,-1-1 1 0 0,1 0 0 0 0,0 0 0 0 0,0 1-1 0 0,0-1 1 0 0,0 0 0 0 0,0 0 0 0 0,1 1 0 0 0,0-1 5 0 0,-1 0 0 0 0,-1 0 0 0 0,1 0 0 0 0,0 0 0 0 0,0 1 0 0 0,0-1 0 0 0,-1 0 0 0 0,1 0 0 0 0,0 1 0 0 0,0 1 0 0 0,6 11-1892 0 0,-3-11 1239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4.429"/>
    </inkml:context>
    <inkml:brush xml:id="br0">
      <inkml:brushProperty name="width" value="0.05" units="cm"/>
      <inkml:brushProperty name="height" value="0.05" units="cm"/>
    </inkml:brush>
  </inkml:definitions>
  <inkml:trace contextRef="#ctx0" brushRef="#br0">0 1 12848 0 0,'0'0'664'0'0,"0"8"-664"0"0,0 6 0 0 0,0-1-240 0 0,0 6-64 0 0,0-2-16 0 0,0 5 0 0 0,0 2-512 0 0,0-2-96 0 0,0 5-32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4.811"/>
    </inkml:context>
    <inkml:brush xml:id="br0">
      <inkml:brushProperty name="width" value="0.05" units="cm"/>
      <inkml:brushProperty name="height" value="0.05" units="cm"/>
    </inkml:brush>
  </inkml:definitions>
  <inkml:trace contextRef="#ctx0" brushRef="#br0">61 1 5872 0 0,'-10'49'256'0'0,"0"-5"64"0"0,5 2-256 0 0,-5-2-64 0 0,0 2 0 0 0,4-2 0 0 0,1-3 384 0 0,5-5 72 0 0,-5 0 16 0 0,5-4 0 0 0,0-1-216 0 0,0-9-32 0 0,0 2-16 0 0,0-7 0 0 0,5 1-208 0 0,0-4 64 0 0,-5-6-64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5.294"/>
    </inkml:context>
    <inkml:brush xml:id="br0">
      <inkml:brushProperty name="width" value="0.05" units="cm"/>
      <inkml:brushProperty name="height" value="0.05" units="cm"/>
    </inkml:brush>
  </inkml:definitions>
  <inkml:trace contextRef="#ctx0" brushRef="#br0">5 252 10272 0 0,'-4'-14'222'0'0,"3"11"-26"0"0,3 3-401 0 0,0 0 150 0 0,0-1-1 0 0,-1 1 1 0 0,1-1-1 0 0,0 0 0 0 0,0 0 1 0 0,-1 0-1 0 0,1 1 1 0 0,0-2-1 0 0,-1 1 1 0 0,1 0-1 0 0,1-2 0 0 0,15-8-530 0 0,31-6 281 0 0,53-16-182 0 0,-70 22 1253 0 0,45-22 0 0 0,-35 15-226 0 0,-7 2 131 0 0,-18 8-435 0 0,0 1 0 0 0,0 0 0 0 0,24-5 1 0 0,-22 9-100 0 0,-1 0-1 0 0,36 0 1 0 0,-41 2-135 0 0,0 0 0 0 0,0-2 0 0 0,0 0 0 0 0,0 0 0 0 0,-1-1 0 0 0,19-8 0 0 0,-13 4-2 0 0,-12 7 7 0 0,-1-1 1 0 0,1 1 0 0 0,0 1 0 0 0,0-1 0 0 0,-1 1 0 0 0,1 0-1 0 0,0 0 1 0 0,0 0 0 0 0,8 2 0 0 0,15 1 42 0 0,-28-3 998 0 0,5 9 88 0 0,-5-8-1135 0 0,1 0 0 0 0,-1 0 0 0 0,0 1 1 0 0,0-1-1 0 0,0 0 0 0 0,-1 1 0 0 0,1-1 0 0 0,0 0 1 0 0,0 1-1 0 0,-1-1 0 0 0,1 1 0 0 0,-1-1 1 0 0,1 1-1 0 0,-1 2 0 0 0,3 6-3 0 0,12 41 2 0 0,-10-32 0 0 0,10 26 0 0 0,-8-27 0 0 0,-1 1 0 0 0,5 26 0 0 0,-3-10 0 0 0,23 141 0 0 0,-19-91 0 0 0,4 90-2 0 0,-12-99 16 0 0,-3 52 47 0 0,-1-71-9 0 0,-5 49-41 0 0,-1 7 237 0 0,3-96-112 0 0,-1 1 0 0 0,-8 25 0 0 0,6-24 392 0 0,-5 27-1 0 0,11-43-446 0 0,-1-1 0 0 0,0 1 0 0 0,0-1 0 0 0,0 0 0 0 0,-1 1 0 0 0,1-1-1 0 0,0 0 1 0 0,-1 0 0 0 0,0 0 0 0 0,1 0 0 0 0,-1 0 0 0 0,0 0 0 0 0,-3 2-1 0 0,0 3-33 0 0,2-5-4 0 0,-5 3-33 0 0,-1 1-39 0 0,8-4-126 0 0,-4 0-642 0 0,5-2 785 0 0,0 1 0 0 0,-1-1 0 0 0,1 0 1 0 0,0 0-1 0 0,0 0 0 0 0,-1 1 0 0 0,1-1 1 0 0,0 0-1 0 0,-1 0 0 0 0,1 0 0 0 0,0 1 0 0 0,-1-1 1 0 0,1 0-1 0 0,0 0 0 0 0,-1 0 0 0 0,1 0 1 0 0,0 0-1 0 0,-1 0 0 0 0,1 0 0 0 0,0 0 0 0 0,-1 0 1 0 0,1 0-1 0 0,0 0 0 0 0,-1 0 0 0 0,1 0 0 0 0,-4 0-133 0 0,0 0-1 0 0,0-1 1 0 0,1 1-1 0 0,-1-1 0 0 0,0 1 1 0 0,1-1-1 0 0,-1-1 0 0 0,1 1 1 0 0,-1 0-1 0 0,1-1 0 0 0,-6-3 1 0 0,-1-3-587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5.661"/>
    </inkml:context>
    <inkml:brush xml:id="br0">
      <inkml:brushProperty name="width" value="0.05" units="cm"/>
      <inkml:brushProperty name="height" value="0.05" units="cm"/>
    </inkml:brush>
  </inkml:definitions>
  <inkml:trace contextRef="#ctx0" brushRef="#br0">0 0 15648 0 0,'0'0'728'0'0,"0"9"-649"0"0,0 1-79 0 0,5 4 0 0 0,0-6 0 0 0,1 6-95 0 0,-1-1-33 0 0,5 1 0 0 0,-5 0-8 0 0,10 3-656 0 0,-4-4-128 0 0,4 6-24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6.238"/>
    </inkml:context>
    <inkml:brush xml:id="br0">
      <inkml:brushProperty name="width" value="0.05" units="cm"/>
      <inkml:brushProperty name="height" value="0.05" units="cm"/>
    </inkml:brush>
  </inkml:definitions>
  <inkml:trace contextRef="#ctx0" brushRef="#br0">0 144 15528 0 0,'0'0'568'0'0,"2"-1"-384"0"0,31-13-458 0 0,0 1 0 0 0,40-9 1 0 0,-40 13 120 0 0,-1-2 0 0 0,51-23 0 0 0,-60 21 198 0 0,-18 9 42 0 0,0 1 0 0 0,1 0 0 0 0,-1 0 0 0 0,1 1 1 0 0,-1 0-1 0 0,1-1 0 0 0,0 2 0 0 0,0-1 0 0 0,0 1 0 0 0,11-1 2318 0 0,-16 4-2725 0 0,0 2 227 0 0,0 0 1 0 0,0-1-1 0 0,0 1 1 0 0,-1 0-1 0 0,0 1 1 0 0,1-1-1 0 0,-1 0 1 0 0,-1 0-1 0 0,1 0 1 0 0,0 0-1 0 0,-1 0 1 0 0,0 0-1 0 0,-2 6 1 0 0,-3 8-513 0 0,-15 28 1 0 0,12-27 200 0 0,1-1 275 0 0,0-1 0 0 0,-1-1 1 0 0,-1 0-1 0 0,-1 0 0 0 0,0-1 0 0 0,-18 17 1 0 0,3-3 141 0 0,-17 15 398 0 0,16-18 3090 0 0,48-28-3397 0 0,-12-3-20 0 0,1 0 1 0 0,11-9-1 0 0,0 0 33 0 0,-10 8-81 0 0,-1 0 0 0 0,1-2 0 0 0,-1 1 0 0 0,0-1 0 0 0,-1 0 0 0 0,0-1 0 0 0,0 0 0 0 0,7-12 0 0 0,34-50-1309 0 0,-34 44 534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7.913"/>
    </inkml:context>
    <inkml:brush xml:id="br0">
      <inkml:brushProperty name="width" value="0.05" units="cm"/>
      <inkml:brushProperty name="height" value="0.05" units="cm"/>
    </inkml:brush>
  </inkml:definitions>
  <inkml:trace contextRef="#ctx0" brushRef="#br0">17 1 12848 0 0,'0'0'2744'0'0,"-2"1"-2559"0"0,1 0-180 0 0,-1 1 0 0 0,1 0 0 0 0,0-1 0 0 0,-1 1 0 0 0,1 0 0 0 0,0 0 0 0 0,0-1 0 0 0,0 1 1 0 0,1 0-1 0 0,-1 0 0 0 0,0 0 0 0 0,1 0 0 0 0,-1 0 0 0 0,1 0 0 0 0,-1 0 0 0 0,1 1 0 0 0,0-1 0 0 0,0 0 0 0 0,0 0 0 0 0,0 0 0 0 0,1 4 1 0 0,1 6-43 0 0,1-1 0 0 0,8 22 0 0 0,-1-1-47 0 0,8 49 155 0 0,-8-34 14 0 0,23 66 1 0 0,-13-58-117 0 0,-18-51 8 0 0,2 3-145 0 0,-1 0 0 0 0,0 0 0 0 0,0 1 0 0 0,-1-1 0 0 0,2 10 0 0 0,1-7-1408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8.553"/>
    </inkml:context>
    <inkml:brush xml:id="br0">
      <inkml:brushProperty name="width" value="0.05" units="cm"/>
      <inkml:brushProperty name="height" value="0.05" units="cm"/>
    </inkml:brush>
  </inkml:definitions>
  <inkml:trace contextRef="#ctx0" brushRef="#br0">1 148 10536 0 0,'13'-10'376'0'0,"25"-13"1"0"0,2-3 543 0 0,-31 20-559 0 0,1 1 0 0 0,0-1 0 0 0,0 2 0 0 0,15-6 0 0 0,-14 6-192 0 0,0 0-1 0 0,0-1 1 0 0,13-8 0 0 0,18-10-82 0 0,-28 14 722 0 0,-13 11-642 0 0,1 1-178 0 0,-1 0 1 0 0,0 0 0 0 0,-1 1 0 0 0,1-1 0 0 0,0 0 0 0 0,-1 1 0 0 0,0-1 0 0 0,0 7 0 0 0,-2 29-351 0 0,-2-9 129 0 0,1-12 42 0 0,0 22 0 0 0,2-11 31 0 0,-2-1 0 0 0,-2 1 0 0 0,-8 31 0 0 0,6-25 39 0 0,-22 75-29 0 0,-3 18 126 0 0,29-116 45 0 0,-1-1 1 0 0,-6 17-1 0 0,2-8 35 0 0,2-7-51 0 0,-1-1 1 0 0,1 0 0 0 0,-14 17-1 0 0,-2 3-567 0 0,21-31 156 0 0,0 0-13 0 0,-27 10-972 0 0,28-11 1368 0 0,-1 0 1 0 0,1 0 0 0 0,-1 0 0 0 0,0 0-1 0 0,1-1 1 0 0,-1 1 0 0 0,1 0 0 0 0,-1 0-1 0 0,0-1 1 0 0,1 1 0 0 0,-1 0-1 0 0,1-1 1 0 0,-1 1 0 0 0,1 0 0 0 0,-1-1-1 0 0,1 1 1 0 0,0-1 0 0 0,-1 1 0 0 0,0-1-1 0 0,-2-2-15 0 0,0 0-1 0 0,1 0 0 0 0,-1-1 1 0 0,0 1-1 0 0,1-1 0 0 0,0 1 1 0 0,0-1-1 0 0,0 0 0 0 0,0 0 1 0 0,1 1-1 0 0,-1-1 0 0 0,-1-7 1 0 0,1-1-183 0 0,1-1 1 0 0,-1-22-1 0 0,0-2-94 0 0,-1 8 214 0 0,1-1 0 0 0,2 0 0 0 0,5-45 0 0 0,-3 52 162 0 0,-2 19-21 0 0,0-1 1 0 0,0 1 0 0 0,1 0 0 0 0,1-7-1 0 0,0 5 196 0 0,1 0 0 0 0,0 0 0 0 0,0 0 0 0 0,0 1 0 0 0,1-1 0 0 0,0 1 0 0 0,0 0 0 0 0,0 0 0 0 0,0 0 0 0 0,1 1-1 0 0,9-7 1 0 0,-8 6-3 0 0,0 1 0 0 0,0 0 0 0 0,1 0 0 0 0,0 0 0 0 0,0 1 0 0 0,0 0 0 0 0,0 0 0 0 0,0 1 0 0 0,13-3 0 0 0,-17 5-169 0 0,-1-1 1 0 0,1 1-1 0 0,0 0 1 0 0,0 0-1 0 0,0 0 1 0 0,0 0-1 0 0,0 1 1 0 0,0-1-1 0 0,0 1 1 0 0,-1-1-1 0 0,1 1 1 0 0,0 0-1 0 0,0 0 1 0 0,-1 0-1 0 0,1 1 1 0 0,-1-1-1 0 0,5 4 1 0 0,-6-4 4 0 0,3 12-191 0 0,-3-9 9 0 0,-1 0 1 0 0,1 0-1 0 0,-1 0 1 0 0,0 0-1 0 0,-2 7 1 0 0,-2 11-265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8.969"/>
    </inkml:context>
    <inkml:brush xml:id="br0">
      <inkml:brushProperty name="width" value="0.05" units="cm"/>
      <inkml:brushProperty name="height" value="0.05" units="cm"/>
    </inkml:brush>
  </inkml:definitions>
  <inkml:trace contextRef="#ctx0" brushRef="#br0">1 329 10088 0 0,'2'-1'298'0'0,"4"-2"-162"0"0,1 0-1 0 0,11-8 0 0 0,-1 1-82 0 0,-12 7 78 0 0,0 0-1 0 0,0-1 1 0 0,-1 0 0 0 0,1 1 0 0 0,4-7-1 0 0,-3 4 79 0 0,-1 1 0 0 0,13-9 0 0 0,-1 4 218 0 0,22-10 1 0 0,-25 13-149 0 0,0 0-1 0 0,0-1 1 0 0,19-14 0 0 0,-3-4 265 0 0,56-41 908 0 0,-59 49-903 0 0,2 0 1 0 0,41-18-1 0 0,-41 26-2937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9.305"/>
    </inkml:context>
    <inkml:brush xml:id="br0">
      <inkml:brushProperty name="width" value="0.05" units="cm"/>
      <inkml:brushProperty name="height" value="0.05" units="cm"/>
    </inkml:brush>
  </inkml:definitions>
  <inkml:trace contextRef="#ctx0" brushRef="#br0">1 121 16008 0 0,'0'0'689'0'0,"2"0"-561"0"0,2 0-111 0 0,1-1 1 0 0,-1 0 0 0 0,1 0 0 0 0,-1 0-1 0 0,1-1 1 0 0,-1 1 0 0 0,0-1-1 0 0,1 0 1 0 0,-1 0 0 0 0,5-4-1 0 0,23-10 110 0 0,-15 10-91 0 0,4 0 76 0 0,26-13 0 0 0,-28 11 675 0 0,41-11 0 0 0,-2 1-1761 0 0,-49 15 955 0 0,0 1-1 0 0,0 0 1 0 0,0 1-1 0 0,1 0 1 0 0,-1 0 0 0 0,10 2-1 0 0,-18-1-124 0 0,11 4-492 0 0,-11-3 500 0 0,0 1 0 0 0,1-1 0 0 0,-1 1 0 0 0,0 0 0 0 0,0 0 0 0 0,0 0 0 0 0,0-1 0 0 0,0 1 0 0 0,0 0 0 0 0,-1 0 0 0 0,1 0 0 0 0,-1 0 0 0 0,1 0 0 0 0,-1 0 0 0 0,0 0 0 0 0,0 1 0 0 0,1-1 0 0 0,-2 4 0 0 0,-3 7-1554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9.641"/>
    </inkml:context>
    <inkml:brush xml:id="br0">
      <inkml:brushProperty name="width" value="0.05" units="cm"/>
      <inkml:brushProperty name="height" value="0.05" units="cm"/>
    </inkml:brush>
  </inkml:definitions>
  <inkml:trace contextRef="#ctx0" brushRef="#br0">4 1 10912 0 0,'0'0'233'0'0,"0"1"-9"0"0,-4 7-177 0 0,4 4 43 0 0,1-9 64 0 0,0 0 1 0 0,0 0-1 0 0,1 0 0 0 0,-1 0 0 0 0,1-1 0 0 0,-1 1 0 0 0,1 0 0 0 0,0-1 0 0 0,0 1 0 0 0,0-1 1 0 0,5 4-1 0 0,30 21 752 0 0,-27-21-779 0 0,13 8 280 0 0,2-1 1 0 0,35 14-1 0 0,8 4 235 0 0,45 31 152 0 0,-14-13-320 0 0,-18-11-188 0 0,248 155 562 0 0,-198-117 160 0 0,-7-19-182 0 0,-71-34-573 0 0,-27-13-66 0 0,32 9 1 0 0,-17-7 38 0 0,-36-10-206 0 0,-1 0-1 0 0,1-1 0 0 0,-1 0 0 0 0,10 1 0 0 0,-9-4-61 0 0,-4 2-185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29.992"/>
    </inkml:context>
    <inkml:brush xml:id="br0">
      <inkml:brushProperty name="width" value="0.05" units="cm"/>
      <inkml:brushProperty name="height" value="0.05" units="cm"/>
    </inkml:brush>
  </inkml:definitions>
  <inkml:trace contextRef="#ctx0" brushRef="#br0">1 0 13944 0 0,'0'0'406'0'0,"1"2"-4"0"0,2 0-333 0 0,0 1 1 0 0,0-1 0 0 0,1 0 0 0 0,-1-1 0 0 0,0 1 0 0 0,1 0-1 0 0,-1-1 1 0 0,1 0 0 0 0,-1 0 0 0 0,1 0 0 0 0,-1 0 0 0 0,1-1 0 0 0,0 1-1 0 0,0-1 1 0 0,4 0 0 0 0,17 3 1782 0 0,-22-3-1832 0 0,-1 1-1 0 0,0-1 1 0 0,0 1 0 0 0,0 0 0 0 0,1 0-1 0 0,-1 0 1 0 0,0 0 0 0 0,0 0 0 0 0,0 1-1 0 0,-1-1 1 0 0,1 0 0 0 0,0 1 0 0 0,3 3-1 0 0,-1 0-24 0 0,0 1-1 0 0,0 0 1 0 0,3 7-1 0 0,-6-11-26 0 0,0-1-1 0 0,0 0 1 0 0,0 0-1 0 0,-1 1 1 0 0,1-1-1 0 0,0 1 0 0 0,-1-1 1 0 0,0 0-1 0 0,1 1 1 0 0,-1-1-1 0 0,0 1 0 0 0,0-1 1 0 0,0 1-1 0 0,1-1 1 0 0,-2 1-1 0 0,1-1 1 0 0,0 1-1 0 0,0-1 0 0 0,0 1 1 0 0,-1-1-1 0 0,0 3 1 0 0,0 0-282 0 0,-7 16-879 0 0,2 3-71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0.377"/>
    </inkml:context>
    <inkml:brush xml:id="br0">
      <inkml:brushProperty name="width" value="0.05" units="cm"/>
      <inkml:brushProperty name="height" value="0.05" units="cm"/>
    </inkml:brush>
  </inkml:definitions>
  <inkml:trace contextRef="#ctx0" brushRef="#br0">2 312 11200 0 0,'-2'7'1962'0'0,"6"-6"-854"0"0,11-8-631 0 0,19-18-735 0 0,14-25 659 0 0,-36 36-314 0 0,2-1 0 0 0,23-18 1 0 0,2 10 111 0 0,-29 18-76 0 0,-1-1 0 0 0,15-9 0 0 0,60-51 269 0 0,-67 54-273 0 0,0 2 1 0 0,1 0-1 0 0,21-8 1 0 0,-38 18-110 0 0,0-1 13 0 0,0 0 1 0 0,1 1 0 0 0,-1-1 0 0 0,0 1 0 0 0,1-1 0 0 0,-1 1 0 0 0,1 0 0 0 0,-1-1 0 0 0,1 1 0 0 0,-1 0 0 0 0,1 0 0 0 0,-1 0 0 0 0,1 0 0 0 0,-1 0 0 0 0,1 1 0 0 0,-1-1 0 0 0,1 0 0 0 0,-1 1 0 0 0,0-1-1 0 0,1 1 1 0 0,-1-1 0 0 0,1 1 0 0 0,-1 0 0 0 0,0-1 0 0 0,2 3 0 0 0,-2-3-9 0 0,-1 0-1 0 0,1 0 1 0 0,-1 0 0 0 0,1 0-1 0 0,0 0 1 0 0,-1 0 0 0 0,1 0-1 0 0,-1 0 1 0 0,1 0 0 0 0,-1-1-1 0 0,1 1 1 0 0,-1 0 0 0 0,1 0-1 0 0,0 0 1 0 0,-1-1 0 0 0,1 1-1 0 0,-1 0 1 0 0,0-1 0 0 0,1 1-1 0 0,-1 0 1 0 0,1-1-1 0 0,-1 1 1 0 0,1-1 0 0 0,-1 1-1 0 0,0 0 1 0 0,1-1 0 0 0,-1 1-1 0 0,0-1 1 0 0,0 1 0 0 0,1-1-1 0 0,-1 1 1 0 0,0-2 0 0 0,2-1 161 0 0,2 3-119 0 0,-4 0-48 0 0,1 1 0 0 0,-1-1 0 0 0,1 1-1 0 0,-1-1 1 0 0,0 1 0 0 0,1-1-1 0 0,-1 1 1 0 0,0 0 0 0 0,1-1 0 0 0,-1 1-1 0 0,0-1 1 0 0,1 1 0 0 0,-1 0-1 0 0,0 1 1 0 0,1-1 8 0 0,0 4-1 0 0,1 0-1 0 0,-1 1 0 0 0,0-1 0 0 0,-1 0 0 0 0,1 1 0 0 0,-1-1 0 0 0,0 1 1 0 0,-1 5-1 0 0,-8 46-31 0 0,2-25 23 0 0,-1 6-7 0 0,-23 60 0 0 0,16-52 0 0 0,7-27-96 0 0,0-1-1 0 0,-20 34 0 0 0,17-35-243 0 0,2 1-1 0 0,-14 33 0 0 0,14-28-2122 0 0,8-22 1015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0.726"/>
    </inkml:context>
    <inkml:brush xml:id="br0">
      <inkml:brushProperty name="width" value="0.05" units="cm"/>
      <inkml:brushProperty name="height" value="0.05" units="cm"/>
    </inkml:brush>
  </inkml:definitions>
  <inkml:trace contextRef="#ctx0" brushRef="#br0">1 1 14120 0 0,'10'0'400'0'0,"0"0"88"0"0,0 5-392 0 0,-4-2-96 0 0,4 3 0 0 0,0-1 0 0 0,-7-2 640 0 0,8 7 95 0 0,-6-6 33 0 0,5 1 0 0 0,-5 3-360 0 0,0-8-152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1.095"/>
    </inkml:context>
    <inkml:brush xml:id="br0">
      <inkml:brushProperty name="width" value="0.05" units="cm"/>
      <inkml:brushProperty name="height" value="0.05" units="cm"/>
    </inkml:brush>
  </inkml:definitions>
  <inkml:trace contextRef="#ctx0" brushRef="#br0">76 1 13920 0 0,'0'0'1245'0'0,"1"0"-646"0"0,5 0-245 0 0,0 0 1 0 0,-1 0 0 0 0,1 1 0 0 0,-1-1 0 0 0,1 1 0 0 0,-1 0 0 0 0,1 1 0 0 0,7 3 0 0 0,-9-4-194 0 0,0 1 0 0 0,0 0 0 0 0,0 0 0 0 0,0 1 0 0 0,0-1 0 0 0,-1 1 0 0 0,1 0 0 0 0,-1 0 0 0 0,1 0-1 0 0,-1 0 1 0 0,0 0 0 0 0,-1 1 0 0 0,1-1 0 0 0,-1 1 0 0 0,1 0 0 0 0,1 4 0 0 0,5 14 249 0 0,-6-17-339 0 0,-1 1 0 0 0,1 0 0 0 0,-1-1 0 0 0,-1 1 0 0 0,1 0 0 0 0,-1 0 0 0 0,0 0 0 0 0,0 8 0 0 0,-1-2-88 0 0,1 5-535 0 0,-2-1 1 0 0,-3 24-1 0 0,3-27-416 0 0</inkml:trace>
  <inkml:trace contextRef="#ctx0" brushRef="#br0" timeOffset="1">31 734 20239 0 0,'-10'9'576'0'0,"5"4"128"0"0,0-4-568 0 0,0 1-136 0 0,0-1 1384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2.343"/>
    </inkml:context>
    <inkml:brush xml:id="br0">
      <inkml:brushProperty name="width" value="0.05" units="cm"/>
      <inkml:brushProperty name="height" value="0.05" units="cm"/>
    </inkml:brush>
  </inkml:definitions>
  <inkml:trace contextRef="#ctx0" brushRef="#br0">27 0 15952 0 0,'-16'13'926'0'0,"15"-12"-853"0"0,0-1 0 0 0,1 0 1 0 0,-1 1-1 0 0,1-1 0 0 0,-1 1 0 0 0,1-1 0 0 0,-1 0 0 0 0,1 1 0 0 0,-1-1 0 0 0,1 1 1 0 0,-1-1-1 0 0,1 1 0 0 0,-1 0 0 0 0,1-1 0 0 0,0 1 0 0 0,-1-1 0 0 0,1 1 1 0 0,0 0-1 0 0,0-1 0 0 0,-1 1 0 0 0,1 0 0 0 0,0-1 0 0 0,0 1 0 0 0,0 0 0 0 0,0-1 1 0 0,0 1-1 0 0,0 0 0 0 0,0 0 0 0 0,0-1 0 0 0,0 1 0 0 0,0 0 0 0 0,1 0 0 0 0,17 170-671 0 0,-2-19 384 0 0,-4 29 151 0 0,-9-98 62 0 0,-2-41 1 0 0,-1-20 0 0 0,5 32 0 0 0,6 34 152 0 0,-7-77-113 0 0,-3-10-48 0 0,0 0-1 0 0,0 1 0 0 0,-1-1 1 0 0,1 0-1 0 0,0 0 1 0 0,0 0-1 0 0,0 0 1 0 0,0 0-1 0 0,0 0 0 0 0,0 0 1 0 0,0 0-1 0 0,0-1 1 0 0,1 1-1 0 0,-1 0 1 0 0,0-1-1 0 0,0 1 1 0 0,1 0-1 0 0,-1-1 0 0 0,1 0 1 0 0,-1 1-1 0 0,0-1 1 0 0,1 0-1 0 0,-1 0 1 0 0,0 0-1 0 0,1 0 0 0 0,-1 0 1 0 0,1 0-1 0 0,-1 0 1 0 0,1 0-1 0 0,-1 0 1 0 0,0-1-1 0 0,1 1 1 0 0,-1-1-1 0 0,0 1 0 0 0,3-2 1 0 0,-1 1-20 0 0,0-1 0 0 0,1 0 0 0 0,-1 0 0 0 0,0 0 0 0 0,0-1 0 0 0,-1 1 0 0 0,1-1 0 0 0,0 1 0 0 0,-1-1 0 0 0,1 0 0 0 0,-1 0 0 0 0,4-6 0 0 0,77-199-714 0 0,-55 132 488 0 0,-16 37 100 0 0,-8 27 135 0 0,-1 0 0 0 0,1 0 0 0 0,1 1 0 0 0,12-22-1 0 0,-10 22 22 0 0,1 0-1 0 0,17-17 0 0 0,-21 24 0 0 0,1 0 0 0 0,-1 0 0 0 0,1 1 0 0 0,0-1 0 0 0,0 1 0 0 0,0 1 0 0 0,1-1 0 0 0,6-2-1 0 0,-7 3-18 0 0,2 0-21 0 0,0-1-1 0 0,1 1 1 0 0,-1 0-1 0 0,12 0 1 0 0,-17 2 38 0 0,0 0-1 0 0,1 0 1 0 0,-1 0 0 0 0,0 0 0 0 0,0 1-1 0 0,1-1 1 0 0,-1 1 0 0 0,0 0 0 0 0,0-1 0 0 0,0 1-1 0 0,0 0 1 0 0,0 0 0 0 0,0 1 0 0 0,0-1-1 0 0,0 0 1 0 0,0 1 0 0 0,0-1 0 0 0,2 4 0 0 0,16 18-9 0 0,0 2 0 0 0,-2 1 1 0 0,-1 0-1 0 0,-2 1 0 0 0,0 1 1 0 0,13 35-1 0 0,-2 2 21 0 0,-11-24-10 0 0,41 74 1 0 0,-46-101-1 0 0,1 0 0 0 0,0-1 0 0 0,0-1 0 0 0,2 0 0 0 0,17 14 0 0 0,-24-21 30 0 0,0-1 0 0 0,0 1 0 0 0,1-1 0 0 0,0 0 1 0 0,0 0-1 0 0,0-1 0 0 0,0 0 0 0 0,0 0 1 0 0,12 2-1 0 0,-12-4 71 0 0,0 0 1 0 0,-1-1-1 0 0,1 0 1 0 0,0 0-1 0 0,0 0 1 0 0,0-1-1 0 0,0 0 1 0 0,0 0-1 0 0,-1-1 1 0 0,1 0-1 0 0,6-3 0 0 0,-5 1 34 0 0,0 0 0 0 0,0-1 0 0 0,-1 0-1 0 0,13-11 1 0 0,-3 2-17 0 0,-11 9-78 0 0,0 0 0 0 0,-1-1 0 0 0,0 1 0 0 0,0-1 0 0 0,-1 0 0 0 0,0 0-1 0 0,6-10 1 0 0,18-48 85 0 0,-23 53-105 0 0,10-33 277 0 0,-1 0 0 0 0,12-76 0 0 0,-7-40-244 0 0,-18 141-26 0 0,0 1 0 0 0,-2-1 0 0 0,0 0 0 0 0,-1 1 0 0 0,0-1 0 0 0,-7-21-1 0 0,-3 16-153 0 0,10 20 137 0 0,1 3 59 0 0,1 1-60 0 0,-1 0-1 0 0,1 0 0 0 0,0 0 0 0 0,0 0 0 0 0,-1 0 0 0 0,1 0 0 0 0,0-1 0 0 0,0 1 1 0 0,-1 0-1 0 0,1 0 0 0 0,0 0 0 0 0,0 0 0 0 0,0 0 0 0 0,0-1 0 0 0,-1 1 1 0 0,1 0-1 0 0,0 0 0 0 0,0 0 0 0 0,0 0 0 0 0,0-1 0 0 0,-1 1 0 0 0,1 0 0 0 0,0 0 1 0 0,0 0-1 0 0,0-1 0 0 0,0 1 0 0 0,0 0 0 0 0,0 0 0 0 0,0-1 0 0 0,0 1 0 0 0,0 0 1 0 0,0 0-1 0 0,0-1 0 0 0,0 1 0 0 0,0 0 0 0 0,0 0 0 0 0,0-1 0 0 0,0 1 1 0 0,0 0-1 0 0,0 0 0 0 0,0-1 0 0 0,-1-6-223 0 0,0 5-142 0 0,0 0-1 0 0,1 0 1 0 0,-1-1 0 0 0,1 1-1 0 0,-1 0 1 0 0,1 0 0 0 0,0 0-1 0 0,0-1 1 0 0,0 1 0 0 0,0 0-1 0 0,0-3 1 0 0,5-4-1133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2.887"/>
    </inkml:context>
    <inkml:brush xml:id="br0">
      <inkml:brushProperty name="width" value="0.05" units="cm"/>
      <inkml:brushProperty name="height" value="0.05" units="cm"/>
    </inkml:brush>
  </inkml:definitions>
  <inkml:trace contextRef="#ctx0" brushRef="#br0">62 1 9696 0 0,'0'0'1748'0'0,"-1"2"-1048"0"0,-1 6-447 0 0,0 0 1 0 0,1 0 0 0 0,0 0 0 0 0,0 10 0 0 0,-1 5-35 0 0,1 74-238 0 0,1-17-309 0 0,-9 164 227 0 0,8-154 101 0 0,-4 43 0 0 0,-1-67 100 0 0,-13 100 456 0 0,15-145 385 0 0,1-1 0 0 0,-1 27 0 0 0,5-48-958 0 0,-1 0-1 0 0,0 0 1 0 0,1 0-1 0 0,-1 0 0 0 0,0 0 1 0 0,1 0-1 0 0,-1 0 1 0 0,1 0-1 0 0,0 0 0 0 0,-1 0 1 0 0,1 0-1 0 0,1-1 0 0 0,1-2-41 0 0,45-90-955 0 0,-24 48-122 0 0,28-45 1 0 0,-42 77 911 0 0,0 0 0 0 0,1 1 0 0 0,1 0 0 0 0,0 0 0 0 0,0 1 0 0 0,1 1 0 0 0,16-10 0 0 0,-25 18 176 0 0,0 0 1 0 0,1 0-1 0 0,-1 1 0 0 0,1 0 0 0 0,0 0 0 0 0,0 0 0 0 0,0 1 0 0 0,0-1 1 0 0,0 1-1 0 0,0 0 0 0 0,7 0 0 0 0,-8 1 57 0 0,-1 1 0 0 0,1-1 0 0 0,0 1 0 0 0,-1-1 1 0 0,1 1-1 0 0,-1 0 0 0 0,0 1 0 0 0,1-1 0 0 0,-1 0 0 0 0,0 1 0 0 0,0 0 0 0 0,0 0 0 0 0,0 0 0 0 0,0 0 0 0 0,0 0 0 0 0,0 1 1 0 0,3 3-1 0 0,-2-1 169 0 0,1 1 1 0 0,-1 0-1 0 0,0 0 1 0 0,-1 0-1 0 0,6 13 1 0 0,11 36 900 0 0,-13-34-768 0 0,23 91 1500 0 0,-25-90-1173 0 0,0-1 1 0 0,1 27-1 0 0,-2-19-98 0 0,1 5-124 0 0,-4-27-501 0 0,-1-5-363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3.240"/>
    </inkml:context>
    <inkml:brush xml:id="br0">
      <inkml:brushProperty name="width" value="0.05" units="cm"/>
      <inkml:brushProperty name="height" value="0.05" units="cm"/>
    </inkml:brush>
  </inkml:definitions>
  <inkml:trace contextRef="#ctx0" brushRef="#br0">0 1 16799 0 0,'0'1'366'0'0,"2"19"-192"0"0,0-1 0 0 0,1 0 0 0 0,9 32 0 0 0,1 1 447 0 0,10 29 268 0 0,-11-46-626 0 0,4 9 84 0 0,26 50 1 0 0,-14-34-358 0 0,-23-48-104 0 0,1 1-1 0 0,1-1 0 0 0,0-1 1 0 0,1 1-1 0 0,0-1 0 0 0,16 15 1 0 0,-23-24-89 0 0,0-1 1 0 0,1 0-1 0 0,-1 0 1 0 0,1 0-1 0 0,-1 0 1 0 0,0 0-1 0 0,1 0 1 0 0,0 0 0 0 0,-1-1-1 0 0,1 1 1 0 0,-1-1-1 0 0,1 1 1 0 0,0-1-1 0 0,-1 1 1 0 0,1-1-1 0 0,0 0 1 0 0,0 0-1 0 0,-1 0 1 0 0,1 0-1 0 0,0 0 1 0 0,-1 0-1 0 0,1 0 1 0 0,0-1 0 0 0,-1 1-1 0 0,4-2 1 0 0,-2 1-17 0 0,1-1 0 0 0,-1 0 0 0 0,0 0 0 0 0,0-1 0 0 0,0 1 0 0 0,0 0 0 0 0,-1-1 1 0 0,1 0-1 0 0,-1 0 0 0 0,4-5 0 0 0,5-10-402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3.576"/>
    </inkml:context>
    <inkml:brush xml:id="br0">
      <inkml:brushProperty name="width" value="0.05" units="cm"/>
      <inkml:brushProperty name="height" value="0.05" units="cm"/>
    </inkml:brush>
  </inkml:definitions>
  <inkml:trace contextRef="#ctx0" brushRef="#br0">732 135 6272 0 0,'7'-16'60'0'0,"26"-53"549"0"0,-24 50-637 0 0,-7 14 572 0 0,1 0 0 0 0,-1 0 0 0 0,1 0 0 0 0,5-6 7230 0 0,-18 19-6706 0 0,4-2-945 0 0,0 1 0 0 0,1 0-1 0 0,-1 0 1 0 0,1 0-1 0 0,1 0 1 0 0,0 1 0 0 0,-5 9-1 0 0,0 6-142 0 0,-9 29-1 0 0,-21 57 21 0 0,17-43-5 0 0,-53 187-124 0 0,75-253 128 0 0,-126 498-192 0 0,7 8 58 0 0,42-161-136 0 0,-61 215 5 0 0,83-378 337 0 0,-5 6 861 0 0,55-169-905 0 0,5-17-81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4.024"/>
    </inkml:context>
    <inkml:brush xml:id="br0">
      <inkml:brushProperty name="width" value="0.05" units="cm"/>
      <inkml:brushProperty name="height" value="0.05" units="cm"/>
    </inkml:brush>
  </inkml:definitions>
  <inkml:trace contextRef="#ctx0" brushRef="#br0">318 1 15760 0 0,'0'1'464'0'0,"-7"11"-168"0"0,-3 3 214 0 0,1 0-1 0 0,1 1 1 0 0,-9 24-1 0 0,12-26-350 0 0,-1-1-1 0 0,-1 1 1 0 0,-9 12-1 0 0,6-9-93 0 0,-9 20 0 0 0,-1 6-24 0 0,-22 62-89 0 0,9 0-72 0 0,-30 86 44 0 0,18-38-97 0 0,44-144-504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4.376"/>
    </inkml:context>
    <inkml:brush xml:id="br0">
      <inkml:brushProperty name="width" value="0.05" units="cm"/>
      <inkml:brushProperty name="height" value="0.05" units="cm"/>
    </inkml:brush>
  </inkml:definitions>
  <inkml:trace contextRef="#ctx0" brushRef="#br0">1 0 16312 0 0,'1'2'350'0'0,"2"9"64"0"0,-3-10-407 0 0,0 1-1 0 0,1-1 0 0 0,-1 0 1 0 0,0 1-1 0 0,1-1 1 0 0,-1 0-1 0 0,1 1 0 0 0,-1-1 1 0 0,1 0-1 0 0,0 0 1 0 0,-1 0-1 0 0,2 2 0 0 0,7 8 414 0 0,-1 1 0 0 0,0 0-1 0 0,-1 1 1 0 0,0 0-1 0 0,6 17 1 0 0,-5-12-61 0 0,0-1 0 0 0,15 23 0 0 0,-8-15-232 0 0,24 51 1 0 0,-26-49-121 0 0,20 33 0 0 0,-1-1-7 0 0,-20-40-33 0 0,-8-12-135 0 0,1 0 0 0 0,-1-1-1 0 0,1 0 1 0 0,9 9 0 0 0,-7-5-2012 0 0,-3-3 898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4.709"/>
    </inkml:context>
    <inkml:brush xml:id="br0">
      <inkml:brushProperty name="width" value="0.05" units="cm"/>
      <inkml:brushProperty name="height" value="0.05" units="cm"/>
    </inkml:brush>
  </inkml:definitions>
  <inkml:trace contextRef="#ctx0" brushRef="#br0">0 162 17287 0 0,'0'0'1008'0'0,"2"1"-828"0"0,1 0-175 0 0,0 0-1 0 0,0 0 1 0 0,1 0-1 0 0,-1-1 1 0 0,0 1-1 0 0,0-1 0 0 0,0 0 1 0 0,1 1-1 0 0,-1-2 1 0 0,0 1-1 0 0,0 0 0 0 0,1-1 1 0 0,3 0-1 0 0,8-4 65 0 0,23-8 0 0 0,-16 5 17 0 0,59-19 365 0 0,135-66 0 0 0,-201 86-456 0 0,-13 6-148 0 0,1 0-1 0 0,-1 0 0 0 0,1 0 1 0 0,-1 0-1 0 0,0-1 0 0 0,1 1 0 0 0,1-3 1 0 0,-3 4-525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5.126"/>
    </inkml:context>
    <inkml:brush xml:id="br0">
      <inkml:brushProperty name="width" value="0.05" units="cm"/>
      <inkml:brushProperty name="height" value="0.05" units="cm"/>
    </inkml:brush>
  </inkml:definitions>
  <inkml:trace contextRef="#ctx0" brushRef="#br0">152 41 11640 0 0,'0'0'696'0'0,"6"-5"860"0"0,1 0-1044 0 0,0 1 1 0 0,0 1 0 0 0,0-1 0 0 0,0 1-1 0 0,1 1 1 0 0,-1-1 0 0 0,1 1 0 0 0,13-2-1 0 0,1-1 172 0 0,-16 5-594 0 0,1-1-1 0 0,-1 1 0 0 0,0 0 1 0 0,0 1-1 0 0,0-1 1 0 0,0 1-1 0 0,0 1 0 0 0,0-1 1 0 0,0 1-1 0 0,0 0 1 0 0,6 3-1 0 0,15 4 95 0 0,-6-2 8 0 0,0 1-1 0 0,36 18 1 0 0,-56-26-191 0 0,1 2 25 0 0,1-1 0 0 0,-1 0-1 0 0,1 1 1 0 0,-1 0 0 0 0,0-1-1 0 0,0 1 1 0 0,0 0-1 0 0,0 0 1 0 0,0 0 0 0 0,0 1-1 0 0,0-1 1 0 0,-1 0 0 0 0,1 1-1 0 0,-1-1 1 0 0,0 1-1 0 0,1 0 1 0 0,-1-1 0 0 0,0 1-1 0 0,-1 0 1 0 0,1-1 0 0 0,0 1-1 0 0,-1 0 1 0 0,0 0 0 0 0,1 0-1 0 0,-1 0 1 0 0,-1 3-1 0 0,0 6 82 0 0,-1 1 0 0 0,0 0 0 0 0,-1-1-1 0 0,-8 20 1 0 0,3-8-42 0 0,-2 5-44 0 0,-1 1 0 0 0,-28 51 0 0 0,-42 50-466 0 0,71-116 378 0 0,-12 16-109 0 0,-42 44 0 0 0,46-55 190 0 0,0 3-11 0 0,14-18-14 0 0,1 0 0 0 0,-2 0 1 0 0,1 0-1 0 0,-1 0 1 0 0,0-1-1 0 0,0 1 0 0 0,-9 5 1 0 0,-5 2-45 0 0,15-9-7 0 0,0 0 0 0 0,-1 0 1 0 0,1 0-1 0 0,-9 2 0 0 0,11-4 3 0 0,0-1 0 0 0,0 1 0 0 0,-1-1 1 0 0,1 0-1 0 0,0 1 0 0 0,0-1 0 0 0,-1 0 1 0 0,1-1-1 0 0,0 1 0 0 0,0 0 0 0 0,-1-1 1 0 0,1 1-1 0 0,0-1 0 0 0,-4-1 0 0 0,3 1-86 0 0,0 0-1 0 0,0 0 1 0 0,0 0 0 0 0,0-1-1 0 0,0 1 1 0 0,1-1-1 0 0,-1 0 1 0 0,0 0-1 0 0,1 0 1 0 0,-1 0-1 0 0,1 0 1 0 0,0 0-1 0 0,0-1 1 0 0,0 1-1 0 0,0-1 1 0 0,0 0 0 0 0,0 1-1 0 0,1-1 1 0 0,-3-5-1 0 0,-6-19-1399 0 0,0-5-56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5.459"/>
    </inkml:context>
    <inkml:brush xml:id="br0">
      <inkml:brushProperty name="width" value="0.05" units="cm"/>
      <inkml:brushProperty name="height" value="0.05" units="cm"/>
    </inkml:brush>
  </inkml:definitions>
  <inkml:trace contextRef="#ctx0" brushRef="#br0">12 49 9528 0 0,'-10'-49'10814'0'0,"9"50"-10743"0"0,1 1-1 0 0,0-1 1 0 0,0 1-1 0 0,0-1 1 0 0,0 0-1 0 0,0 1 1 0 0,0-1-1 0 0,0 1 1 0 0,1-1 0 0 0,-1 0-1 0 0,1 3 1 0 0,3 15 262 0 0,-3-5-179 0 0,0 0-1 0 0,8 28 1 0 0,1 12 14 0 0,-5-26-42 0 0,9 33 0 0 0,-8-39-68 0 0,-3-12-68 0 0,0 0 1 0 0,2 0-1 0 0,-1 0 0 0 0,1-1 1 0 0,7 10-1 0 0,6 13-20 0 0,-17-31 16 0 0,0 1-1 0 0,0 0 1 0 0,0-1 0 0 0,1 1 0 0 0,-1-1 0 0 0,1 1 0 0 0,-1-1 0 0 0,1 0 0 0 0,-1 0-1 0 0,3 2 1 0 0,6 4-156 0 0,-8-5-59 0 0,-1-1 0 0 0,1 1 0 0 0,0-1 0 0 0,0 0 0 0 0,0 1 0 0 0,0-1 0 0 0,0 0-1 0 0,0 0 1 0 0,1 0 0 0 0,-1-1 0 0 0,0 1 0 0 0,0 0 0 0 0,1-1 0 0 0,-1 1 0 0 0,0-1-1 0 0,1 0 1 0 0,-1 0 0 0 0,3 0 0 0 0,6-3-1889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5.860"/>
    </inkml:context>
    <inkml:brush xml:id="br0">
      <inkml:brushProperty name="width" value="0.05" units="cm"/>
      <inkml:brushProperty name="height" value="0.05" units="cm"/>
    </inkml:brush>
  </inkml:definitions>
  <inkml:trace contextRef="#ctx0" brushRef="#br0">126 1 12552 0 0,'0'0'6317'0'0,"-5"10"-5091"0"0,4 3-952 0 0,-5 23 0 0 0,0-2-240 0 0,-30 205-472 0 0,0-55-18 0 0,15-56 200 0 0,11-64 147 0 0,7-40 106 0 0,2 0 0 0 0,0 26-1 0 0,1-30 3 0 0,5 16-115 0 0,-5-35 99 0 0,1-1 0 0 0,-1 1 0 0 0,0-1 0 0 0,0 1 0 0 0,0-1-1 0 0,0 1 1 0 0,1-1 0 0 0,-1 1 0 0 0,0-1 0 0 0,1 1 0 0 0,-1-1-1 0 0,0 1 1 0 0,1-1 0 0 0,-1 1 0 0 0,0-1 0 0 0,1 0 0 0 0,-1 1-1 0 0,1-1 1 0 0,-1 0 0 0 0,1 1 0 0 0,-1-1 0 0 0,1 0 0 0 0,-1 0-1 0 0,2 1 1 0 0,20 2-491 0 0,-7-4 495 0 0,0-1 0 0 0,1 0 0 0 0,22-6 0 0 0,-28 6 215 0 0,-1 1-1 0 0,0 1 1 0 0,1-1-1 0 0,16 3 1 0 0,3-1 683 0 0,19 8-225 0 0,-46-9-565 0 0,19 0 237 0 0,-14 0-287 0 0,3 5-99 0 0,-8-5 58 0 0,8 0-103 0 0,0 0-994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6.691"/>
    </inkml:context>
    <inkml:brush xml:id="br0">
      <inkml:brushProperty name="width" value="0.05" units="cm"/>
      <inkml:brushProperty name="height" value="0.05" units="cm"/>
    </inkml:brush>
  </inkml:definitions>
  <inkml:trace contextRef="#ctx0" brushRef="#br0">1 1 19047 0 0,'0'0'984'0'0,"0"8"-984"0"0,5 2 568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6.356"/>
    </inkml:context>
    <inkml:brush xml:id="br0">
      <inkml:brushProperty name="width" value="0.05" units="cm"/>
      <inkml:brushProperty name="height" value="0.05" units="cm"/>
    </inkml:brush>
  </inkml:definitions>
  <inkml:trace contextRef="#ctx0" brushRef="#br0">1 117 13152 0 0,'0'0'569'0'0,"11"-6"-386"0"0,-11 5-161 0 0,15-3 600 0 0,-1-1 1 0 0,0-1-1 0 0,0 0 1 0 0,19-12-1 0 0,-32 17-597 0 0,12-8 244 0 0,0 0 0 0 0,0 1 0 0 0,1 1 1 0 0,0 1-1 0 0,19-7 0 0 0,-24 9-226 0 0,23-7 171 0 0,-25 8-122 0 0,-5 4-28 0 0,2 5-184 0 0,-1 0 0 0 0,-1 0 0 0 0,1 1 0 0 0,-1-1 0 0 0,0 1 0 0 0,-1-1 0 0 0,1 1-1 0 0,-1 0 1 0 0,-1 0 0 0 0,1 0 0 0 0,-1 0 0 0 0,0-1 0 0 0,-1 1 0 0 0,-2 12 0 0 0,2-5-574 0 0,0 16-334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8T23:43:38.527"/>
    </inkml:context>
    <inkml:brush xml:id="br0">
      <inkml:brushProperty name="width" value="0.05" units="cm"/>
      <inkml:brushProperty name="height" value="0.05" units="cm"/>
    </inkml:brush>
  </inkml:definitions>
  <inkml:trace contextRef="#ctx0" brushRef="#br0">149 39 11112 0 0,'0'0'1109'0'0,"0"0"-1013"0"0,4 0-75 0 0,-3 0 5 0 0,7-2-1321 0 0,-8 2 1269 0 0,0 0 1 0 0,0 0 0 0 0,0-1 0 0 0,0 1-1 0 0,0 0 1 0 0,0 0 0 0 0,0 0 0 0 0,0-1-1 0 0,0 1 1 0 0,0 0 0 0 0,0 0 0 0 0,0-1-1 0 0,0 1 1 0 0,0 0 0 0 0,0 0 0 0 0,0-1-1 0 0,0 1 1 0 0,0 0 0 0 0,0 0 0 0 0,0 0-1 0 0,0-1 1 0 0,0 1 0 0 0,-1 0 0 0 0,1 0-1 0 0,0 0 1 0 0,0-1 0 0 0,0 1 0 0 0,0 0-1 0 0,-1 0 1 0 0,1 0 0 0 0,0 0 0 0 0,0 0-1 0 0,0-1 1 0 0,-1 1 0 0 0,1 0 0 0 0,0 0 89 0 0,-5-3 72 0 0,4 3-107 0 0,1 0-1 0 0,-1 0 1 0 0,1-1 0 0 0,-1 1-1 0 0,1 0 1 0 0,0 0 0 0 0,-1-1-1 0 0,1 1 1 0 0,-1 0 0 0 0,1-1-1 0 0,0 1 1 0 0,-1 0 0 0 0,1-1-1 0 0,0 1 1 0 0,-1-1 0 0 0,1 1 0 0 0,0 0-1 0 0,0-1 1 0 0,-1 1 0 0 0,1-1-1 0 0,0 1 1 0 0,0-1 0 0 0,0 1-1 0 0,-1-1 1 0 0,1 1 0 0 0,0-2-1 0 0,-1 2 488 0 0,-14-9 6929 0 0,15 8-7375 0 0,0 1-1 0 0,-1-1 0 0 0,1 1 0 0 0,0 0 1 0 0,-1-1-1 0 0,1 1 0 0 0,0 0 0 0 0,-1-1 1 0 0,1 1-1 0 0,0 0 0 0 0,-1-1 0 0 0,1 1 1 0 0,-1 0-1 0 0,1 0 0 0 0,0 0 0 0 0,-1-1 1 0 0,1 1-1 0 0,-1 0 0 0 0,1 0 0 0 0,-1 0 1 0 0,1 0-1 0 0,-1 0 0 0 0,1 0 0 0 0,-1 0 1 0 0,1 0-1 0 0,-1 0 0 0 0,1 0 0 0 0,-1 0 0 0 0,1 0 1 0 0,0 0-1 0 0,-1 0 0 0 0,1 1 0 0 0,-1-1 1 0 0,0 0-1 0 0,0 1-53 0 0,0 0 0 0 0,0-1 0 0 0,-1 1 0 0 0,1 0 0 0 0,0 0 0 0 0,0 0 0 0 0,0 0 0 0 0,0 0 0 0 0,0 0 0 0 0,0 0 0 0 0,-1 2 0 0 0,1-2 21 0 0,0 1 1 0 0,0-1-1 0 0,0 0 0 0 0,0 0 0 0 0,-1 0 0 0 0,1 0 0 0 0,0 0 1 0 0,-1-1-1 0 0,-1 2 0 0 0,-3 2 23 0 0,3-2-32 0 0,-10 23 274 0 0,-1-2-295 0 0,-12 28 0 0 0,25-47-7 0 0,-1 3 0 0 0,-6 16 0 0 0,-2 9 0 0 0,10-31 0 0 0,-1 0 0 0 0,1-1 0 0 0,-1 1 0 0 0,1 0 0 0 0,0 0 0 0 0,0 0 0 0 0,-1 0 0 0 0,1 0 0 0 0,0 0 0 0 0,0 0 0 0 0,0 0 0 0 0,0 0-1 0 0,0 0 1 0 0,0 0 0 0 0,1 1 0 0 0,0 11 12 0 0,-1-12 79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5659" cy="496411"/>
          </a:xfrm>
          <a:prstGeom prst="rect">
            <a:avLst/>
          </a:prstGeom>
          <a:noFill/>
          <a:ln>
            <a:noFill/>
          </a:ln>
          <a:effectLst/>
          <a:extLs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4099" name="Rectangle 3"/>
          <p:cNvSpPr>
            <a:spLocks noGrp="1" noChangeArrowheads="1"/>
          </p:cNvSpPr>
          <p:nvPr>
            <p:ph type="dt" idx="1"/>
          </p:nvPr>
        </p:nvSpPr>
        <p:spPr bwMode="auto">
          <a:xfrm>
            <a:off x="3852016" y="0"/>
            <a:ext cx="2945659" cy="496411"/>
          </a:xfrm>
          <a:prstGeom prst="rect">
            <a:avLst/>
          </a:prstGeom>
          <a:noFill/>
          <a:ln>
            <a:noFill/>
          </a:ln>
          <a:effectLst/>
          <a:extLs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101" name="Rectangle 5"/>
          <p:cNvSpPr>
            <a:spLocks noGrp="1" noChangeArrowheads="1"/>
          </p:cNvSpPr>
          <p:nvPr>
            <p:ph type="body" sz="quarter" idx="3"/>
          </p:nvPr>
        </p:nvSpPr>
        <p:spPr bwMode="auto">
          <a:xfrm>
            <a:off x="906357" y="4715907"/>
            <a:ext cx="4984962" cy="4467701"/>
          </a:xfrm>
          <a:prstGeom prst="rect">
            <a:avLst/>
          </a:prstGeom>
          <a:noFill/>
          <a:ln>
            <a:noFill/>
          </a:ln>
          <a:effectLst/>
          <a:extLs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9431814"/>
            <a:ext cx="2945659" cy="496411"/>
          </a:xfrm>
          <a:prstGeom prst="rect">
            <a:avLst/>
          </a:prstGeom>
          <a:noFill/>
          <a:ln>
            <a:noFill/>
          </a:ln>
          <a:effectLst/>
          <a:extLs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4103" name="Rectangle 7"/>
          <p:cNvSpPr>
            <a:spLocks noGrp="1" noChangeArrowheads="1"/>
          </p:cNvSpPr>
          <p:nvPr>
            <p:ph type="sldNum" sz="quarter" idx="5"/>
          </p:nvPr>
        </p:nvSpPr>
        <p:spPr bwMode="auto">
          <a:xfrm>
            <a:off x="3852016" y="9431814"/>
            <a:ext cx="2945659" cy="496411"/>
          </a:xfrm>
          <a:prstGeom prst="rect">
            <a:avLst/>
          </a:prstGeom>
          <a:noFill/>
          <a:ln>
            <a:noFill/>
          </a:ln>
          <a:effectLst/>
          <a:extLs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r">
              <a:defRPr sz="1200"/>
            </a:lvl1pPr>
          </a:lstStyle>
          <a:p>
            <a:pPr>
              <a:defRPr/>
            </a:pPr>
            <a:fld id="{9873D865-6F18-994C-8BEE-908E1D823428}" type="slidenum">
              <a:rPr lang="en-US" altLang="en-US"/>
              <a:pPr>
                <a:defRPr/>
              </a:pPr>
              <a:t>‹#›</a:t>
            </a:fld>
            <a:endParaRPr lang="en-US" altLang="en-US"/>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Geneva" charset="0"/>
        <a:cs typeface="Geneva" charset="0"/>
      </a:defRPr>
    </a:lvl1pPr>
    <a:lvl2pPr marL="457167" algn="l" rtl="0" eaLnBrk="0" fontAlgn="base" hangingPunct="0">
      <a:spcBef>
        <a:spcPct val="30000"/>
      </a:spcBef>
      <a:spcAft>
        <a:spcPct val="0"/>
      </a:spcAft>
      <a:defRPr sz="1200" kern="1200">
        <a:solidFill>
          <a:schemeClr val="tx1"/>
        </a:solidFill>
        <a:latin typeface="Times" charset="0"/>
        <a:ea typeface="Geneva" charset="0"/>
        <a:cs typeface="+mn-cs"/>
      </a:defRPr>
    </a:lvl2pPr>
    <a:lvl3pPr marL="914332" algn="l" rtl="0" eaLnBrk="0" fontAlgn="base" hangingPunct="0">
      <a:spcBef>
        <a:spcPct val="30000"/>
      </a:spcBef>
      <a:spcAft>
        <a:spcPct val="0"/>
      </a:spcAft>
      <a:defRPr sz="1200" kern="1200">
        <a:solidFill>
          <a:schemeClr val="tx1"/>
        </a:solidFill>
        <a:latin typeface="Times" charset="0"/>
        <a:ea typeface="Geneva" charset="0"/>
        <a:cs typeface="+mn-cs"/>
      </a:defRPr>
    </a:lvl3pPr>
    <a:lvl4pPr marL="1371498" algn="l" rtl="0" eaLnBrk="0" fontAlgn="base" hangingPunct="0">
      <a:spcBef>
        <a:spcPct val="30000"/>
      </a:spcBef>
      <a:spcAft>
        <a:spcPct val="0"/>
      </a:spcAft>
      <a:defRPr sz="1200" kern="1200">
        <a:solidFill>
          <a:schemeClr val="tx1"/>
        </a:solidFill>
        <a:latin typeface="Times" charset="0"/>
        <a:ea typeface="Geneva" charset="0"/>
        <a:cs typeface="+mn-cs"/>
      </a:defRPr>
    </a:lvl4pPr>
    <a:lvl5pPr marL="1828664" algn="l" rtl="0" eaLnBrk="0" fontAlgn="base" hangingPunct="0">
      <a:spcBef>
        <a:spcPct val="30000"/>
      </a:spcBef>
      <a:spcAft>
        <a:spcPct val="0"/>
      </a:spcAft>
      <a:defRPr sz="1200" kern="1200">
        <a:solidFill>
          <a:schemeClr val="tx1"/>
        </a:solidFill>
        <a:latin typeface="Times" charset="0"/>
        <a:ea typeface="Geneva" charset="0"/>
        <a:cs typeface="+mn-cs"/>
      </a:defRPr>
    </a:lvl5pPr>
    <a:lvl6pPr marL="2285830" algn="l" defTabSz="457167" rtl="0" eaLnBrk="1" latinLnBrk="0" hangingPunct="1">
      <a:defRPr sz="1200" kern="1200">
        <a:solidFill>
          <a:schemeClr val="tx1"/>
        </a:solidFill>
        <a:latin typeface="+mn-lt"/>
        <a:ea typeface="+mn-ea"/>
        <a:cs typeface="+mn-cs"/>
      </a:defRPr>
    </a:lvl6pPr>
    <a:lvl7pPr marL="2742994" algn="l" defTabSz="457167" rtl="0" eaLnBrk="1" latinLnBrk="0" hangingPunct="1">
      <a:defRPr sz="1200" kern="1200">
        <a:solidFill>
          <a:schemeClr val="tx1"/>
        </a:solidFill>
        <a:latin typeface="+mn-lt"/>
        <a:ea typeface="+mn-ea"/>
        <a:cs typeface="+mn-cs"/>
      </a:defRPr>
    </a:lvl7pPr>
    <a:lvl8pPr marL="3200160" algn="l" defTabSz="457167" rtl="0" eaLnBrk="1" latinLnBrk="0" hangingPunct="1">
      <a:defRPr sz="1200" kern="1200">
        <a:solidFill>
          <a:schemeClr val="tx1"/>
        </a:solidFill>
        <a:latin typeface="+mn-lt"/>
        <a:ea typeface="+mn-ea"/>
        <a:cs typeface="+mn-cs"/>
      </a:defRPr>
    </a:lvl8pPr>
    <a:lvl9pPr marL="3657327" algn="l" defTabSz="45716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baidu.com/s?rsv_idx=1&amp;wd=%E5%86%92%E6%B3%A1%E6%8E%92%E5%BA%8F&amp;fenlei=256&amp;usm=5&amp;ie=utf-8&amp;rsv_pq=9401a74100953e5c&amp;oq=%E5%BF%AB%E9%80%9F%E6%8E%92%E5%BA%8F%E7%AE%97%E6%B3%95&amp;rsv_t=6b0cIwwcguX9wmgiLe1Rmdb5O0UIiDoOOwUoAh%2F48EnrBCFFmOAqleU9pHk&amp;sa=re_dqa_generate"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baike.baidu.com/view/9720.htm"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bwMode="auto">
          <a:xfrm>
            <a:off x="90488" y="744538"/>
            <a:ext cx="6616700" cy="3722687"/>
          </a:xfrm>
          <a:noFill/>
          <a:ln>
            <a:solidFill>
              <a:srgbClr val="000000"/>
            </a:solidFill>
            <a:miter lim="800000"/>
            <a:headEnd/>
            <a:tailEnd/>
          </a:ln>
        </p:spPr>
      </p:sp>
      <p:sp>
        <p:nvSpPr>
          <p:cNvPr id="6758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67588"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78A8674-C66F-4CAF-A4E9-B1BD441EEC10}" type="slidenum">
              <a:rPr lang="zh-CN" altLang="en-US" smtClean="0"/>
              <a:pPr fontAlgn="base">
                <a:spcBef>
                  <a:spcPct val="0"/>
                </a:spcBef>
                <a:spcAft>
                  <a:spcPct val="0"/>
                </a:spcAft>
                <a:defRPr/>
              </a:pPr>
              <a:t>1</a:t>
            </a:fld>
            <a:endParaRPr lang="zh-CN" altLang="en-US"/>
          </a:p>
        </p:txBody>
      </p:sp>
    </p:spTree>
    <p:extLst>
      <p:ext uri="{BB962C8B-B14F-4D97-AF65-F5344CB8AC3E}">
        <p14:creationId xmlns:p14="http://schemas.microsoft.com/office/powerpoint/2010/main" val="2524536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被算法设计或控制的人生。</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3</a:t>
            </a:fld>
            <a:endParaRPr lang="en-US" altLang="en-US"/>
          </a:p>
        </p:txBody>
      </p:sp>
    </p:spTree>
    <p:extLst>
      <p:ext uri="{BB962C8B-B14F-4D97-AF65-F5344CB8AC3E}">
        <p14:creationId xmlns:p14="http://schemas.microsoft.com/office/powerpoint/2010/main" val="3214942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a:defRPr/>
            </a:pPr>
            <a:r>
              <a:rPr lang="zh-CN" altLang="en-US" dirty="0"/>
              <a:t>我们这门课的主要内容如下</a:t>
            </a:r>
            <a:r>
              <a:rPr lang="en-US" altLang="zh-CN" dirty="0"/>
              <a:t>……..</a:t>
            </a:r>
            <a:r>
              <a:rPr lang="zh-CN" altLang="en-US" dirty="0"/>
              <a:t>。</a:t>
            </a:r>
          </a:p>
        </p:txBody>
      </p:sp>
      <p:sp>
        <p:nvSpPr>
          <p:cNvPr id="1003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隶书" pitchFamily="49" charset="-122"/>
              </a:defRPr>
            </a:lvl1pPr>
            <a:lvl2pPr marL="742950" indent="-285750" eaLnBrk="0" hangingPunct="0">
              <a:defRPr kumimoji="1" sz="2400">
                <a:solidFill>
                  <a:schemeClr val="tx1"/>
                </a:solidFill>
                <a:latin typeface="Times New Roman" pitchFamily="18" charset="0"/>
                <a:ea typeface="隶书" pitchFamily="49" charset="-122"/>
              </a:defRPr>
            </a:lvl2pPr>
            <a:lvl3pPr marL="1143000" indent="-228600" eaLnBrk="0" hangingPunct="0">
              <a:defRPr kumimoji="1" sz="2400">
                <a:solidFill>
                  <a:schemeClr val="tx1"/>
                </a:solidFill>
                <a:latin typeface="Times New Roman" pitchFamily="18" charset="0"/>
                <a:ea typeface="隶书" pitchFamily="49" charset="-122"/>
              </a:defRPr>
            </a:lvl3pPr>
            <a:lvl4pPr marL="1600200" indent="-228600" eaLnBrk="0" hangingPunct="0">
              <a:defRPr kumimoji="1" sz="2400">
                <a:solidFill>
                  <a:schemeClr val="tx1"/>
                </a:solidFill>
                <a:latin typeface="Times New Roman" pitchFamily="18" charset="0"/>
                <a:ea typeface="隶书" pitchFamily="49" charset="-122"/>
              </a:defRPr>
            </a:lvl4pPr>
            <a:lvl5pPr marL="2057400" indent="-228600" eaLnBrk="0" hangingPunct="0">
              <a:defRPr kumimoji="1" sz="2400">
                <a:solidFill>
                  <a:schemeClr val="tx1"/>
                </a:solidFill>
                <a:latin typeface="Times New Roman" pitchFamily="18" charset="0"/>
                <a:ea typeface="隶书"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739427C-1310-4D1E-95B6-9D3A4034B7C0}" type="slidenum">
              <a:rPr kumimoji="1" lang="zh-CN" altLang="en-US"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344248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无连接分组交换技术是革命性的创造。</a:t>
            </a:r>
            <a:endParaRPr lang="en-US" altLang="zh-CN" dirty="0"/>
          </a:p>
          <a:p>
            <a:r>
              <a:rPr lang="zh-CN" altLang="en-US" dirty="0"/>
              <a:t>原因：终端用户不应该相信网络是可靠的。事实上，网络也不可能是可靠的。</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9873D865-6F18-994C-8BEE-908E1D823428}" type="slidenum">
              <a:rPr lang="en-US" altLang="en-US" smtClean="0"/>
              <a:pPr>
                <a:defRPr/>
              </a:pPr>
              <a:t>6</a:t>
            </a:fld>
            <a:endParaRPr lang="en-US" altLang="en-US"/>
          </a:p>
        </p:txBody>
      </p:sp>
    </p:spTree>
    <p:extLst>
      <p:ext uri="{BB962C8B-B14F-4D97-AF65-F5344CB8AC3E}">
        <p14:creationId xmlns:p14="http://schemas.microsoft.com/office/powerpoint/2010/main" val="1134631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本章内容如下：</a:t>
            </a:r>
          </a:p>
          <a:p>
            <a:endParaRPr lang="zh-CN" altLang="en-US" dirty="0"/>
          </a:p>
        </p:txBody>
      </p:sp>
      <p:sp>
        <p:nvSpPr>
          <p:cNvPr id="4" name="灯片编号占位符 3"/>
          <p:cNvSpPr>
            <a:spLocks noGrp="1"/>
          </p:cNvSpPr>
          <p:nvPr>
            <p:ph type="sldNum" sz="quarter" idx="10"/>
          </p:nvPr>
        </p:nvSpPr>
        <p:spPr/>
        <p:txBody>
          <a:bodyPr/>
          <a:lstStyle/>
          <a:p>
            <a:pPr>
              <a:defRPr/>
            </a:pPr>
            <a:fld id="{9873D865-6F18-994C-8BEE-908E1D823428}" type="slidenum">
              <a:rPr lang="en-US" altLang="en-US" smtClean="0"/>
              <a:pPr>
                <a:defRPr/>
              </a:pPr>
              <a:t>7</a:t>
            </a:fld>
            <a:endParaRPr lang="en-US" altLang="en-US"/>
          </a:p>
        </p:txBody>
      </p:sp>
    </p:spTree>
    <p:extLst>
      <p:ext uri="{BB962C8B-B14F-4D97-AF65-F5344CB8AC3E}">
        <p14:creationId xmlns:p14="http://schemas.microsoft.com/office/powerpoint/2010/main" val="1738289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本章内容如下：</a:t>
            </a:r>
          </a:p>
          <a:p>
            <a:endParaRPr lang="zh-CN" altLang="en-US" dirty="0"/>
          </a:p>
        </p:txBody>
      </p:sp>
      <p:sp>
        <p:nvSpPr>
          <p:cNvPr id="4" name="灯片编号占位符 3"/>
          <p:cNvSpPr>
            <a:spLocks noGrp="1"/>
          </p:cNvSpPr>
          <p:nvPr>
            <p:ph type="sldNum" sz="quarter" idx="10"/>
          </p:nvPr>
        </p:nvSpPr>
        <p:spPr/>
        <p:txBody>
          <a:bodyPr/>
          <a:lstStyle/>
          <a:p>
            <a:pPr>
              <a:defRPr/>
            </a:pPr>
            <a:fld id="{9873D865-6F18-994C-8BEE-908E1D823428}" type="slidenum">
              <a:rPr lang="en-US" altLang="en-US" smtClean="0"/>
              <a:pPr>
                <a:defRPr/>
              </a:pPr>
              <a:t>8</a:t>
            </a:fld>
            <a:endParaRPr lang="en-US" altLang="en-US"/>
          </a:p>
        </p:txBody>
      </p:sp>
    </p:spTree>
    <p:extLst>
      <p:ext uri="{BB962C8B-B14F-4D97-AF65-F5344CB8AC3E}">
        <p14:creationId xmlns:p14="http://schemas.microsoft.com/office/powerpoint/2010/main" val="4271835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软件体系结构的提出，很多人都忙起来了。</a:t>
            </a:r>
          </a:p>
        </p:txBody>
      </p:sp>
      <p:sp>
        <p:nvSpPr>
          <p:cNvPr id="4" name="灯片编号占位符 3"/>
          <p:cNvSpPr>
            <a:spLocks noGrp="1"/>
          </p:cNvSpPr>
          <p:nvPr>
            <p:ph type="sldNum" sz="quarter" idx="10"/>
          </p:nvPr>
        </p:nvSpPr>
        <p:spPr/>
        <p:txBody>
          <a:bodyPr/>
          <a:lstStyle/>
          <a:p>
            <a:pPr>
              <a:defRPr/>
            </a:pPr>
            <a:fld id="{9873D865-6F18-994C-8BEE-908E1D823428}" type="slidenum">
              <a:rPr lang="en-US" altLang="en-US" smtClean="0"/>
              <a:pPr>
                <a:defRPr/>
              </a:pPr>
              <a:t>9</a:t>
            </a:fld>
            <a:endParaRPr lang="en-US" altLang="en-US"/>
          </a:p>
        </p:txBody>
      </p:sp>
    </p:spTree>
    <p:extLst>
      <p:ext uri="{BB962C8B-B14F-4D97-AF65-F5344CB8AC3E}">
        <p14:creationId xmlns:p14="http://schemas.microsoft.com/office/powerpoint/2010/main" val="1757089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何谓库、包、模块、程序覆盖？</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10</a:t>
            </a:fld>
            <a:endParaRPr lang="en-US" altLang="en-US"/>
          </a:p>
        </p:txBody>
      </p:sp>
    </p:spTree>
    <p:extLst>
      <p:ext uri="{BB962C8B-B14F-4D97-AF65-F5344CB8AC3E}">
        <p14:creationId xmlns:p14="http://schemas.microsoft.com/office/powerpoint/2010/main" val="19700637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AI</a:t>
            </a:r>
            <a:r>
              <a:rPr lang="zh-CN" altLang="en-US"/>
              <a:t>的黑盒子的问题，只知道结果，不知道过程</a:t>
            </a:r>
          </a:p>
        </p:txBody>
      </p:sp>
      <p:sp>
        <p:nvSpPr>
          <p:cNvPr id="13316"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FEE4A8EB-BFB5-4AF9-B1DE-CF7AFB888666}" type="datetime1">
              <a:rPr kumimoji="0" lang="zh-CN" altLang="en-US" sz="1200" smtClean="0">
                <a:latin typeface="Times New Roman" panose="02020603050405020304" pitchFamily="18" charset="0"/>
                <a:ea typeface="宋体" panose="02010600030101010101" pitchFamily="2" charset="-122"/>
              </a:rPr>
              <a:pPr/>
              <a:t>2026/4/9</a:t>
            </a:fld>
            <a:endParaRPr kumimoji="0" lang="en-US" altLang="zh-CN" sz="1200">
              <a:latin typeface="Times New Roman" panose="02020603050405020304" pitchFamily="18" charset="0"/>
              <a:ea typeface="宋体" panose="02010600030101010101" pitchFamily="2" charset="-122"/>
            </a:endParaRPr>
          </a:p>
        </p:txBody>
      </p:sp>
      <p:sp>
        <p:nvSpPr>
          <p:cNvPr id="13317"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B75683A7-5CE6-4C61-8335-FFE2C494B03D}" type="slidenum">
              <a:rPr kumimoji="0" lang="zh-CN" altLang="en-US" sz="1200" smtClean="0">
                <a:latin typeface="Times New Roman" panose="02020603050405020304" pitchFamily="18" charset="0"/>
                <a:ea typeface="宋体" panose="02010600030101010101" pitchFamily="2" charset="-122"/>
              </a:rPr>
              <a:pPr/>
              <a:t>11</a:t>
            </a:fld>
            <a:endParaRPr kumimoji="0" lang="en-US" altLang="zh-CN" sz="120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197450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TextEdit="1"/>
          </p:cNvSpPr>
          <p:nvPr>
            <p:ph type="sldImg"/>
          </p:nvPr>
        </p:nvSpPr>
        <p:spPr>
          <a:ln/>
        </p:spPr>
      </p:sp>
      <p:sp>
        <p:nvSpPr>
          <p:cNvPr id="163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世界是物质的。</a:t>
            </a:r>
            <a:endParaRPr lang="en-US" altLang="zh-CN"/>
          </a:p>
          <a:p>
            <a:r>
              <a:rPr lang="zh-CN" altLang="en-US"/>
              <a:t>封装、继承、多态。</a:t>
            </a:r>
          </a:p>
        </p:txBody>
      </p:sp>
      <p:sp>
        <p:nvSpPr>
          <p:cNvPr id="16388"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F6B52FF0-BFF9-4828-B654-6DCCCFDAE818}" type="datetime1">
              <a:rPr kumimoji="0" lang="zh-CN" altLang="en-US" sz="1200" smtClean="0">
                <a:latin typeface="Times New Roman" panose="02020603050405020304" pitchFamily="18" charset="0"/>
                <a:ea typeface="宋体" panose="02010600030101010101" pitchFamily="2" charset="-122"/>
              </a:rPr>
              <a:pPr/>
              <a:t>2026/4/9</a:t>
            </a:fld>
            <a:endParaRPr kumimoji="0" lang="en-US" altLang="zh-CN" sz="1200">
              <a:latin typeface="Times New Roman" panose="02020603050405020304" pitchFamily="18" charset="0"/>
              <a:ea typeface="宋体" panose="02010600030101010101" pitchFamily="2" charset="-122"/>
            </a:endParaRPr>
          </a:p>
        </p:txBody>
      </p:sp>
      <p:sp>
        <p:nvSpPr>
          <p:cNvPr id="16389"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452106CF-2693-48ED-BB77-9251593224DD}" type="slidenum">
              <a:rPr kumimoji="0" lang="zh-CN" altLang="en-US" sz="1200" smtClean="0">
                <a:latin typeface="Times New Roman" panose="02020603050405020304" pitchFamily="18" charset="0"/>
                <a:ea typeface="宋体" panose="02010600030101010101" pitchFamily="2" charset="-122"/>
              </a:rPr>
              <a:pPr/>
              <a:t>13</a:t>
            </a:fld>
            <a:endParaRPr kumimoji="0" lang="en-US" altLang="zh-CN" sz="120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823920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56E8608-F53A-445A-96FE-8CDDFBFEA087}" type="datetime1">
              <a:rPr lang="zh-CN" altLang="en-US" smtClean="0"/>
              <a:pPr>
                <a:spcBef>
                  <a:spcPct val="0"/>
                </a:spcBef>
              </a:pPr>
              <a:t>2026/4/9</a:t>
            </a:fld>
            <a:endParaRPr lang="en-US" altLang="zh-CN"/>
          </a:p>
        </p:txBody>
      </p:sp>
      <p:sp>
        <p:nvSpPr>
          <p:cNvPr id="1945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C6C7550-F137-4300-BB6A-3A5DE9B25450}" type="slidenum">
              <a:rPr lang="zh-CN" altLang="en-US" smtClean="0"/>
              <a:pPr>
                <a:spcBef>
                  <a:spcPct val="0"/>
                </a:spcBef>
              </a:pPr>
              <a:t>15</a:t>
            </a:fld>
            <a:endParaRPr lang="en-US" altLang="zh-CN"/>
          </a:p>
        </p:txBody>
      </p:sp>
      <p:sp>
        <p:nvSpPr>
          <p:cNvPr id="19460" name="Rectangle 2"/>
          <p:cNvSpPr>
            <a:spLocks noGrp="1" noRot="1" noChangeAspect="1" noChangeArrowheads="1" noTextEdit="1"/>
          </p:cNvSpPr>
          <p:nvPr>
            <p:ph type="sldImg"/>
          </p:nvPr>
        </p:nvSpPr>
        <p:spPr>
          <a:ln/>
        </p:spPr>
      </p:sp>
      <p:sp>
        <p:nvSpPr>
          <p:cNvPr id="194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21765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a:ln/>
        </p:spPr>
      </p:sp>
      <p:sp>
        <p:nvSpPr>
          <p:cNvPr id="215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1508"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901BE199-7FDB-4EBD-BB16-1961DF19820E}" type="datetime1">
              <a:rPr kumimoji="0" lang="zh-CN" altLang="en-US" sz="1200" smtClean="0">
                <a:latin typeface="Times New Roman" panose="02020603050405020304" pitchFamily="18" charset="0"/>
                <a:ea typeface="宋体" panose="02010600030101010101" pitchFamily="2" charset="-122"/>
              </a:rPr>
              <a:pPr/>
              <a:t>2026/4/9</a:t>
            </a:fld>
            <a:endParaRPr kumimoji="0" lang="en-US" altLang="zh-CN" sz="1200">
              <a:latin typeface="Times New Roman" panose="02020603050405020304" pitchFamily="18" charset="0"/>
              <a:ea typeface="宋体" panose="02010600030101010101" pitchFamily="2" charset="-122"/>
            </a:endParaRPr>
          </a:p>
        </p:txBody>
      </p:sp>
      <p:sp>
        <p:nvSpPr>
          <p:cNvPr id="21509"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35A95BF1-3A40-4E1C-B994-4F8F2174B798}" type="slidenum">
              <a:rPr kumimoji="0" lang="zh-CN" altLang="en-US" sz="1200" smtClean="0">
                <a:latin typeface="Times New Roman" panose="02020603050405020304" pitchFamily="18" charset="0"/>
                <a:ea typeface="宋体" panose="02010600030101010101" pitchFamily="2" charset="-122"/>
              </a:rPr>
              <a:pPr/>
              <a:t>16</a:t>
            </a:fld>
            <a:endParaRPr kumimoji="0" lang="en-US" altLang="zh-CN" sz="120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525669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a:ln/>
        </p:spPr>
      </p:sp>
      <p:sp>
        <p:nvSpPr>
          <p:cNvPr id="286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洋葱：边拨边流泪。</a:t>
            </a:r>
          </a:p>
        </p:txBody>
      </p:sp>
      <p:sp>
        <p:nvSpPr>
          <p:cNvPr id="28676"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AA10AAD9-8F41-4EB1-B58B-A99FFA42FB7A}" type="datetime1">
              <a:rPr kumimoji="0" lang="zh-CN" altLang="en-US" sz="1200" smtClean="0">
                <a:latin typeface="Times New Roman" panose="02020603050405020304" pitchFamily="18" charset="0"/>
                <a:ea typeface="宋体" panose="02010600030101010101" pitchFamily="2" charset="-122"/>
              </a:rPr>
              <a:pPr/>
              <a:t>2026/4/9</a:t>
            </a:fld>
            <a:endParaRPr kumimoji="0" lang="en-US" altLang="zh-CN" sz="1200">
              <a:latin typeface="Times New Roman" panose="02020603050405020304" pitchFamily="18" charset="0"/>
              <a:ea typeface="宋体" panose="02010600030101010101" pitchFamily="2" charset="-122"/>
            </a:endParaRPr>
          </a:p>
        </p:txBody>
      </p:sp>
      <p:sp>
        <p:nvSpPr>
          <p:cNvPr id="28677"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1809A1B9-4772-4646-9A07-7B73E85C491F}" type="slidenum">
              <a:rPr kumimoji="0" lang="zh-CN" altLang="en-US" sz="1200" smtClean="0">
                <a:latin typeface="Times New Roman" panose="02020603050405020304" pitchFamily="18" charset="0"/>
                <a:ea typeface="宋体" panose="02010600030101010101" pitchFamily="2" charset="-122"/>
              </a:rPr>
              <a:pPr/>
              <a:t>22</a:t>
            </a:fld>
            <a:endParaRPr kumimoji="0" lang="en-US" altLang="zh-CN" sz="120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6051809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3796"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AA1FE733-6009-41E3-9FE1-AA005DEB59AC}" type="datetime1">
              <a:rPr kumimoji="0" lang="zh-CN" altLang="en-US" sz="1200" smtClean="0">
                <a:latin typeface="Times New Roman" panose="02020603050405020304" pitchFamily="18" charset="0"/>
                <a:ea typeface="宋体" panose="02010600030101010101" pitchFamily="2" charset="-122"/>
              </a:rPr>
              <a:pPr/>
              <a:t>2026/4/9</a:t>
            </a:fld>
            <a:endParaRPr kumimoji="0" lang="en-US" altLang="zh-CN" sz="1200">
              <a:latin typeface="Times New Roman" panose="02020603050405020304" pitchFamily="18" charset="0"/>
              <a:ea typeface="宋体" panose="02010600030101010101" pitchFamily="2" charset="-122"/>
            </a:endParaRPr>
          </a:p>
        </p:txBody>
      </p:sp>
      <p:sp>
        <p:nvSpPr>
          <p:cNvPr id="33797"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B3DFA626-CF6C-4DD9-8A91-3C975C0AE0F8}" type="slidenum">
              <a:rPr kumimoji="0" lang="zh-CN" altLang="en-US" sz="1200" smtClean="0">
                <a:latin typeface="Times New Roman" panose="02020603050405020304" pitchFamily="18" charset="0"/>
                <a:ea typeface="宋体" panose="02010600030101010101" pitchFamily="2" charset="-122"/>
              </a:rPr>
              <a:pPr/>
              <a:t>25</a:t>
            </a:fld>
            <a:endParaRPr kumimoji="0" lang="en-US" altLang="zh-CN" sz="120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13589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26</a:t>
            </a:fld>
            <a:endParaRPr lang="en-US" altLang="en-US"/>
          </a:p>
        </p:txBody>
      </p:sp>
    </p:spTree>
    <p:extLst>
      <p:ext uri="{BB962C8B-B14F-4D97-AF65-F5344CB8AC3E}">
        <p14:creationId xmlns:p14="http://schemas.microsoft.com/office/powerpoint/2010/main" val="29790802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TCP/IP</a:t>
            </a:r>
            <a:r>
              <a:rPr lang="zh-CN" altLang="en-US" dirty="0"/>
              <a:t>的四层模型：</a:t>
            </a:r>
            <a:endParaRPr lang="en-US" altLang="zh-CN" dirty="0"/>
          </a:p>
          <a:p>
            <a:r>
              <a:rPr lang="en-US" altLang="zh-CN" dirty="0"/>
              <a:t>1</a:t>
            </a:r>
            <a:r>
              <a:rPr lang="zh-CN" altLang="en-US" dirty="0"/>
              <a:t>应用层：</a:t>
            </a:r>
            <a:r>
              <a:rPr lang="en-US" altLang="zh-CN" dirty="0"/>
              <a:t>FTP</a:t>
            </a:r>
            <a:r>
              <a:rPr lang="zh-CN" altLang="en-US" dirty="0"/>
              <a:t>，</a:t>
            </a:r>
            <a:r>
              <a:rPr lang="en-US" altLang="zh-CN" dirty="0"/>
              <a:t>Telnet</a:t>
            </a:r>
            <a:r>
              <a:rPr lang="zh-CN" altLang="en-US" dirty="0"/>
              <a:t>，</a:t>
            </a:r>
            <a:r>
              <a:rPr lang="en-US" altLang="zh-CN" dirty="0"/>
              <a:t>DNS</a:t>
            </a:r>
            <a:r>
              <a:rPr lang="zh-CN" altLang="en-US" dirty="0"/>
              <a:t>，</a:t>
            </a:r>
            <a:r>
              <a:rPr lang="en-US" altLang="zh-CN" dirty="0"/>
              <a:t>SMTP</a:t>
            </a:r>
          </a:p>
          <a:p>
            <a:r>
              <a:rPr lang="en-US" altLang="zh-CN" dirty="0"/>
              <a:t>2</a:t>
            </a:r>
            <a:r>
              <a:rPr lang="zh-CN" altLang="en-US" dirty="0"/>
              <a:t>传输层：</a:t>
            </a:r>
            <a:r>
              <a:rPr lang="en-US" altLang="zh-CN" dirty="0"/>
              <a:t>TCP</a:t>
            </a:r>
            <a:r>
              <a:rPr lang="zh-CN" altLang="en-US" dirty="0"/>
              <a:t>，</a:t>
            </a:r>
            <a:r>
              <a:rPr lang="en-US" altLang="zh-CN" dirty="0"/>
              <a:t>UDP</a:t>
            </a:r>
          </a:p>
          <a:p>
            <a:r>
              <a:rPr lang="en-US" altLang="zh-CN" dirty="0"/>
              <a:t>3</a:t>
            </a:r>
            <a:r>
              <a:rPr lang="zh-CN" altLang="en-US" dirty="0"/>
              <a:t>网际互连层：</a:t>
            </a:r>
            <a:r>
              <a:rPr lang="en-US" altLang="zh-CN" dirty="0"/>
              <a:t>IP</a:t>
            </a:r>
          </a:p>
          <a:p>
            <a:r>
              <a:rPr lang="en-US" altLang="zh-CN" dirty="0"/>
              <a:t>4</a:t>
            </a:r>
            <a:r>
              <a:rPr lang="zh-CN" altLang="en-US" dirty="0"/>
              <a:t>网络接入层：</a:t>
            </a:r>
            <a:r>
              <a:rPr lang="en-US" altLang="zh-CN" dirty="0"/>
              <a:t>ARP</a:t>
            </a:r>
            <a:endParaRPr lang="zh-CN" altLang="en-US" dirty="0"/>
          </a:p>
        </p:txBody>
      </p:sp>
      <p:sp>
        <p:nvSpPr>
          <p:cNvPr id="35844"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BF65396A-0CE1-4138-9576-96B0C3A31085}" type="datetime1">
              <a:rPr kumimoji="0" lang="zh-CN" altLang="en-US" sz="1200" smtClean="0">
                <a:latin typeface="Times New Roman" panose="02020603050405020304" pitchFamily="18" charset="0"/>
                <a:ea typeface="宋体" panose="02010600030101010101" pitchFamily="2" charset="-122"/>
              </a:rPr>
              <a:pPr/>
              <a:t>2026/4/9</a:t>
            </a:fld>
            <a:endParaRPr kumimoji="0" lang="en-US" altLang="zh-CN" sz="1200">
              <a:latin typeface="Times New Roman" panose="02020603050405020304" pitchFamily="18" charset="0"/>
              <a:ea typeface="宋体" panose="02010600030101010101" pitchFamily="2" charset="-122"/>
            </a:endParaRPr>
          </a:p>
        </p:txBody>
      </p:sp>
      <p:sp>
        <p:nvSpPr>
          <p:cNvPr id="35845"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41715109-D375-4CA5-8CA0-F0A400E74E40}" type="slidenum">
              <a:rPr kumimoji="0" lang="zh-CN" altLang="en-US" sz="1200" smtClean="0">
                <a:latin typeface="Times New Roman" panose="02020603050405020304" pitchFamily="18" charset="0"/>
                <a:ea typeface="宋体" panose="02010600030101010101" pitchFamily="2" charset="-122"/>
              </a:rPr>
              <a:pPr/>
              <a:t>27</a:t>
            </a:fld>
            <a:endParaRPr kumimoji="0" lang="en-US" altLang="zh-CN" sz="120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382729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Times" charset="0"/>
              <a:ea typeface="Geneva" charset="0"/>
              <a:cs typeface="Geneva" charset="0"/>
            </a:endParaRP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33</a:t>
            </a:fld>
            <a:endParaRPr lang="en-US" altLang="en-US"/>
          </a:p>
        </p:txBody>
      </p:sp>
    </p:spTree>
    <p:extLst>
      <p:ext uri="{BB962C8B-B14F-4D97-AF65-F5344CB8AC3E}">
        <p14:creationId xmlns:p14="http://schemas.microsoft.com/office/powerpoint/2010/main" val="12271304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37</a:t>
            </a:fld>
            <a:endParaRPr lang="en-US" altLang="en-US"/>
          </a:p>
        </p:txBody>
      </p:sp>
    </p:spTree>
    <p:extLst>
      <p:ext uri="{BB962C8B-B14F-4D97-AF65-F5344CB8AC3E}">
        <p14:creationId xmlns:p14="http://schemas.microsoft.com/office/powerpoint/2010/main" val="26546499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计算机领域的爵士</a:t>
            </a:r>
            <a:r>
              <a:rPr lang="en-US" altLang="zh-CN" dirty="0"/>
              <a:t>——C. A. R. Hoare</a:t>
            </a:r>
            <a:r>
              <a:rPr lang="zh-CN" altLang="en-US" dirty="0"/>
              <a:t>，</a:t>
            </a:r>
            <a:r>
              <a:rPr lang="en-US" altLang="zh-CN" dirty="0"/>
              <a:t>1934</a:t>
            </a:r>
            <a:r>
              <a:rPr lang="zh-CN" altLang="en-US" dirty="0"/>
              <a:t>年出生于英国，</a:t>
            </a:r>
            <a:r>
              <a:rPr lang="en-US" altLang="zh-CN" dirty="0"/>
              <a:t>1959</a:t>
            </a:r>
            <a:r>
              <a:rPr lang="zh-CN" altLang="en-US" dirty="0"/>
              <a:t>年博士毕业于俄罗斯莫斯科国立大学，获得语言机器翻译专业学士学位。</a:t>
            </a:r>
            <a:r>
              <a:rPr lang="en-US" altLang="zh-CN" dirty="0"/>
              <a:t>1960</a:t>
            </a:r>
            <a:r>
              <a:rPr lang="zh-CN" altLang="en-US" dirty="0"/>
              <a:t>年发布了使他闻名于世的</a:t>
            </a:r>
            <a:r>
              <a:rPr lang="zh-CN" altLang="en-US" dirty="0">
                <a:highlight>
                  <a:srgbClr val="FFFF00"/>
                </a:highlight>
              </a:rPr>
              <a:t>快速排序算法（</a:t>
            </a:r>
            <a:r>
              <a:rPr lang="en-US" altLang="zh-CN" dirty="0"/>
              <a:t>Quick Sort</a:t>
            </a:r>
            <a:r>
              <a:rPr lang="zh-CN" altLang="en-US" dirty="0"/>
              <a:t>：</a:t>
            </a:r>
            <a:r>
              <a:rPr lang="zh-CN" altLang="en-US" sz="1200" b="0" i="0" u="none" strike="noStrike" kern="1200" dirty="0">
                <a:solidFill>
                  <a:schemeClr val="tx1"/>
                </a:solidFill>
                <a:effectLst/>
                <a:latin typeface="Times" charset="0"/>
                <a:ea typeface="Geneva" charset="0"/>
                <a:cs typeface="Geneva" charset="0"/>
              </a:rPr>
              <a:t>快速排序算法</a:t>
            </a:r>
            <a:r>
              <a:rPr lang="zh-CN" altLang="en-US" sz="1200" b="0" i="0" kern="1200" dirty="0">
                <a:solidFill>
                  <a:schemeClr val="tx1"/>
                </a:solidFill>
                <a:effectLst/>
                <a:latin typeface="Times" charset="0"/>
                <a:ea typeface="Geneva" charset="0"/>
                <a:cs typeface="Geneva" charset="0"/>
              </a:rPr>
              <a:t>是一种基于分治思想的排序算法，</a:t>
            </a:r>
            <a:r>
              <a:rPr lang="en-US" altLang="zh-CN" sz="1200" b="0" i="0" kern="1200" dirty="0">
                <a:solidFill>
                  <a:schemeClr val="tx1"/>
                </a:solidFill>
                <a:effectLst/>
                <a:latin typeface="Times" charset="0"/>
                <a:ea typeface="Geneva" charset="0"/>
                <a:cs typeface="Geneva" charset="0"/>
              </a:rPr>
              <a:t>1962</a:t>
            </a:r>
            <a:r>
              <a:rPr lang="zh-CN" altLang="en-US" sz="1200" b="0" i="0" kern="1200" dirty="0">
                <a:solidFill>
                  <a:schemeClr val="tx1"/>
                </a:solidFill>
                <a:effectLst/>
                <a:latin typeface="Times" charset="0"/>
                <a:ea typeface="Geneva" charset="0"/>
                <a:cs typeface="Geneva" charset="0"/>
              </a:rPr>
              <a:t>年提出，</a:t>
            </a:r>
            <a:r>
              <a:rPr lang="zh-CN" altLang="en-US" b="0" i="0" dirty="0">
                <a:solidFill>
                  <a:srgbClr val="333333"/>
                </a:solidFill>
                <a:effectLst/>
                <a:latin typeface="-apple-system"/>
              </a:rPr>
              <a:t>‌它是‌</a:t>
            </a:r>
            <a:r>
              <a:rPr lang="zh-CN" altLang="en-US" b="0" i="0" u="none" strike="noStrike" dirty="0">
                <a:effectLst/>
                <a:latin typeface="-apple-system"/>
                <a:hlinkClick r:id="rId3"/>
              </a:rPr>
              <a:t>冒泡排序</a:t>
            </a:r>
            <a:r>
              <a:rPr lang="zh-CN" altLang="en-US" b="0" i="0" dirty="0">
                <a:solidFill>
                  <a:srgbClr val="333333"/>
                </a:solidFill>
                <a:effectLst/>
                <a:latin typeface="-apple-system"/>
              </a:rPr>
              <a:t>的一种改进算法。由于快速排序算法元素之间的比较次数较少，速度较快，因而得名快速排序</a:t>
            </a:r>
            <a:r>
              <a:rPr lang="zh-CN" altLang="en-US" dirty="0"/>
              <a:t>），这个算法也是当前世界上使用最广泛的算法之一。</a:t>
            </a:r>
            <a:r>
              <a:rPr lang="en-US" altLang="zh-CN" dirty="0"/>
              <a:t>Tony Hoare</a:t>
            </a:r>
            <a:r>
              <a:rPr lang="zh-CN" altLang="en-US" dirty="0"/>
              <a:t>在取得博士学位后，就职于</a:t>
            </a:r>
            <a:r>
              <a:rPr lang="en-US" altLang="zh-CN" dirty="0"/>
              <a:t>Elliott Brothers</a:t>
            </a:r>
            <a:r>
              <a:rPr lang="zh-CN" altLang="en-US" dirty="0"/>
              <a:t>，领导了</a:t>
            </a:r>
            <a:r>
              <a:rPr lang="en-US" altLang="zh-CN" dirty="0"/>
              <a:t>Algol 60</a:t>
            </a:r>
            <a:r>
              <a:rPr lang="zh-CN" altLang="en-US" dirty="0"/>
              <a:t>第一个商用编译器的设计与开发，由于其出色的成绩，最终成为该公司首席科学家。他于</a:t>
            </a:r>
            <a:r>
              <a:rPr lang="en-US" altLang="zh-CN" dirty="0"/>
              <a:t>1969</a:t>
            </a:r>
            <a:r>
              <a:rPr lang="zh-CN" altLang="en-US" dirty="0"/>
              <a:t>年发表了论文</a:t>
            </a:r>
            <a:r>
              <a:rPr lang="en-US" altLang="zh-CN" dirty="0"/>
              <a:t>"</a:t>
            </a:r>
            <a:r>
              <a:rPr lang="zh-CN" altLang="en-US" dirty="0"/>
              <a:t>计算机程序的公理基础</a:t>
            </a:r>
            <a:r>
              <a:rPr lang="en-US" altLang="zh-CN" dirty="0"/>
              <a:t>"</a:t>
            </a:r>
            <a:r>
              <a:rPr lang="zh-CN" altLang="en-US" dirty="0"/>
              <a:t>提出了名为</a:t>
            </a:r>
            <a:r>
              <a:rPr lang="en-US" altLang="zh-CN" dirty="0"/>
              <a:t>Hoare</a:t>
            </a:r>
            <a:r>
              <a:rPr lang="zh-CN" altLang="en-US" dirty="0"/>
              <a:t>逻辑的形式系统理论。这个系统的用途是为了使用严格的数理逻辑推理计算机程序的正确性提供一组逻辑规则。他还设计了形式化语言</a:t>
            </a:r>
            <a:r>
              <a:rPr lang="en-US" altLang="zh-CN" dirty="0"/>
              <a:t>CSP</a:t>
            </a:r>
            <a:r>
              <a:rPr lang="zh-CN" altLang="en-US" dirty="0"/>
              <a:t>（</a:t>
            </a:r>
            <a:r>
              <a:rPr lang="en-US" altLang="zh-CN" dirty="0"/>
              <a:t>Communicating Sequential Processes</a:t>
            </a:r>
            <a:r>
              <a:rPr lang="zh-CN" altLang="en-US" dirty="0"/>
              <a:t>）用以描述并发进程相互作用。从</a:t>
            </a:r>
            <a:r>
              <a:rPr lang="en-US" altLang="zh-CN" dirty="0"/>
              <a:t>1977</a:t>
            </a:r>
            <a:r>
              <a:rPr lang="zh-CN" altLang="en-US" dirty="0"/>
              <a:t>年开始，</a:t>
            </a:r>
            <a:r>
              <a:rPr lang="en-US" altLang="zh-CN" dirty="0"/>
              <a:t>Tony Hoare</a:t>
            </a:r>
            <a:r>
              <a:rPr lang="zh-CN" altLang="en-US" dirty="0"/>
              <a:t>博士任职于牛津大学，投身于计算系统的精确性的研究、设计及开发。因其对</a:t>
            </a:r>
            <a:r>
              <a:rPr lang="en-US" altLang="zh-CN" dirty="0"/>
              <a:t>Algol60</a:t>
            </a:r>
            <a:r>
              <a:rPr lang="zh-CN" altLang="en-US" dirty="0"/>
              <a:t>程序设计语言理论、互动式系统及</a:t>
            </a:r>
            <a:r>
              <a:rPr lang="en-US" altLang="zh-CN" dirty="0"/>
              <a:t>APL</a:t>
            </a:r>
            <a:r>
              <a:rPr lang="zh-CN" altLang="en-US" dirty="0"/>
              <a:t>的贡献，</a:t>
            </a:r>
            <a:r>
              <a:rPr lang="en-US" altLang="zh-CN" dirty="0"/>
              <a:t>1980</a:t>
            </a:r>
            <a:r>
              <a:rPr lang="zh-CN" altLang="en-US" dirty="0"/>
              <a:t>年被美国计算机协会授予</a:t>
            </a:r>
            <a:r>
              <a:rPr lang="zh-CN" altLang="en-US" dirty="0">
                <a:solidFill>
                  <a:srgbClr val="C00000"/>
                </a:solidFill>
                <a:highlight>
                  <a:srgbClr val="FFFF00"/>
                </a:highlight>
              </a:rPr>
              <a:t>“</a:t>
            </a:r>
            <a:r>
              <a:rPr lang="zh-CN" altLang="en-US" dirty="0">
                <a:solidFill>
                  <a:srgbClr val="C00000"/>
                </a:solidFill>
              </a:rPr>
              <a:t>图灵奖”</a:t>
            </a:r>
            <a:r>
              <a:rPr lang="zh-CN" altLang="en-US" dirty="0"/>
              <a:t>。 </a:t>
            </a:r>
            <a:r>
              <a:rPr lang="en-US" altLang="zh-CN" dirty="0"/>
              <a:t>1999</a:t>
            </a:r>
            <a:r>
              <a:rPr lang="zh-CN" altLang="en-US" dirty="0"/>
              <a:t>年在</a:t>
            </a:r>
            <a:r>
              <a:rPr lang="zh-CN" altLang="en-US" dirty="0">
                <a:hlinkClick r:id="rId4"/>
              </a:rPr>
              <a:t>牛津大学</a:t>
            </a:r>
            <a:r>
              <a:rPr lang="zh-CN" altLang="en-US" dirty="0"/>
              <a:t>退休后，</a:t>
            </a:r>
            <a:r>
              <a:rPr lang="en-US" altLang="zh-CN" dirty="0" err="1"/>
              <a:t>TonyHoare</a:t>
            </a:r>
            <a:r>
              <a:rPr lang="zh-CN" altLang="en-US" dirty="0"/>
              <a:t>博士被微软剑桥研究院聘请担任高级程序员，从事微软剑桥研究院研究成果的工业化应用的工作，以及协助其它研究人员进行服务于软件产业及用户的长期基础研究项目。</a:t>
            </a:r>
            <a:r>
              <a:rPr lang="en-US" altLang="zh-CN" dirty="0"/>
              <a:t>2000</a:t>
            </a:r>
            <a:r>
              <a:rPr lang="zh-CN" altLang="en-US" dirty="0"/>
              <a:t>年因为其在计算机科学与教育上做出的贡献被封为爵士。</a:t>
            </a:r>
          </a:p>
        </p:txBody>
      </p:sp>
      <p:sp>
        <p:nvSpPr>
          <p:cNvPr id="59396"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DFFC7A88-DB37-4511-B34B-B3C024147066}" type="datetime1">
              <a:rPr kumimoji="0" lang="zh-CN" altLang="en-US" sz="1200" smtClean="0">
                <a:latin typeface="Times New Roman" panose="02020603050405020304" pitchFamily="18" charset="0"/>
                <a:ea typeface="宋体" panose="02010600030101010101" pitchFamily="2" charset="-122"/>
              </a:rPr>
              <a:pPr/>
              <a:t>2026/4/9</a:t>
            </a:fld>
            <a:endParaRPr kumimoji="0" lang="en-US" altLang="zh-CN" sz="1200">
              <a:latin typeface="Times New Roman" panose="02020603050405020304" pitchFamily="18" charset="0"/>
              <a:ea typeface="宋体" panose="02010600030101010101" pitchFamily="2" charset="-122"/>
            </a:endParaRPr>
          </a:p>
        </p:txBody>
      </p:sp>
      <p:sp>
        <p:nvSpPr>
          <p:cNvPr id="59397"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itchFamily="34" charset="-127"/>
                <a:ea typeface="Gulim" pitchFamily="34" charset="-127"/>
              </a:defRPr>
            </a:lvl1pPr>
            <a:lvl2pPr marL="742950" indent="-285750">
              <a:defRPr kumimoji="1" sz="2400">
                <a:solidFill>
                  <a:schemeClr val="tx1"/>
                </a:solidFill>
                <a:latin typeface="Gulim" pitchFamily="34" charset="-127"/>
                <a:ea typeface="Gulim" pitchFamily="34" charset="-127"/>
              </a:defRPr>
            </a:lvl2pPr>
            <a:lvl3pPr marL="1143000" indent="-228600">
              <a:defRPr kumimoji="1" sz="2400">
                <a:solidFill>
                  <a:schemeClr val="tx1"/>
                </a:solidFill>
                <a:latin typeface="Gulim" pitchFamily="34" charset="-127"/>
                <a:ea typeface="Gulim" pitchFamily="34" charset="-127"/>
              </a:defRPr>
            </a:lvl3pPr>
            <a:lvl4pPr marL="1600200" indent="-228600">
              <a:defRPr kumimoji="1" sz="2400">
                <a:solidFill>
                  <a:schemeClr val="tx1"/>
                </a:solidFill>
                <a:latin typeface="Gulim" pitchFamily="34" charset="-127"/>
                <a:ea typeface="Gulim" pitchFamily="34" charset="-127"/>
              </a:defRPr>
            </a:lvl4pPr>
            <a:lvl5pPr marL="2057400" indent="-228600">
              <a:defRPr kumimoji="1" sz="24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kumimoji="1" sz="2400">
                <a:solidFill>
                  <a:schemeClr val="tx1"/>
                </a:solidFill>
                <a:latin typeface="Gulim" pitchFamily="34" charset="-127"/>
                <a:ea typeface="Gulim" pitchFamily="34" charset="-127"/>
              </a:defRPr>
            </a:lvl9pPr>
          </a:lstStyle>
          <a:p>
            <a:fld id="{7E802115-6C0B-41C0-BCF0-FD80FC364067}" type="slidenum">
              <a:rPr kumimoji="0" lang="zh-CN" altLang="en-US" sz="1200" smtClean="0">
                <a:latin typeface="Times New Roman" panose="02020603050405020304" pitchFamily="18" charset="0"/>
                <a:ea typeface="宋体" panose="02010600030101010101" pitchFamily="2" charset="-122"/>
              </a:rPr>
              <a:pPr/>
              <a:t>39</a:t>
            </a:fld>
            <a:endParaRPr kumimoji="0" lang="en-US" altLang="zh-CN" sz="120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0047608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想的很美。</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41</a:t>
            </a:fld>
            <a:endParaRPr lang="en-US" altLang="en-US"/>
          </a:p>
        </p:txBody>
      </p:sp>
    </p:spTree>
    <p:extLst>
      <p:ext uri="{BB962C8B-B14F-4D97-AF65-F5344CB8AC3E}">
        <p14:creationId xmlns:p14="http://schemas.microsoft.com/office/powerpoint/2010/main" val="33365858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873D865-6F18-994C-8BEE-908E1D823428}" type="slidenum">
              <a:rPr lang="en-US" altLang="en-US" smtClean="0"/>
              <a:pPr>
                <a:defRPr/>
              </a:pPr>
              <a:t>50</a:t>
            </a:fld>
            <a:endParaRPr lang="en-US" altLang="en-US"/>
          </a:p>
        </p:txBody>
      </p:sp>
    </p:spTree>
    <p:extLst>
      <p:ext uri="{BB962C8B-B14F-4D97-AF65-F5344CB8AC3E}">
        <p14:creationId xmlns:p14="http://schemas.microsoft.com/office/powerpoint/2010/main" val="4146533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xfrm>
            <a:off x="90488" y="744538"/>
            <a:ext cx="6616700" cy="3722687"/>
          </a:xfrm>
          <a:noFill/>
          <a:ln>
            <a:solidFill>
              <a:srgbClr val="000000"/>
            </a:solidFill>
            <a:miter lim="800000"/>
            <a:headEnd/>
            <a:tailEnd/>
          </a:ln>
        </p:spPr>
      </p:sp>
      <p:sp>
        <p:nvSpPr>
          <p:cNvPr id="10342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zh-CN" altLang="en-US" sz="1200" dirty="0"/>
              <a:t>体系结构的设计模式是构成负责软件的基础和常用单元，解决的是软件的底层或接近底层的结构问题。</a:t>
            </a:r>
            <a:endParaRPr lang="en-US" altLang="zh-CN" sz="1200" dirty="0"/>
          </a:p>
          <a:p>
            <a:pPr eaLnBrk="1" hangingPunct="1"/>
            <a:r>
              <a:rPr lang="zh-CN" altLang="en-US" sz="1200" dirty="0"/>
              <a:t>自从</a:t>
            </a:r>
            <a:r>
              <a:rPr lang="en-US" altLang="zh-CN" sz="1200" dirty="0"/>
              <a:t>1991</a:t>
            </a:r>
            <a:r>
              <a:rPr lang="zh-CN" altLang="en-US" sz="1200" dirty="0"/>
              <a:t>年以来，模式的观念和理论逐渐成为面向对象领域中的热门的话题之一。</a:t>
            </a:r>
            <a:endParaRPr lang="en-US" altLang="zh-CN" sz="1200" dirty="0"/>
          </a:p>
          <a:p>
            <a:pPr eaLnBrk="1" hangingPunct="1"/>
            <a:r>
              <a:rPr lang="zh-CN" altLang="en-US" sz="1200" dirty="0"/>
              <a:t>设计面向对象的软件比较困难：</a:t>
            </a:r>
            <a:endParaRPr lang="en-US" altLang="zh-CN" sz="1200" dirty="0"/>
          </a:p>
          <a:p>
            <a:pPr eaLnBrk="1" hangingPunct="1"/>
            <a:r>
              <a:rPr lang="zh-CN" altLang="en-US" sz="1200" dirty="0"/>
              <a:t>找对象、归类、定义接口与层次、建立对象间的关系：目的是当前行，对今后具有通用性</a:t>
            </a:r>
            <a:endParaRPr lang="en-US" altLang="zh-CN" sz="1200" dirty="0"/>
          </a:p>
          <a:p>
            <a:pPr eaLnBrk="1" hangingPunct="1"/>
            <a:r>
              <a:rPr lang="zh-CN" altLang="en-US" sz="1200" dirty="0"/>
              <a:t>但一下子要做到好的设计，好的可复用的面向对象不是说不可能，至少更加的困难。</a:t>
            </a:r>
            <a:endParaRPr lang="en-US" altLang="zh-CN" sz="1200" dirty="0"/>
          </a:p>
          <a:p>
            <a:pPr eaLnBrk="1" hangingPunct="1"/>
            <a:r>
              <a:rPr lang="zh-CN" altLang="en-US" sz="1200" dirty="0"/>
              <a:t>经验，重复</a:t>
            </a:r>
            <a:endParaRPr lang="en-US" altLang="zh-CN" sz="1200" dirty="0"/>
          </a:p>
          <a:p>
            <a:pPr eaLnBrk="1" hangingPunct="1"/>
            <a:r>
              <a:rPr lang="zh-CN" altLang="en-US" sz="1200" dirty="0"/>
              <a:t>设计模式使人们可以更加简单方便地复用成功的设计和体系结构，帮助设计者更好更快地完成系统设计。</a:t>
            </a:r>
            <a:endParaRPr lang="en-US" altLang="zh-CN" sz="1200" dirty="0"/>
          </a:p>
          <a:p>
            <a:pPr eaLnBrk="1" hangingPunct="1"/>
            <a:r>
              <a:rPr lang="zh-CN" altLang="en-US" sz="1200" dirty="0"/>
              <a:t>此乃第七章的内容：设计模式</a:t>
            </a:r>
          </a:p>
          <a:p>
            <a:pPr eaLnBrk="1" hangingPunct="1">
              <a:spcBef>
                <a:spcPct val="0"/>
              </a:spcBef>
            </a:pPr>
            <a:endParaRPr lang="zh-CN" altLang="en-US" dirty="0"/>
          </a:p>
        </p:txBody>
      </p:sp>
      <p:sp>
        <p:nvSpPr>
          <p:cNvPr id="103428"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C9CB880-FC4D-4562-AA3E-ECEABA75E671}" type="slidenum">
              <a:rPr lang="zh-CN" altLang="en-US" smtClean="0"/>
              <a:pPr fontAlgn="base">
                <a:spcBef>
                  <a:spcPct val="0"/>
                </a:spcBef>
                <a:spcAft>
                  <a:spcPct val="0"/>
                </a:spcAft>
                <a:defRPr/>
              </a:pPr>
              <a:t>51</a:t>
            </a:fld>
            <a:endParaRPr lang="zh-CN" altLang="en-US"/>
          </a:p>
        </p:txBody>
      </p:sp>
    </p:spTree>
    <p:extLst>
      <p:ext uri="{BB962C8B-B14F-4D97-AF65-F5344CB8AC3E}">
        <p14:creationId xmlns:p14="http://schemas.microsoft.com/office/powerpoint/2010/main" val="23819500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4.png"/><Relationship Id="rId7"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grpSp>
        <p:nvGrpSpPr>
          <p:cNvPr id="8" name="组合 7"/>
          <p:cNvGrpSpPr/>
          <p:nvPr userDrawn="1"/>
        </p:nvGrpSpPr>
        <p:grpSpPr>
          <a:xfrm>
            <a:off x="9164501" y="116632"/>
            <a:ext cx="2404107" cy="720080"/>
            <a:chOff x="9164501" y="116632"/>
            <a:chExt cx="2404107" cy="720080"/>
          </a:xfrm>
        </p:grpSpPr>
        <p:pic>
          <p:nvPicPr>
            <p:cNvPr id="9" name="图片 7" descr="厦门大学校徽（标准版_蓝）.png"/>
            <p:cNvPicPr>
              <a:picLocks noChangeAspect="1"/>
            </p:cNvPicPr>
            <p:nvPr userDrawn="1"/>
          </p:nvPicPr>
          <p:blipFill>
            <a:blip r:embed="rId2"/>
            <a:srcRect/>
            <a:stretch>
              <a:fillRect/>
            </a:stretch>
          </p:blipFill>
          <p:spPr bwMode="auto">
            <a:xfrm>
              <a:off x="9164501" y="116632"/>
              <a:ext cx="720080" cy="720080"/>
            </a:xfrm>
            <a:prstGeom prst="rect">
              <a:avLst/>
            </a:prstGeom>
            <a:noFill/>
            <a:ln w="9525">
              <a:noFill/>
              <a:miter lim="800000"/>
              <a:headEnd/>
              <a:tailEnd/>
            </a:ln>
          </p:spPr>
        </p:pic>
        <p:pic>
          <p:nvPicPr>
            <p:cNvPr id="10" name="图片 9" descr="厦门大学校名（标准版_蓝）.png"/>
            <p:cNvPicPr>
              <a:picLocks noChangeAspect="1"/>
            </p:cNvPicPr>
            <p:nvPr userDrawn="1"/>
          </p:nvPicPr>
          <p:blipFill>
            <a:blip r:embed="rId3"/>
            <a:srcRect/>
            <a:stretch>
              <a:fillRect/>
            </a:stretch>
          </p:blipFill>
          <p:spPr bwMode="auto">
            <a:xfrm>
              <a:off x="10028597" y="188640"/>
              <a:ext cx="1540011" cy="576064"/>
            </a:xfrm>
            <a:prstGeom prst="rect">
              <a:avLst/>
            </a:prstGeom>
            <a:noFill/>
            <a:ln w="9525">
              <a:noFill/>
              <a:miter lim="800000"/>
              <a:headEnd/>
              <a:tailEnd/>
            </a:ln>
          </p:spPr>
        </p:pic>
      </p:grpSp>
    </p:spTree>
    <p:extLst>
      <p:ext uri="{BB962C8B-B14F-4D97-AF65-F5344CB8AC3E}">
        <p14:creationId xmlns:p14="http://schemas.microsoft.com/office/powerpoint/2010/main" val="971514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提纲页">
    <p:spTree>
      <p:nvGrpSpPr>
        <p:cNvPr id="1" name=""/>
        <p:cNvGrpSpPr/>
        <p:nvPr/>
      </p:nvGrpSpPr>
      <p:grpSpPr>
        <a:xfrm>
          <a:off x="0" y="0"/>
          <a:ext cx="0" cy="0"/>
          <a:chOff x="0" y="0"/>
          <a:chExt cx="0" cy="0"/>
        </a:xfrm>
      </p:grpSpPr>
      <p:sp>
        <p:nvSpPr>
          <p:cNvPr id="4" name="Line 9"/>
          <p:cNvSpPr>
            <a:spLocks noChangeShapeType="1"/>
          </p:cNvSpPr>
          <p:nvPr userDrawn="1"/>
        </p:nvSpPr>
        <p:spPr bwMode="auto">
          <a:xfrm>
            <a:off x="609600" y="914400"/>
            <a:ext cx="10972800" cy="0"/>
          </a:xfrm>
          <a:prstGeom prst="line">
            <a:avLst/>
          </a:prstGeom>
          <a:noFill/>
          <a:ln w="38100">
            <a:solidFill>
              <a:srgbClr val="808080"/>
            </a:solidFill>
            <a:round/>
            <a:headEnd/>
            <a:tailEnd/>
          </a:ln>
          <a:extLst>
            <a:ext uri="{909E8E84-426E-40DD-AFC4-6F175D3DCCD1}">
              <a14:hiddenFill xmlns:a14="http://schemas.microsoft.com/office/drawing/2010/main">
                <a:noFill/>
              </a14:hiddenFill>
            </a:ext>
          </a:extLst>
        </p:spPr>
        <p:txBody>
          <a:bodyPr wrap="none" lIns="91436" tIns="45719" rIns="91436" bIns="45719" anchor="ctr"/>
          <a:lstStyle/>
          <a:p>
            <a:endParaRPr lang="en-US" sz="2400" dirty="0"/>
          </a:p>
        </p:txBody>
      </p:sp>
      <p:pic>
        <p:nvPicPr>
          <p:cNvPr id="9" name="图片 7"/>
          <p:cNvPicPr>
            <a:picLocks noChangeAspect="1"/>
          </p:cNvPicPr>
          <p:nvPr userDrawn="1"/>
        </p:nvPicPr>
        <p:blipFill>
          <a:blip r:embed="rId2">
            <a:extLst>
              <a:ext uri="{28A0092B-C50C-407E-A947-70E740481C1C}">
                <a14:useLocalDpi xmlns:a14="http://schemas.microsoft.com/office/drawing/2010/main" val="0"/>
              </a:ext>
            </a:extLst>
          </a:blip>
          <a:srcRect r="21251"/>
          <a:stretch>
            <a:fillRect/>
          </a:stretch>
        </p:blipFill>
        <p:spPr bwMode="auto">
          <a:xfrm>
            <a:off x="-5629" y="892175"/>
            <a:ext cx="3554413" cy="602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内容占位符 2"/>
          <p:cNvSpPr>
            <a:spLocks noGrp="1"/>
          </p:cNvSpPr>
          <p:nvPr>
            <p:ph idx="1"/>
          </p:nvPr>
        </p:nvSpPr>
        <p:spPr>
          <a:xfrm>
            <a:off x="4871864" y="1939708"/>
            <a:ext cx="7320136" cy="4729657"/>
          </a:xfrm>
          <a:prstGeom prst="rect">
            <a:avLst/>
          </a:prstGeom>
        </p:spPr>
        <p:txBody>
          <a:bodyPr lIns="91436" tIns="45718" rIns="91436" bIns="45718"/>
          <a:lstStyle>
            <a:lvl1pPr marL="857187" indent="-857187" algn="just">
              <a:lnSpc>
                <a:spcPts val="3200"/>
              </a:lnSpc>
              <a:spcBef>
                <a:spcPts val="1500"/>
              </a:spcBef>
              <a:spcAft>
                <a:spcPts val="1500"/>
              </a:spcAft>
              <a:buFont typeface="+mj-ea"/>
              <a:buAutoNum type="ea1JpnChsDbPeriod"/>
              <a:defRPr sz="4000">
                <a:solidFill>
                  <a:srgbClr val="324A7A"/>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5" name="内容占位符 2"/>
          <p:cNvSpPr>
            <a:spLocks noGrp="1"/>
          </p:cNvSpPr>
          <p:nvPr>
            <p:ph idx="10"/>
          </p:nvPr>
        </p:nvSpPr>
        <p:spPr>
          <a:xfrm>
            <a:off x="504056" y="258983"/>
            <a:ext cx="7320136" cy="667156"/>
          </a:xfrm>
          <a:prstGeom prst="rect">
            <a:avLst/>
          </a:prstGeom>
        </p:spPr>
        <p:txBody>
          <a:bodyPr lIns="91436" tIns="45718" rIns="91436" bIns="45718"/>
          <a:lstStyle>
            <a:lvl1pPr marL="0" indent="0" algn="just">
              <a:lnSpc>
                <a:spcPts val="3200"/>
              </a:lnSpc>
              <a:spcBef>
                <a:spcPts val="1500"/>
              </a:spcBef>
              <a:spcAft>
                <a:spcPts val="1500"/>
              </a:spcAft>
              <a:buFont typeface="+mj-ea"/>
              <a:buNone/>
              <a:defRPr sz="4000" b="1">
                <a:solidFill>
                  <a:srgbClr val="A61D38"/>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p:txBody>
      </p:sp>
      <p:grpSp>
        <p:nvGrpSpPr>
          <p:cNvPr id="11" name="组合 10"/>
          <p:cNvGrpSpPr/>
          <p:nvPr userDrawn="1"/>
        </p:nvGrpSpPr>
        <p:grpSpPr>
          <a:xfrm>
            <a:off x="9164501" y="116632"/>
            <a:ext cx="2404107" cy="720080"/>
            <a:chOff x="9164501" y="116632"/>
            <a:chExt cx="2404107" cy="720080"/>
          </a:xfrm>
        </p:grpSpPr>
        <p:pic>
          <p:nvPicPr>
            <p:cNvPr id="13" name="图片 7" descr="厦门大学校徽（标准版_蓝）.png"/>
            <p:cNvPicPr>
              <a:picLocks noChangeAspect="1"/>
            </p:cNvPicPr>
            <p:nvPr userDrawn="1"/>
          </p:nvPicPr>
          <p:blipFill>
            <a:blip r:embed="rId3"/>
            <a:srcRect/>
            <a:stretch>
              <a:fillRect/>
            </a:stretch>
          </p:blipFill>
          <p:spPr bwMode="auto">
            <a:xfrm>
              <a:off x="9164501" y="116632"/>
              <a:ext cx="720080" cy="720080"/>
            </a:xfrm>
            <a:prstGeom prst="rect">
              <a:avLst/>
            </a:prstGeom>
            <a:noFill/>
            <a:ln w="9525">
              <a:noFill/>
              <a:miter lim="800000"/>
              <a:headEnd/>
              <a:tailEnd/>
            </a:ln>
          </p:spPr>
        </p:pic>
        <p:pic>
          <p:nvPicPr>
            <p:cNvPr id="14" name="图片 9" descr="厦门大学校名（标准版_蓝）.png"/>
            <p:cNvPicPr>
              <a:picLocks noChangeAspect="1"/>
            </p:cNvPicPr>
            <p:nvPr userDrawn="1"/>
          </p:nvPicPr>
          <p:blipFill>
            <a:blip r:embed="rId4"/>
            <a:srcRect/>
            <a:stretch>
              <a:fillRect/>
            </a:stretch>
          </p:blipFill>
          <p:spPr bwMode="auto">
            <a:xfrm>
              <a:off x="10028597" y="188640"/>
              <a:ext cx="1540011" cy="576064"/>
            </a:xfrm>
            <a:prstGeom prst="rect">
              <a:avLst/>
            </a:prstGeom>
            <a:noFill/>
            <a:ln w="9525">
              <a:noFill/>
              <a:miter lim="800000"/>
              <a:headEnd/>
              <a:tailEnd/>
            </a:ln>
          </p:spPr>
        </p:pic>
      </p:grpSp>
    </p:spTree>
    <p:extLst>
      <p:ext uri="{BB962C8B-B14F-4D97-AF65-F5344CB8AC3E}">
        <p14:creationId xmlns:p14="http://schemas.microsoft.com/office/powerpoint/2010/main" val="467279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正文页">
    <p:spTree>
      <p:nvGrpSpPr>
        <p:cNvPr id="1" name=""/>
        <p:cNvGrpSpPr/>
        <p:nvPr/>
      </p:nvGrpSpPr>
      <p:grpSpPr>
        <a:xfrm>
          <a:off x="0" y="0"/>
          <a:ext cx="0" cy="0"/>
          <a:chOff x="0" y="0"/>
          <a:chExt cx="0" cy="0"/>
        </a:xfrm>
      </p:grpSpPr>
      <p:sp>
        <p:nvSpPr>
          <p:cNvPr id="3" name="内容占位符 2"/>
          <p:cNvSpPr>
            <a:spLocks noGrp="1"/>
          </p:cNvSpPr>
          <p:nvPr>
            <p:ph idx="1"/>
          </p:nvPr>
        </p:nvSpPr>
        <p:spPr>
          <a:xfrm>
            <a:off x="479378" y="1125541"/>
            <a:ext cx="5615599" cy="4679727"/>
          </a:xfrm>
          <a:prstGeom prst="rect">
            <a:avLst/>
          </a:prstGeom>
        </p:spPr>
        <p:txBody>
          <a:bodyPr lIns="91436" tIns="45718" rIns="91436" bIns="45718"/>
          <a:lstStyle>
            <a:lvl1pPr marL="363514" indent="-363514" algn="just">
              <a:spcAft>
                <a:spcPts val="400"/>
              </a:spcAft>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40" indent="-361926" algn="just">
              <a:lnSpc>
                <a:spcPts val="2800"/>
              </a:lnSpc>
              <a:spcBef>
                <a:spcPts val="1000"/>
              </a:spcBef>
              <a:spcAft>
                <a:spcPts val="0"/>
              </a:spcAft>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48" indent="-174613" algn="just">
              <a:spcAft>
                <a:spcPts val="0"/>
              </a:spcAft>
              <a:buFont typeface="Arial" panose="020B0604020202020204" pitchFamily="34" charset="0"/>
              <a:buChar char="•"/>
              <a:defRPr sz="2100">
                <a:solidFill>
                  <a:schemeClr val="tx1"/>
                </a:solidFill>
                <a:latin typeface="楷体" panose="02010609060101010101" pitchFamily="49" charset="-122"/>
                <a:ea typeface="楷体" panose="02010609060101010101" pitchFamily="49" charset="-122"/>
                <a:cs typeface="Times New Roman" pitchFamily="18" charset="0"/>
              </a:defRPr>
            </a:lvl3pPr>
            <a:lvl4pPr marL="1160378" indent="-260331" algn="just">
              <a:buFont typeface="Times New Roman" panose="02020603050405020304" pitchFamily="18" charset="0"/>
              <a:buChar char="−"/>
              <a:defRPr sz="1900">
                <a:latin typeface="仿宋" panose="02010609060101010101" pitchFamily="49" charset="-122"/>
                <a:ea typeface="仿宋" panose="02010609060101010101" pitchFamily="49" charset="-122"/>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内容占位符 2"/>
          <p:cNvSpPr>
            <a:spLocks noGrp="1"/>
          </p:cNvSpPr>
          <p:nvPr>
            <p:ph idx="10"/>
          </p:nvPr>
        </p:nvSpPr>
        <p:spPr>
          <a:xfrm>
            <a:off x="504056" y="258983"/>
            <a:ext cx="7320136" cy="667156"/>
          </a:xfrm>
          <a:prstGeom prst="rect">
            <a:avLst/>
          </a:prstGeom>
        </p:spPr>
        <p:txBody>
          <a:bodyPr lIns="91436" tIns="45718" rIns="91436" bIns="45718"/>
          <a:lstStyle>
            <a:lvl1pPr marL="0" indent="0" algn="just">
              <a:lnSpc>
                <a:spcPts val="3200"/>
              </a:lnSpc>
              <a:spcBef>
                <a:spcPts val="1500"/>
              </a:spcBef>
              <a:spcAft>
                <a:spcPts val="1500"/>
              </a:spcAft>
              <a:buFont typeface="+mj-ea"/>
              <a:buNone/>
              <a:defRPr sz="4000" b="1">
                <a:solidFill>
                  <a:srgbClr val="A61D38"/>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p:txBody>
      </p:sp>
      <p:sp>
        <p:nvSpPr>
          <p:cNvPr id="11" name="Line 9"/>
          <p:cNvSpPr>
            <a:spLocks noChangeShapeType="1"/>
          </p:cNvSpPr>
          <p:nvPr userDrawn="1"/>
        </p:nvSpPr>
        <p:spPr bwMode="auto">
          <a:xfrm>
            <a:off x="609600" y="914400"/>
            <a:ext cx="10972800" cy="0"/>
          </a:xfrm>
          <a:prstGeom prst="line">
            <a:avLst/>
          </a:prstGeom>
          <a:noFill/>
          <a:ln w="38100">
            <a:solidFill>
              <a:srgbClr val="808080"/>
            </a:solidFill>
            <a:round/>
            <a:headEnd/>
            <a:tailEnd/>
          </a:ln>
          <a:extLst>
            <a:ext uri="{909E8E84-426E-40DD-AFC4-6F175D3DCCD1}">
              <a14:hiddenFill xmlns:a14="http://schemas.microsoft.com/office/drawing/2010/main">
                <a:noFill/>
              </a14:hiddenFill>
            </a:ext>
          </a:extLst>
        </p:spPr>
        <p:txBody>
          <a:bodyPr wrap="none" lIns="91436" tIns="45719" rIns="91436" bIns="45719" anchor="ctr"/>
          <a:lstStyle/>
          <a:p>
            <a:endParaRPr lang="en-US" sz="2400" dirty="0"/>
          </a:p>
        </p:txBody>
      </p:sp>
      <p:sp>
        <p:nvSpPr>
          <p:cNvPr id="21" name="内容占位符 20"/>
          <p:cNvSpPr>
            <a:spLocks noGrp="1"/>
          </p:cNvSpPr>
          <p:nvPr>
            <p:ph sz="quarter" idx="12" hasCustomPrompt="1"/>
          </p:nvPr>
        </p:nvSpPr>
        <p:spPr>
          <a:xfrm>
            <a:off x="6744076" y="5013176"/>
            <a:ext cx="5114553" cy="431800"/>
          </a:xfrm>
          <a:prstGeom prst="rect">
            <a:avLst/>
          </a:prstGeom>
        </p:spPr>
        <p:txBody>
          <a:bodyPr lIns="91436" tIns="45718" rIns="91436" bIns="45718"/>
          <a:lstStyle>
            <a:lvl1pPr marL="0" indent="0" algn="ctr">
              <a:buNone/>
              <a:defRPr sz="1500" i="0">
                <a:solidFill>
                  <a:srgbClr val="004D8D"/>
                </a:solidFill>
                <a:latin typeface="华文楷体" panose="02010600040101010101" pitchFamily="2" charset="-122"/>
                <a:ea typeface="华文楷体" panose="02010600040101010101" pitchFamily="2" charset="-122"/>
              </a:defRPr>
            </a:lvl1pPr>
          </a:lstStyle>
          <a:p>
            <a:pPr lvl="0"/>
            <a:r>
              <a:rPr lang="zh-CN" altLang="en-US" dirty="0"/>
              <a:t>单击此处编辑图片题注</a:t>
            </a:r>
          </a:p>
        </p:txBody>
      </p:sp>
      <p:sp>
        <p:nvSpPr>
          <p:cNvPr id="33" name="内容占位符 2"/>
          <p:cNvSpPr>
            <a:spLocks noGrp="1"/>
          </p:cNvSpPr>
          <p:nvPr>
            <p:ph idx="13"/>
          </p:nvPr>
        </p:nvSpPr>
        <p:spPr>
          <a:xfrm>
            <a:off x="624419" y="6297959"/>
            <a:ext cx="11234208" cy="659436"/>
          </a:xfrm>
          <a:prstGeom prst="rect">
            <a:avLst/>
          </a:prstGeom>
        </p:spPr>
        <p:txBody>
          <a:bodyPr lIns="91436" tIns="45718" rIns="91436" bIns="45718"/>
          <a:lstStyle>
            <a:lvl1pPr marL="449227" indent="-449227" algn="just">
              <a:spcBef>
                <a:spcPts val="800"/>
              </a:spcBef>
              <a:spcAft>
                <a:spcPts val="0"/>
              </a:spcAft>
              <a:buFont typeface="Wingdings" pitchFamily="2" charset="2"/>
              <a:buChar char="ü"/>
              <a:defRPr sz="2700" b="1">
                <a:solidFill>
                  <a:srgbClr val="A61D38"/>
                </a:solidFill>
                <a:effectLst/>
                <a:latin typeface="仿宋" panose="02010609060101010101" pitchFamily="49" charset="-122"/>
                <a:ea typeface="仿宋" panose="02010609060101010101" pitchFamily="49" charset="-122"/>
                <a:cs typeface="Times New Roman" pitchFamily="18" charset="0"/>
              </a:defRPr>
            </a:lvl1pPr>
            <a:lvl2pPr marL="812740" indent="-355574" algn="just">
              <a:lnSpc>
                <a:spcPts val="2800"/>
              </a:lnSpc>
              <a:spcBef>
                <a:spcPts val="1000"/>
              </a:spcBef>
              <a:spcAft>
                <a:spcPts val="0"/>
              </a:spcAft>
              <a:buFont typeface="Wingdings" panose="05000000000000000000" pitchFamily="2" charset="2"/>
              <a:buChar char="p"/>
              <a:defRPr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1261967" indent="-347638" algn="just">
              <a:spcAft>
                <a:spcPts val="0"/>
              </a:spcAft>
              <a:buFont typeface="Wingdings" panose="05000000000000000000" pitchFamily="2" charset="2"/>
              <a:buChar char="ü"/>
              <a:defRPr sz="2000">
                <a:solidFill>
                  <a:schemeClr val="tx1"/>
                </a:solidFill>
                <a:latin typeface="楷体" panose="02010609060101010101" pitchFamily="49" charset="-122"/>
                <a:ea typeface="楷体" panose="02010609060101010101" pitchFamily="49" charset="-122"/>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endParaRPr lang="en-US" altLang="zh-CN" dirty="0"/>
          </a:p>
        </p:txBody>
      </p:sp>
      <p:grpSp>
        <p:nvGrpSpPr>
          <p:cNvPr id="13" name="组合 12"/>
          <p:cNvGrpSpPr/>
          <p:nvPr userDrawn="1"/>
        </p:nvGrpSpPr>
        <p:grpSpPr>
          <a:xfrm>
            <a:off x="9164501" y="116632"/>
            <a:ext cx="2404107" cy="720080"/>
            <a:chOff x="9164501" y="116632"/>
            <a:chExt cx="2404107" cy="720080"/>
          </a:xfrm>
        </p:grpSpPr>
        <p:pic>
          <p:nvPicPr>
            <p:cNvPr id="9" name="图片 7" descr="厦门大学校徽（标准版_蓝）.png"/>
            <p:cNvPicPr>
              <a:picLocks noChangeAspect="1"/>
            </p:cNvPicPr>
            <p:nvPr userDrawn="1"/>
          </p:nvPicPr>
          <p:blipFill>
            <a:blip r:embed="rId2"/>
            <a:srcRect/>
            <a:stretch>
              <a:fillRect/>
            </a:stretch>
          </p:blipFill>
          <p:spPr bwMode="auto">
            <a:xfrm>
              <a:off x="9164501" y="116632"/>
              <a:ext cx="720080" cy="720080"/>
            </a:xfrm>
            <a:prstGeom prst="rect">
              <a:avLst/>
            </a:prstGeom>
            <a:noFill/>
            <a:ln w="9525">
              <a:noFill/>
              <a:miter lim="800000"/>
              <a:headEnd/>
              <a:tailEnd/>
            </a:ln>
          </p:spPr>
        </p:pic>
        <p:pic>
          <p:nvPicPr>
            <p:cNvPr id="12" name="图片 9" descr="厦门大学校名（标准版_蓝）.png"/>
            <p:cNvPicPr>
              <a:picLocks noChangeAspect="1"/>
            </p:cNvPicPr>
            <p:nvPr userDrawn="1"/>
          </p:nvPicPr>
          <p:blipFill>
            <a:blip r:embed="rId3"/>
            <a:srcRect/>
            <a:stretch>
              <a:fillRect/>
            </a:stretch>
          </p:blipFill>
          <p:spPr bwMode="auto">
            <a:xfrm>
              <a:off x="10028597" y="188640"/>
              <a:ext cx="1540011" cy="576064"/>
            </a:xfrm>
            <a:prstGeom prst="rect">
              <a:avLst/>
            </a:prstGeom>
            <a:noFill/>
            <a:ln w="9525">
              <a:noFill/>
              <a:miter lim="800000"/>
              <a:headEnd/>
              <a:tailEnd/>
            </a:ln>
          </p:spPr>
        </p:pic>
      </p:grpSp>
    </p:spTree>
    <p:extLst>
      <p:ext uri="{BB962C8B-B14F-4D97-AF65-F5344CB8AC3E}">
        <p14:creationId xmlns:p14="http://schemas.microsoft.com/office/powerpoint/2010/main" val="156800555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空白页">
    <p:spTree>
      <p:nvGrpSpPr>
        <p:cNvPr id="1" name=""/>
        <p:cNvGrpSpPr/>
        <p:nvPr/>
      </p:nvGrpSpPr>
      <p:grpSpPr>
        <a:xfrm>
          <a:off x="0" y="0"/>
          <a:ext cx="0" cy="0"/>
          <a:chOff x="0" y="0"/>
          <a:chExt cx="0" cy="0"/>
        </a:xfrm>
      </p:grpSpPr>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4" y="260650"/>
            <a:ext cx="12192000" cy="688975"/>
          </a:xfrm>
        </p:spPr>
        <p:txBody>
          <a:bodyPr/>
          <a:lstStyle>
            <a:lvl1pPr>
              <a:defRPr sz="3000"/>
            </a:lvl1pPr>
          </a:lstStyle>
          <a:p>
            <a:r>
              <a:rPr lang="zh-CN" altLang="en-US" dirty="0"/>
              <a:t>单击此处编辑母版标题样式</a:t>
            </a:r>
          </a:p>
        </p:txBody>
      </p:sp>
      <p:sp>
        <p:nvSpPr>
          <p:cNvPr id="3" name="内容占位符 2"/>
          <p:cNvSpPr>
            <a:spLocks noGrp="1"/>
          </p:cNvSpPr>
          <p:nvPr>
            <p:ph idx="1"/>
          </p:nvPr>
        </p:nvSpPr>
        <p:spPr/>
        <p:txBody>
          <a:bodyPr/>
          <a:lstStyle>
            <a:lvl1pPr algn="just">
              <a:buFont typeface="Wingdings" pitchFamily="2" charset="2"/>
              <a:buChar char="p"/>
              <a:defRPr>
                <a:latin typeface="Times New Roman" pitchFamily="18" charset="0"/>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1464244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正文页">
    <p:spTree>
      <p:nvGrpSpPr>
        <p:cNvPr id="1" name=""/>
        <p:cNvGrpSpPr/>
        <p:nvPr/>
      </p:nvGrpSpPr>
      <p:grpSpPr>
        <a:xfrm>
          <a:off x="0" y="0"/>
          <a:ext cx="0" cy="0"/>
          <a:chOff x="0" y="0"/>
          <a:chExt cx="0" cy="0"/>
        </a:xfrm>
      </p:grpSpPr>
      <p:sp>
        <p:nvSpPr>
          <p:cNvPr id="3" name="内容占位符 2"/>
          <p:cNvSpPr>
            <a:spLocks noGrp="1"/>
          </p:cNvSpPr>
          <p:nvPr>
            <p:ph idx="1"/>
          </p:nvPr>
        </p:nvSpPr>
        <p:spPr>
          <a:xfrm>
            <a:off x="479376" y="1125539"/>
            <a:ext cx="5615599" cy="4679727"/>
          </a:xfrm>
          <a:prstGeom prst="rect">
            <a:avLst/>
          </a:prstGeom>
        </p:spPr>
        <p:txBody>
          <a:bodyPr lIns="91436" tIns="45718" rIns="91436" bIns="45718"/>
          <a:lstStyle>
            <a:lvl1pPr marL="363522" indent="-363522" algn="just">
              <a:spcAft>
                <a:spcPts val="400"/>
              </a:spcAft>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56" indent="-361934" algn="just">
              <a:lnSpc>
                <a:spcPts val="2800"/>
              </a:lnSpc>
              <a:spcBef>
                <a:spcPts val="1000"/>
              </a:spcBef>
              <a:spcAft>
                <a:spcPts val="0"/>
              </a:spcAft>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65" indent="-174617" algn="just">
              <a:spcAft>
                <a:spcPts val="0"/>
              </a:spcAft>
              <a:buFont typeface="Arial" panose="020B0604020202020204" pitchFamily="34" charset="0"/>
              <a:buChar char="•"/>
              <a:defRPr sz="2100">
                <a:solidFill>
                  <a:schemeClr val="tx1"/>
                </a:solidFill>
                <a:latin typeface="楷体" panose="02010609060101010101" pitchFamily="49" charset="-122"/>
                <a:ea typeface="楷体" panose="02010609060101010101" pitchFamily="49" charset="-122"/>
                <a:cs typeface="Times New Roman" pitchFamily="18" charset="0"/>
              </a:defRPr>
            </a:lvl3pPr>
            <a:lvl4pPr marL="1160406" indent="-260337" algn="just">
              <a:buFont typeface="Times New Roman" panose="02020603050405020304" pitchFamily="18" charset="0"/>
              <a:buChar char="−"/>
              <a:defRPr sz="1900">
                <a:latin typeface="仿宋" panose="02010609060101010101" pitchFamily="49" charset="-122"/>
                <a:ea typeface="仿宋" panose="02010609060101010101" pitchFamily="49" charset="-122"/>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内容占位符 2"/>
          <p:cNvSpPr>
            <a:spLocks noGrp="1"/>
          </p:cNvSpPr>
          <p:nvPr>
            <p:ph idx="10"/>
          </p:nvPr>
        </p:nvSpPr>
        <p:spPr>
          <a:xfrm>
            <a:off x="504056" y="258982"/>
            <a:ext cx="7320136" cy="667156"/>
          </a:xfrm>
          <a:prstGeom prst="rect">
            <a:avLst/>
          </a:prstGeom>
        </p:spPr>
        <p:txBody>
          <a:bodyPr lIns="91436" tIns="45718" rIns="91436" bIns="45718"/>
          <a:lstStyle>
            <a:lvl1pPr marL="0" indent="0" algn="just">
              <a:lnSpc>
                <a:spcPts val="3200"/>
              </a:lnSpc>
              <a:spcBef>
                <a:spcPts val="1500"/>
              </a:spcBef>
              <a:spcAft>
                <a:spcPts val="1500"/>
              </a:spcAft>
              <a:buFont typeface="+mj-ea"/>
              <a:buNone/>
              <a:defRPr sz="4000" b="1">
                <a:solidFill>
                  <a:srgbClr val="A61D38"/>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p:txBody>
      </p:sp>
      <p:sp>
        <p:nvSpPr>
          <p:cNvPr id="11" name="Line 9"/>
          <p:cNvSpPr>
            <a:spLocks noChangeShapeType="1"/>
          </p:cNvSpPr>
          <p:nvPr userDrawn="1"/>
        </p:nvSpPr>
        <p:spPr bwMode="auto">
          <a:xfrm>
            <a:off x="609600" y="914400"/>
            <a:ext cx="10972800" cy="0"/>
          </a:xfrm>
          <a:prstGeom prst="line">
            <a:avLst/>
          </a:prstGeom>
          <a:noFill/>
          <a:ln w="38100">
            <a:solidFill>
              <a:srgbClr val="808080"/>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sp>
        <p:nvSpPr>
          <p:cNvPr id="21" name="内容占位符 20"/>
          <p:cNvSpPr>
            <a:spLocks noGrp="1"/>
          </p:cNvSpPr>
          <p:nvPr>
            <p:ph sz="quarter" idx="12" hasCustomPrompt="1"/>
          </p:nvPr>
        </p:nvSpPr>
        <p:spPr>
          <a:xfrm>
            <a:off x="6744074" y="5013176"/>
            <a:ext cx="5114553" cy="431800"/>
          </a:xfrm>
          <a:prstGeom prst="rect">
            <a:avLst/>
          </a:prstGeom>
        </p:spPr>
        <p:txBody>
          <a:bodyPr lIns="91436" tIns="45718" rIns="91436" bIns="45718"/>
          <a:lstStyle>
            <a:lvl1pPr marL="0" indent="0" algn="ctr">
              <a:buNone/>
              <a:defRPr sz="1500" i="0">
                <a:solidFill>
                  <a:srgbClr val="004D8D"/>
                </a:solidFill>
                <a:latin typeface="华文楷体" panose="02010600040101010101" pitchFamily="2" charset="-122"/>
                <a:ea typeface="华文楷体" panose="02010600040101010101" pitchFamily="2" charset="-122"/>
              </a:defRPr>
            </a:lvl1pPr>
          </a:lstStyle>
          <a:p>
            <a:pPr lvl="0"/>
            <a:r>
              <a:rPr lang="zh-CN" altLang="en-US" dirty="0"/>
              <a:t>单击此处编辑图片题注</a:t>
            </a:r>
          </a:p>
        </p:txBody>
      </p:sp>
      <p:pic>
        <p:nvPicPr>
          <p:cNvPr id="7" name="图片 6" descr="厦门大学校徽（标准版）.png">
            <a:extLst>
              <a:ext uri="{FF2B5EF4-FFF2-40B4-BE49-F238E27FC236}">
                <a16:creationId xmlns:a16="http://schemas.microsoft.com/office/drawing/2014/main" id="{A07D6114-9FA0-4630-BCEA-01D47174D386}"/>
              </a:ext>
            </a:extLst>
          </p:cNvPr>
          <p:cNvPicPr>
            <a:picLocks noChangeAspect="1"/>
          </p:cNvPicPr>
          <p:nvPr userDrawn="1"/>
        </p:nvPicPr>
        <p:blipFill>
          <a:blip r:embed="rId2" cstate="print">
            <a:duotone>
              <a:schemeClr val="accent3">
                <a:shade val="45000"/>
                <a:satMod val="135000"/>
              </a:schemeClr>
              <a:prstClr val="white"/>
            </a:duotone>
            <a:lum contrast="40000"/>
          </a:blip>
          <a:srcRect r="13154" b="28781"/>
          <a:stretch>
            <a:fillRect/>
          </a:stretch>
        </p:blipFill>
        <p:spPr>
          <a:xfrm>
            <a:off x="6381753" y="3286124"/>
            <a:ext cx="5807543" cy="3571876"/>
          </a:xfrm>
          <a:prstGeom prst="rect">
            <a:avLst/>
          </a:prstGeom>
        </p:spPr>
      </p:pic>
    </p:spTree>
    <p:extLst>
      <p:ext uri="{BB962C8B-B14F-4D97-AF65-F5344CB8AC3E}">
        <p14:creationId xmlns:p14="http://schemas.microsoft.com/office/powerpoint/2010/main" val="332654494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厦门大学">
    <p:spTree>
      <p:nvGrpSpPr>
        <p:cNvPr id="1" name=""/>
        <p:cNvGrpSpPr/>
        <p:nvPr/>
      </p:nvGrpSpPr>
      <p:grpSpPr>
        <a:xfrm>
          <a:off x="0" y="0"/>
          <a:ext cx="0" cy="0"/>
          <a:chOff x="0" y="0"/>
          <a:chExt cx="0" cy="0"/>
        </a:xfrm>
      </p:grpSpPr>
      <p:pic>
        <p:nvPicPr>
          <p:cNvPr id="4" name="图片 7" descr="底板副本.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19" y="0"/>
            <a:ext cx="1218776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厦门大学校徽（标准版）.png"/>
          <p:cNvPicPr>
            <a:picLocks noChangeAspect="1"/>
          </p:cNvPicPr>
          <p:nvPr/>
        </p:nvPicPr>
        <p:blipFill>
          <a:blip r:embed="rId3" cstate="print">
            <a:duotone>
              <a:schemeClr val="accent3">
                <a:shade val="45000"/>
                <a:satMod val="135000"/>
              </a:schemeClr>
              <a:prstClr val="white"/>
            </a:duotone>
            <a:lum contrast="40000"/>
          </a:blip>
          <a:srcRect r="13154" b="28781"/>
          <a:stretch>
            <a:fillRect/>
          </a:stretch>
        </p:blipFill>
        <p:spPr>
          <a:xfrm>
            <a:off x="6381754" y="3286125"/>
            <a:ext cx="5807543" cy="3571876"/>
          </a:xfrm>
          <a:prstGeom prst="rect">
            <a:avLst/>
          </a:prstGeom>
        </p:spPr>
      </p:pic>
      <p:grpSp>
        <p:nvGrpSpPr>
          <p:cNvPr id="6" name="组合 6"/>
          <p:cNvGrpSpPr>
            <a:grpSpLocks/>
          </p:cNvGrpSpPr>
          <p:nvPr/>
        </p:nvGrpSpPr>
        <p:grpSpPr bwMode="auto">
          <a:xfrm>
            <a:off x="7143752" y="203202"/>
            <a:ext cx="4857749" cy="606425"/>
            <a:chOff x="5000628" y="214290"/>
            <a:chExt cx="3970722" cy="660159"/>
          </a:xfrm>
        </p:grpSpPr>
        <p:pic>
          <p:nvPicPr>
            <p:cNvPr id="7" name="Picture 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178502" y="216002"/>
              <a:ext cx="792848"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000628" y="214290"/>
              <a:ext cx="801466" cy="660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6594222" y="219075"/>
              <a:ext cx="792128" cy="65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descr="E:\My Documents\My Pictures\厦门大学图片库\厦大风光\柳垂芙蓉.bmp"/>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386351" y="216002"/>
              <a:ext cx="792151"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descr="E:\My Documents\My Pictures\厦门大学图片库\厦大风光\嘉庚铜像.jpg"/>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802094" y="216002"/>
              <a:ext cx="792128"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1364" name="Rectangle 4"/>
          <p:cNvSpPr>
            <a:spLocks noGrp="1" noChangeArrowheads="1"/>
          </p:cNvSpPr>
          <p:nvPr>
            <p:ph type="ctrTitle"/>
          </p:nvPr>
        </p:nvSpPr>
        <p:spPr>
          <a:xfrm>
            <a:off x="914400" y="1816101"/>
            <a:ext cx="10363200" cy="1470025"/>
          </a:xfrm>
        </p:spPr>
        <p:txBody>
          <a:bodyPr/>
          <a:lstStyle>
            <a:lvl1pPr algn="ctr">
              <a:defRPr sz="5400"/>
            </a:lvl1pPr>
          </a:lstStyle>
          <a:p>
            <a:r>
              <a:rPr lang="zh-CN" altLang="en-US" dirty="0"/>
              <a:t>单击此处编辑母版标题样式</a:t>
            </a:r>
          </a:p>
        </p:txBody>
      </p:sp>
      <p:sp>
        <p:nvSpPr>
          <p:cNvPr id="271365" name="Rectangle 5"/>
          <p:cNvSpPr>
            <a:spLocks noGrp="1" noChangeArrowheads="1"/>
          </p:cNvSpPr>
          <p:nvPr>
            <p:ph type="subTitle" idx="1"/>
          </p:nvPr>
        </p:nvSpPr>
        <p:spPr>
          <a:xfrm>
            <a:off x="1828800" y="3886200"/>
            <a:ext cx="8534400" cy="1752600"/>
          </a:xfrm>
          <a:ln/>
        </p:spPr>
        <p:txBody>
          <a:bodyPr/>
          <a:lstStyle>
            <a:lvl1pPr marL="0" indent="0" algn="ctr">
              <a:buFontTx/>
              <a:buNone/>
              <a:defRPr/>
            </a:lvl1pPr>
          </a:lstStyle>
          <a:p>
            <a:r>
              <a:rPr lang="zh-CN" altLang="en-US" dirty="0"/>
              <a:t>单击此处编辑母版副标题样式</a:t>
            </a:r>
          </a:p>
        </p:txBody>
      </p:sp>
    </p:spTree>
    <p:extLst>
      <p:ext uri="{BB962C8B-B14F-4D97-AF65-F5344CB8AC3E}">
        <p14:creationId xmlns:p14="http://schemas.microsoft.com/office/powerpoint/2010/main" val="367158152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4" y="260650"/>
            <a:ext cx="12192000" cy="688975"/>
          </a:xfrm>
        </p:spPr>
        <p:txBody>
          <a:bodyPr/>
          <a:lstStyle>
            <a:lvl1pPr>
              <a:defRPr sz="3000"/>
            </a:lvl1pPr>
          </a:lstStyle>
          <a:p>
            <a:r>
              <a:rPr lang="zh-CN" altLang="en-US" dirty="0"/>
              <a:t>单击此处编辑母版标题样式</a:t>
            </a:r>
          </a:p>
        </p:txBody>
      </p:sp>
      <p:sp>
        <p:nvSpPr>
          <p:cNvPr id="3" name="内容占位符 2"/>
          <p:cNvSpPr>
            <a:spLocks noGrp="1"/>
          </p:cNvSpPr>
          <p:nvPr>
            <p:ph idx="1"/>
          </p:nvPr>
        </p:nvSpPr>
        <p:spPr/>
        <p:txBody>
          <a:bodyPr/>
          <a:lstStyle>
            <a:lvl1pPr algn="just">
              <a:buFont typeface="Wingdings" pitchFamily="2" charset="2"/>
              <a:buChar char="p"/>
              <a:defRPr>
                <a:latin typeface="Times New Roman" pitchFamily="18" charset="0"/>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7862887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77441037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000"/>
            </a:lvl1pPr>
          </a:lstStyle>
          <a:p>
            <a:r>
              <a:rPr lang="zh-CN" altLang="en-US" dirty="0"/>
              <a:t>单击此处编辑母版标题样式</a:t>
            </a:r>
          </a:p>
        </p:txBody>
      </p:sp>
      <p:sp>
        <p:nvSpPr>
          <p:cNvPr id="3" name="内容占位符 2"/>
          <p:cNvSpPr>
            <a:spLocks noGrp="1"/>
          </p:cNvSpPr>
          <p:nvPr>
            <p:ph sz="half" idx="1"/>
          </p:nvPr>
        </p:nvSpPr>
        <p:spPr>
          <a:xfrm>
            <a:off x="624417" y="1125539"/>
            <a:ext cx="53848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1125539"/>
            <a:ext cx="53848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2459997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p:spPr>
        <p:txBody>
          <a:bodyPr/>
          <a:lstStyle>
            <a:lvl1pPr>
              <a:defRPr sz="3000"/>
            </a:lvl1pPr>
          </a:lstStyle>
          <a:p>
            <a:r>
              <a:rPr lang="zh-CN" altLang="en-US" dirty="0"/>
              <a:t>单击此处编辑母版标题样式</a:t>
            </a:r>
          </a:p>
        </p:txBody>
      </p:sp>
      <p:sp>
        <p:nvSpPr>
          <p:cNvPr id="3" name="文本占位符 2"/>
          <p:cNvSpPr>
            <a:spLocks noGrp="1"/>
          </p:cNvSpPr>
          <p:nvPr>
            <p:ph type="body" idx="1"/>
          </p:nvPr>
        </p:nvSpPr>
        <p:spPr>
          <a:xfrm>
            <a:off x="609600" y="1535113"/>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3977874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000"/>
            </a:lvl1pPr>
          </a:lstStyle>
          <a:p>
            <a:r>
              <a:rPr lang="zh-CN" altLang="en-US" dirty="0"/>
              <a:t>单击此处编辑母版标题样式</a:t>
            </a:r>
          </a:p>
        </p:txBody>
      </p:sp>
    </p:spTree>
    <p:extLst>
      <p:ext uri="{BB962C8B-B14F-4D97-AF65-F5344CB8AC3E}">
        <p14:creationId xmlns:p14="http://schemas.microsoft.com/office/powerpoint/2010/main" val="306455898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3027366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49"/>
            <a:ext cx="4011084" cy="1162051"/>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13106162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83111212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462197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179389"/>
            <a:ext cx="3048000" cy="60118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179389"/>
            <a:ext cx="8940800" cy="60118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7853529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reserve="1">
  <p:cSld name="1_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79390"/>
            <a:ext cx="12192000" cy="688975"/>
          </a:xfrm>
        </p:spPr>
        <p:txBody>
          <a:bodyPr/>
          <a:lstStyle/>
          <a:p>
            <a:r>
              <a:rPr lang="zh-CN" altLang="en-US"/>
              <a:t>单击此处编辑母版标题样式</a:t>
            </a:r>
          </a:p>
        </p:txBody>
      </p:sp>
      <p:sp>
        <p:nvSpPr>
          <p:cNvPr id="3" name="文本占位符 2"/>
          <p:cNvSpPr>
            <a:spLocks noGrp="1"/>
          </p:cNvSpPr>
          <p:nvPr>
            <p:ph type="body" sz="half" idx="1"/>
          </p:nvPr>
        </p:nvSpPr>
        <p:spPr>
          <a:xfrm>
            <a:off x="624417" y="1125539"/>
            <a:ext cx="5384800" cy="5065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1125539"/>
            <a:ext cx="5384800" cy="5065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71825015"/>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image" Target="../media/image2.png"/><Relationship Id="rId2" Type="http://schemas.openxmlformats.org/officeDocument/2006/relationships/slideLayout" Target="../slideLayouts/slideLayout8.xml"/><Relationship Id="rId16"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6.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8"/>
          <p:cNvSpPr>
            <a:spLocks noChangeShapeType="1"/>
          </p:cNvSpPr>
          <p:nvPr/>
        </p:nvSpPr>
        <p:spPr bwMode="auto">
          <a:xfrm flipV="1">
            <a:off x="609600" y="6248400"/>
            <a:ext cx="10972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1436" tIns="45719" rIns="91436" bIns="45719" anchor="ctr"/>
          <a:lstStyle/>
          <a:p>
            <a:endParaRPr lang="en-US" sz="2400" dirty="0"/>
          </a:p>
        </p:txBody>
      </p:sp>
      <p:sp>
        <p:nvSpPr>
          <p:cNvPr id="4" name="Rectangle 17"/>
          <p:cNvSpPr/>
          <p:nvPr/>
        </p:nvSpPr>
        <p:spPr bwMode="auto">
          <a:xfrm>
            <a:off x="0" y="1074637"/>
            <a:ext cx="12192000" cy="5783363"/>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36" tIns="45719" rIns="91436" bIns="45719" numCol="1" rtlCol="0" anchor="t" anchorCtr="0" compatLnSpc="1">
            <a:prstTxWarp prst="textNoShape">
              <a:avLst/>
            </a:prstTxWarp>
          </a:bodyPr>
          <a:lstStyle/>
          <a:p>
            <a:pPr marL="0" marR="0" indent="0" algn="l" defTabSz="914332"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charset="0"/>
              <a:ea typeface="Geneva" charset="0"/>
            </a:endParaRPr>
          </a:p>
        </p:txBody>
      </p:sp>
    </p:spTree>
  </p:cSld>
  <p:clrMap bg1="lt1" tx1="dk1" bg2="lt2" tx2="dk2" accent1="accent1" accent2="accent2" accent3="accent3" accent4="accent4" accent5="accent5" accent6="accent6" hlink="hlink" folHlink="folHlink"/>
  <p:sldLayoutIdLst>
    <p:sldLayoutId id="2147483651" r:id="rId1"/>
    <p:sldLayoutId id="2147483649" r:id="rId2"/>
    <p:sldLayoutId id="2147483652" r:id="rId3"/>
    <p:sldLayoutId id="2147483677" r:id="rId4"/>
    <p:sldLayoutId id="2147483692" r:id="rId5"/>
    <p:sldLayoutId id="2147483693" r:id="rId6"/>
  </p:sldLayoutIdLst>
  <p:hf hdr="0" ftr="0"/>
  <p:txStyles>
    <p:title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67"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32"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498"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664" algn="l" rtl="0" eaLnBrk="0" fontAlgn="base" hangingPunct="0">
        <a:lnSpc>
          <a:spcPts val="4000"/>
        </a:lnSpc>
        <a:spcBef>
          <a:spcPct val="0"/>
        </a:spcBef>
        <a:spcAft>
          <a:spcPct val="0"/>
        </a:spcAft>
        <a:defRPr sz="3500" b="1">
          <a:solidFill>
            <a:srgbClr val="993333"/>
          </a:solidFill>
          <a:latin typeface="Arial" charset="0"/>
          <a:ea typeface="Geneva" charset="0"/>
        </a:defRPr>
      </a:lvl9pPr>
    </p:titleStyle>
    <p:bodyStyle>
      <a:lvl1pPr marL="230172" indent="-230172" algn="l" rtl="0" eaLnBrk="0" fontAlgn="base" hangingPunct="0">
        <a:lnSpc>
          <a:spcPts val="2700"/>
        </a:lnSpc>
        <a:spcBef>
          <a:spcPct val="0"/>
        </a:spcBef>
        <a:spcAft>
          <a:spcPts val="1400"/>
        </a:spcAft>
        <a:buClr>
          <a:srgbClr val="993333"/>
        </a:buClr>
        <a:buChar char="•"/>
        <a:defRPr sz="2300">
          <a:solidFill>
            <a:schemeClr val="tx1"/>
          </a:solidFill>
          <a:latin typeface="+mn-lt"/>
          <a:ea typeface="+mn-ea"/>
          <a:cs typeface="Geneva" charset="0"/>
        </a:defRPr>
      </a:lvl1pPr>
      <a:lvl2pPr marL="742895" indent="-285730" algn="l" rtl="0" eaLnBrk="0" fontAlgn="base" hangingPunct="0">
        <a:lnSpc>
          <a:spcPts val="2800"/>
        </a:lnSpc>
        <a:spcBef>
          <a:spcPct val="0"/>
        </a:spcBef>
        <a:spcAft>
          <a:spcPts val="1400"/>
        </a:spcAft>
        <a:buChar char="–"/>
        <a:defRPr sz="2300">
          <a:solidFill>
            <a:schemeClr val="tx1"/>
          </a:solidFill>
          <a:latin typeface="+mn-lt"/>
          <a:ea typeface="+mn-ea"/>
        </a:defRPr>
      </a:lvl2pPr>
      <a:lvl3pPr marL="1142914" indent="-228584" algn="l" rtl="0" eaLnBrk="0" fontAlgn="base" hangingPunct="0">
        <a:spcBef>
          <a:spcPct val="20000"/>
        </a:spcBef>
        <a:spcAft>
          <a:spcPct val="0"/>
        </a:spcAft>
        <a:buClr>
          <a:srgbClr val="993333"/>
        </a:buClr>
        <a:buChar char="•"/>
        <a:defRPr sz="2300">
          <a:solidFill>
            <a:schemeClr val="tx1"/>
          </a:solidFill>
          <a:latin typeface="+mn-lt"/>
          <a:ea typeface="+mn-ea"/>
        </a:defRPr>
      </a:lvl3pPr>
      <a:lvl4pPr marL="1600080" indent="-228584" algn="l" rtl="0" eaLnBrk="0" fontAlgn="base" hangingPunct="0">
        <a:spcBef>
          <a:spcPct val="20000"/>
        </a:spcBef>
        <a:spcAft>
          <a:spcPct val="0"/>
        </a:spcAft>
        <a:defRPr sz="2000">
          <a:solidFill>
            <a:schemeClr val="tx1"/>
          </a:solidFill>
          <a:latin typeface="Times" charset="0"/>
          <a:ea typeface="+mn-ea"/>
        </a:defRPr>
      </a:lvl4pPr>
      <a:lvl5pPr marL="2057247" indent="-228584" algn="l" rtl="0" eaLnBrk="0" fontAlgn="base" hangingPunct="0">
        <a:spcBef>
          <a:spcPct val="20000"/>
        </a:spcBef>
        <a:spcAft>
          <a:spcPct val="0"/>
        </a:spcAft>
        <a:buChar char="»"/>
        <a:defRPr sz="2000">
          <a:solidFill>
            <a:schemeClr val="tx1"/>
          </a:solidFill>
          <a:latin typeface="Times" charset="0"/>
          <a:ea typeface="+mn-ea"/>
        </a:defRPr>
      </a:lvl5pPr>
      <a:lvl6pPr marL="2514412" indent="-228584" algn="l" rtl="0" eaLnBrk="0" fontAlgn="base" hangingPunct="0">
        <a:spcBef>
          <a:spcPct val="20000"/>
        </a:spcBef>
        <a:spcAft>
          <a:spcPct val="0"/>
        </a:spcAft>
        <a:buChar char="»"/>
        <a:defRPr sz="2000">
          <a:solidFill>
            <a:schemeClr val="tx1"/>
          </a:solidFill>
          <a:latin typeface="Times" charset="0"/>
          <a:ea typeface="+mn-ea"/>
        </a:defRPr>
      </a:lvl6pPr>
      <a:lvl7pPr marL="2971578" indent="-228584" algn="l" rtl="0" eaLnBrk="0" fontAlgn="base" hangingPunct="0">
        <a:spcBef>
          <a:spcPct val="20000"/>
        </a:spcBef>
        <a:spcAft>
          <a:spcPct val="0"/>
        </a:spcAft>
        <a:buChar char="»"/>
        <a:defRPr sz="2000">
          <a:solidFill>
            <a:schemeClr val="tx1"/>
          </a:solidFill>
          <a:latin typeface="Times" charset="0"/>
          <a:ea typeface="+mn-ea"/>
        </a:defRPr>
      </a:lvl7pPr>
      <a:lvl8pPr marL="3428744" indent="-228584" algn="l" rtl="0" eaLnBrk="0" fontAlgn="base" hangingPunct="0">
        <a:spcBef>
          <a:spcPct val="20000"/>
        </a:spcBef>
        <a:spcAft>
          <a:spcPct val="0"/>
        </a:spcAft>
        <a:buChar char="»"/>
        <a:defRPr sz="2000">
          <a:solidFill>
            <a:schemeClr val="tx1"/>
          </a:solidFill>
          <a:latin typeface="Times" charset="0"/>
          <a:ea typeface="+mn-ea"/>
        </a:defRPr>
      </a:lvl8pPr>
      <a:lvl9pPr marL="3885910" indent="-228584" algn="l" rtl="0" eaLnBrk="0" fontAlgn="base" hangingPunct="0">
        <a:spcBef>
          <a:spcPct val="20000"/>
        </a:spcBef>
        <a:spcAft>
          <a:spcPct val="0"/>
        </a:spcAft>
        <a:buChar char="»"/>
        <a:defRPr sz="2000">
          <a:solidFill>
            <a:schemeClr val="tx1"/>
          </a:solidFill>
          <a:latin typeface="Times" charset="0"/>
          <a:ea typeface="+mn-ea"/>
        </a:defRPr>
      </a:lvl9pPr>
    </p:bodyStyle>
    <p:otherStyle>
      <a:defPPr>
        <a:defRPr lang="en-US"/>
      </a:defPPr>
      <a:lvl1pPr marL="0" algn="l" defTabSz="457167" rtl="0" eaLnBrk="1" latinLnBrk="0" hangingPunct="1">
        <a:defRPr sz="1900" kern="1200">
          <a:solidFill>
            <a:schemeClr val="tx1"/>
          </a:solidFill>
          <a:latin typeface="+mn-lt"/>
          <a:ea typeface="+mn-ea"/>
          <a:cs typeface="+mn-cs"/>
        </a:defRPr>
      </a:lvl1pPr>
      <a:lvl2pPr marL="457167" algn="l" defTabSz="457167" rtl="0" eaLnBrk="1" latinLnBrk="0" hangingPunct="1">
        <a:defRPr sz="1900" kern="1200">
          <a:solidFill>
            <a:schemeClr val="tx1"/>
          </a:solidFill>
          <a:latin typeface="+mn-lt"/>
          <a:ea typeface="+mn-ea"/>
          <a:cs typeface="+mn-cs"/>
        </a:defRPr>
      </a:lvl2pPr>
      <a:lvl3pPr marL="914332" algn="l" defTabSz="457167" rtl="0" eaLnBrk="1" latinLnBrk="0" hangingPunct="1">
        <a:defRPr sz="1900" kern="1200">
          <a:solidFill>
            <a:schemeClr val="tx1"/>
          </a:solidFill>
          <a:latin typeface="+mn-lt"/>
          <a:ea typeface="+mn-ea"/>
          <a:cs typeface="+mn-cs"/>
        </a:defRPr>
      </a:lvl3pPr>
      <a:lvl4pPr marL="1371498" algn="l" defTabSz="457167" rtl="0" eaLnBrk="1" latinLnBrk="0" hangingPunct="1">
        <a:defRPr sz="1900" kern="1200">
          <a:solidFill>
            <a:schemeClr val="tx1"/>
          </a:solidFill>
          <a:latin typeface="+mn-lt"/>
          <a:ea typeface="+mn-ea"/>
          <a:cs typeface="+mn-cs"/>
        </a:defRPr>
      </a:lvl4pPr>
      <a:lvl5pPr marL="1828664" algn="l" defTabSz="457167" rtl="0" eaLnBrk="1" latinLnBrk="0" hangingPunct="1">
        <a:defRPr sz="1900" kern="1200">
          <a:solidFill>
            <a:schemeClr val="tx1"/>
          </a:solidFill>
          <a:latin typeface="+mn-lt"/>
          <a:ea typeface="+mn-ea"/>
          <a:cs typeface="+mn-cs"/>
        </a:defRPr>
      </a:lvl5pPr>
      <a:lvl6pPr marL="2285830" algn="l" defTabSz="457167" rtl="0" eaLnBrk="1" latinLnBrk="0" hangingPunct="1">
        <a:defRPr sz="1900" kern="1200">
          <a:solidFill>
            <a:schemeClr val="tx1"/>
          </a:solidFill>
          <a:latin typeface="+mn-lt"/>
          <a:ea typeface="+mn-ea"/>
          <a:cs typeface="+mn-cs"/>
        </a:defRPr>
      </a:lvl6pPr>
      <a:lvl7pPr marL="2742994" algn="l" defTabSz="457167" rtl="0" eaLnBrk="1" latinLnBrk="0" hangingPunct="1">
        <a:defRPr sz="1900" kern="1200">
          <a:solidFill>
            <a:schemeClr val="tx1"/>
          </a:solidFill>
          <a:latin typeface="+mn-lt"/>
          <a:ea typeface="+mn-ea"/>
          <a:cs typeface="+mn-cs"/>
        </a:defRPr>
      </a:lvl7pPr>
      <a:lvl8pPr marL="3200160" algn="l" defTabSz="457167" rtl="0" eaLnBrk="1" latinLnBrk="0" hangingPunct="1">
        <a:defRPr sz="1900" kern="1200">
          <a:solidFill>
            <a:schemeClr val="tx1"/>
          </a:solidFill>
          <a:latin typeface="+mn-lt"/>
          <a:ea typeface="+mn-ea"/>
          <a:cs typeface="+mn-cs"/>
        </a:defRPr>
      </a:lvl8pPr>
      <a:lvl9pPr marL="3657327" algn="l" defTabSz="457167"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0339" name="Rectangle 4"/>
          <p:cNvSpPr>
            <a:spLocks noGrp="1" noChangeArrowheads="1"/>
          </p:cNvSpPr>
          <p:nvPr>
            <p:ph type="title"/>
          </p:nvPr>
        </p:nvSpPr>
        <p:spPr bwMode="auto">
          <a:xfrm>
            <a:off x="0" y="179390"/>
            <a:ext cx="12192000" cy="688975"/>
          </a:xfrm>
          <a:prstGeom prst="rect">
            <a:avLst/>
          </a:prstGeom>
          <a:noFill/>
          <a:ln w="9525" algn="ctr">
            <a:noFill/>
            <a:miter lim="800000"/>
            <a:headEnd/>
            <a:tailEnd/>
          </a:ln>
          <a:effectLst>
            <a:outerShdw dist="35921" dir="2700000" algn="ctr" rotWithShape="0">
              <a:schemeClr val="bg1"/>
            </a:outerShdw>
          </a:effectLst>
        </p:spPr>
        <p:txBody>
          <a:bodyPr vert="horz" wrap="square" lIns="72000" tIns="36000" rIns="91440" bIns="45720" numCol="1" anchor="t" anchorCtr="0" compatLnSpc="1">
            <a:prstTxWarp prst="textNoShape">
              <a:avLst/>
            </a:prstTxWarp>
          </a:bodyPr>
          <a:lstStyle/>
          <a:p>
            <a:pPr lvl="0"/>
            <a:r>
              <a:rPr lang="zh-CN" altLang="en-US" dirty="0"/>
              <a:t>单击此处编辑母版标题样式</a:t>
            </a:r>
          </a:p>
        </p:txBody>
      </p:sp>
      <p:sp>
        <p:nvSpPr>
          <p:cNvPr id="3075" name="Rectangle 5"/>
          <p:cNvSpPr>
            <a:spLocks noGrp="1" noChangeArrowheads="1"/>
          </p:cNvSpPr>
          <p:nvPr>
            <p:ph type="body" idx="1"/>
          </p:nvPr>
        </p:nvSpPr>
        <p:spPr bwMode="auto">
          <a:xfrm>
            <a:off x="624417" y="1125539"/>
            <a:ext cx="10972800" cy="506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endParaRPr lang="en-US" altLang="zh-CN"/>
          </a:p>
        </p:txBody>
      </p:sp>
      <p:pic>
        <p:nvPicPr>
          <p:cNvPr id="3076" name="图片 8" descr="渐变.pn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 y="6572253"/>
            <a:ext cx="4119033" cy="11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图片 9" descr="渐变.png"/>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5619751" y="677863"/>
            <a:ext cx="4000500" cy="107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图片 7" descr="厦门大学校徽（标准版_蓝）.png"/>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11351684" y="233363"/>
            <a:ext cx="776816"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图片 9" descr="厦门大学校名（标准版_蓝）.png"/>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9645653" y="300037"/>
            <a:ext cx="1697567" cy="47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398892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ransition/>
  <p:txStyles>
    <p:titleStyle>
      <a:lvl1pPr indent="361942" algn="l" rtl="0" eaLnBrk="0" fontAlgn="base" hangingPunct="0">
        <a:spcBef>
          <a:spcPct val="0"/>
        </a:spcBef>
        <a:spcAft>
          <a:spcPct val="0"/>
        </a:spcAft>
        <a:defRPr sz="2800" b="1">
          <a:solidFill>
            <a:srgbClr val="C000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indent="361942" algn="l" rtl="0" eaLnBrk="0" fontAlgn="base" hangingPunct="0">
        <a:spcBef>
          <a:spcPct val="0"/>
        </a:spcBef>
        <a:spcAft>
          <a:spcPct val="0"/>
        </a:spcAft>
        <a:defRPr sz="3000" b="1">
          <a:solidFill>
            <a:srgbClr val="C00000"/>
          </a:solidFill>
          <a:latin typeface="Arial" charset="0"/>
          <a:ea typeface="华文新魏" pitchFamily="2" charset="-122"/>
        </a:defRPr>
      </a:lvl2pPr>
      <a:lvl3pPr indent="361942" algn="l" rtl="0" eaLnBrk="0" fontAlgn="base" hangingPunct="0">
        <a:spcBef>
          <a:spcPct val="0"/>
        </a:spcBef>
        <a:spcAft>
          <a:spcPct val="0"/>
        </a:spcAft>
        <a:defRPr sz="3000" b="1">
          <a:solidFill>
            <a:srgbClr val="C00000"/>
          </a:solidFill>
          <a:latin typeface="Arial" charset="0"/>
          <a:ea typeface="华文新魏" pitchFamily="2" charset="-122"/>
        </a:defRPr>
      </a:lvl3pPr>
      <a:lvl4pPr indent="361942" algn="l" rtl="0" eaLnBrk="0" fontAlgn="base" hangingPunct="0">
        <a:spcBef>
          <a:spcPct val="0"/>
        </a:spcBef>
        <a:spcAft>
          <a:spcPct val="0"/>
        </a:spcAft>
        <a:defRPr sz="3000" b="1">
          <a:solidFill>
            <a:srgbClr val="C00000"/>
          </a:solidFill>
          <a:latin typeface="Arial" charset="0"/>
          <a:ea typeface="华文新魏" pitchFamily="2" charset="-122"/>
        </a:defRPr>
      </a:lvl4pPr>
      <a:lvl5pPr indent="361942" algn="l" rtl="0" eaLnBrk="0" fontAlgn="base" hangingPunct="0">
        <a:spcBef>
          <a:spcPct val="0"/>
        </a:spcBef>
        <a:spcAft>
          <a:spcPct val="0"/>
        </a:spcAft>
        <a:defRPr sz="3000" b="1">
          <a:solidFill>
            <a:srgbClr val="C00000"/>
          </a:solidFill>
          <a:latin typeface="Arial" charset="0"/>
          <a:ea typeface="华文新魏" pitchFamily="2" charset="-122"/>
        </a:defRPr>
      </a:lvl5pPr>
      <a:lvl6pPr marL="457189" algn="ctr" rtl="0" eaLnBrk="1" fontAlgn="base" hangingPunct="1">
        <a:spcBef>
          <a:spcPct val="0"/>
        </a:spcBef>
        <a:spcAft>
          <a:spcPct val="0"/>
        </a:spcAft>
        <a:defRPr sz="3000" b="1">
          <a:solidFill>
            <a:srgbClr val="112F8F"/>
          </a:solidFill>
          <a:latin typeface="Arial" charset="0"/>
          <a:ea typeface="华文新魏" pitchFamily="2" charset="-122"/>
        </a:defRPr>
      </a:lvl6pPr>
      <a:lvl7pPr marL="914377" algn="ctr" rtl="0" eaLnBrk="1" fontAlgn="base" hangingPunct="1">
        <a:spcBef>
          <a:spcPct val="0"/>
        </a:spcBef>
        <a:spcAft>
          <a:spcPct val="0"/>
        </a:spcAft>
        <a:defRPr sz="3000" b="1">
          <a:solidFill>
            <a:srgbClr val="112F8F"/>
          </a:solidFill>
          <a:latin typeface="Arial" charset="0"/>
          <a:ea typeface="华文新魏" pitchFamily="2" charset="-122"/>
        </a:defRPr>
      </a:lvl7pPr>
      <a:lvl8pPr marL="1371566" algn="ctr" rtl="0" eaLnBrk="1" fontAlgn="base" hangingPunct="1">
        <a:spcBef>
          <a:spcPct val="0"/>
        </a:spcBef>
        <a:spcAft>
          <a:spcPct val="0"/>
        </a:spcAft>
        <a:defRPr sz="3000" b="1">
          <a:solidFill>
            <a:srgbClr val="112F8F"/>
          </a:solidFill>
          <a:latin typeface="Arial" charset="0"/>
          <a:ea typeface="华文新魏" pitchFamily="2" charset="-122"/>
        </a:defRPr>
      </a:lvl8pPr>
      <a:lvl9pPr marL="1828754" algn="ctr" rtl="0" eaLnBrk="1" fontAlgn="base" hangingPunct="1">
        <a:spcBef>
          <a:spcPct val="0"/>
        </a:spcBef>
        <a:spcAft>
          <a:spcPct val="0"/>
        </a:spcAft>
        <a:defRPr sz="3000" b="1">
          <a:solidFill>
            <a:srgbClr val="112F8F"/>
          </a:solidFill>
          <a:latin typeface="Arial" charset="0"/>
          <a:ea typeface="华文新魏" pitchFamily="2" charset="-122"/>
        </a:defRPr>
      </a:lvl9pPr>
    </p:titleStyle>
    <p:bodyStyle>
      <a:lvl1pPr marL="449251" indent="-449251" algn="just" rtl="0" eaLnBrk="0" fontAlgn="base" hangingPunct="0">
        <a:lnSpc>
          <a:spcPct val="110000"/>
        </a:lnSpc>
        <a:spcBef>
          <a:spcPct val="20000"/>
        </a:spcBef>
        <a:spcAft>
          <a:spcPct val="0"/>
        </a:spcAft>
        <a:buSzPct val="100000"/>
        <a:buFont typeface="Wingdings" pitchFamily="2" charset="2"/>
        <a:buChar char="p"/>
        <a:defRPr sz="2400" b="1">
          <a:solidFill>
            <a:srgbClr val="112F8F"/>
          </a:solidFill>
          <a:latin typeface="Times New Roman" pitchFamily="18" charset="0"/>
          <a:ea typeface="+mn-ea"/>
          <a:cs typeface="Times New Roman" pitchFamily="18" charset="0"/>
        </a:defRPr>
      </a:lvl1pPr>
      <a:lvl2pPr marL="914377" indent="-285744" algn="just" rtl="0" eaLnBrk="0" fontAlgn="base" hangingPunct="0">
        <a:lnSpc>
          <a:spcPct val="110000"/>
        </a:lnSpc>
        <a:spcBef>
          <a:spcPct val="20000"/>
        </a:spcBef>
        <a:spcAft>
          <a:spcPct val="0"/>
        </a:spcAft>
        <a:buClr>
          <a:srgbClr val="A50021"/>
        </a:buClr>
        <a:buFont typeface="Wingdings" pitchFamily="2" charset="2"/>
        <a:buChar char="Ø"/>
        <a:defRPr sz="2000" b="1">
          <a:solidFill>
            <a:srgbClr val="112F8F"/>
          </a:solidFill>
          <a:latin typeface="Times New Roman" pitchFamily="18" charset="0"/>
          <a:ea typeface="+mn-ea"/>
          <a:cs typeface="Times New Roman" pitchFamily="18" charset="0"/>
        </a:defRPr>
      </a:lvl2pPr>
      <a:lvl3pPr marL="1322355" indent="-228594" algn="just" rtl="0" eaLnBrk="0" fontAlgn="base" hangingPunct="0">
        <a:spcBef>
          <a:spcPct val="20000"/>
        </a:spcBef>
        <a:spcAft>
          <a:spcPct val="0"/>
        </a:spcAft>
        <a:buChar char="•"/>
        <a:defRPr sz="2400" b="1">
          <a:solidFill>
            <a:srgbClr val="112F8F"/>
          </a:solidFill>
          <a:latin typeface="Times New Roman" pitchFamily="18" charset="0"/>
          <a:ea typeface="+mn-ea"/>
          <a:cs typeface="Times New Roman" pitchFamily="18" charset="0"/>
        </a:defRPr>
      </a:lvl3pPr>
      <a:lvl4pPr marL="1730331" indent="-228594"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4pPr>
      <a:lvl5pPr marL="2138309" indent="-228594"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5pPr>
      <a:lvl6pPr marL="2595498" indent="-228594" algn="l" rtl="0" eaLnBrk="1" fontAlgn="base" hangingPunct="1">
        <a:spcBef>
          <a:spcPct val="20000"/>
        </a:spcBef>
        <a:spcAft>
          <a:spcPct val="0"/>
        </a:spcAft>
        <a:buChar char="»"/>
        <a:defRPr sz="2000">
          <a:solidFill>
            <a:schemeClr val="tx1"/>
          </a:solidFill>
          <a:latin typeface="+mn-lt"/>
          <a:ea typeface="宋体" pitchFamily="2" charset="-122"/>
        </a:defRPr>
      </a:lvl6pPr>
      <a:lvl7pPr marL="3052686" indent="-228594" algn="l" rtl="0" eaLnBrk="1" fontAlgn="base" hangingPunct="1">
        <a:spcBef>
          <a:spcPct val="20000"/>
        </a:spcBef>
        <a:spcAft>
          <a:spcPct val="0"/>
        </a:spcAft>
        <a:buChar char="»"/>
        <a:defRPr sz="2000">
          <a:solidFill>
            <a:schemeClr val="tx1"/>
          </a:solidFill>
          <a:latin typeface="+mn-lt"/>
          <a:ea typeface="宋体" pitchFamily="2" charset="-122"/>
        </a:defRPr>
      </a:lvl7pPr>
      <a:lvl8pPr marL="3509875" indent="-228594" algn="l" rtl="0" eaLnBrk="1" fontAlgn="base" hangingPunct="1">
        <a:spcBef>
          <a:spcPct val="20000"/>
        </a:spcBef>
        <a:spcAft>
          <a:spcPct val="0"/>
        </a:spcAft>
        <a:buChar char="»"/>
        <a:defRPr sz="2000">
          <a:solidFill>
            <a:schemeClr val="tx1"/>
          </a:solidFill>
          <a:latin typeface="+mn-lt"/>
          <a:ea typeface="宋体" pitchFamily="2" charset="-122"/>
        </a:defRPr>
      </a:lvl8pPr>
      <a:lvl9pPr marL="3967063" indent="-228594" algn="l" rtl="0" eaLnBrk="1" fontAlgn="base" hangingPunct="1">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hyperlink" Target="mailto:wangbz@xmu.edu.c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4.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20.png"/><Relationship Id="rId18" Type="http://schemas.openxmlformats.org/officeDocument/2006/relationships/customXml" Target="../ink/ink9.xml"/><Relationship Id="rId26" Type="http://schemas.openxmlformats.org/officeDocument/2006/relationships/customXml" Target="../ink/ink13.xml"/><Relationship Id="rId3" Type="http://schemas.openxmlformats.org/officeDocument/2006/relationships/image" Target="../media/image15.png"/><Relationship Id="rId21" Type="http://schemas.openxmlformats.org/officeDocument/2006/relationships/image" Target="../media/image24.png"/><Relationship Id="rId7" Type="http://schemas.openxmlformats.org/officeDocument/2006/relationships/image" Target="../media/image17.png"/><Relationship Id="rId12" Type="http://schemas.openxmlformats.org/officeDocument/2006/relationships/customXml" Target="../ink/ink6.xml"/><Relationship Id="rId17" Type="http://schemas.openxmlformats.org/officeDocument/2006/relationships/image" Target="../media/image22.png"/><Relationship Id="rId25" Type="http://schemas.openxmlformats.org/officeDocument/2006/relationships/image" Target="../media/image26.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image" Target="../media/image28.png"/><Relationship Id="rId1" Type="http://schemas.openxmlformats.org/officeDocument/2006/relationships/slideLayout" Target="../slideLayouts/slideLayout8.xml"/><Relationship Id="rId6" Type="http://schemas.openxmlformats.org/officeDocument/2006/relationships/customXml" Target="../ink/ink3.xml"/><Relationship Id="rId11" Type="http://schemas.openxmlformats.org/officeDocument/2006/relationships/image" Target="../media/image19.png"/><Relationship Id="rId24" Type="http://schemas.openxmlformats.org/officeDocument/2006/relationships/customXml" Target="../ink/ink12.xml"/><Relationship Id="rId5" Type="http://schemas.openxmlformats.org/officeDocument/2006/relationships/image" Target="../media/image16.png"/><Relationship Id="rId15" Type="http://schemas.openxmlformats.org/officeDocument/2006/relationships/image" Target="../media/image21.png"/><Relationship Id="rId23" Type="http://schemas.openxmlformats.org/officeDocument/2006/relationships/image" Target="../media/image25.png"/><Relationship Id="rId28" Type="http://schemas.openxmlformats.org/officeDocument/2006/relationships/customXml" Target="../ink/ink14.xml"/><Relationship Id="rId10" Type="http://schemas.openxmlformats.org/officeDocument/2006/relationships/customXml" Target="../ink/ink5.xml"/><Relationship Id="rId19" Type="http://schemas.openxmlformats.org/officeDocument/2006/relationships/image" Target="../media/image23.png"/><Relationship Id="rId31" Type="http://schemas.openxmlformats.org/officeDocument/2006/relationships/image" Target="../media/image29.png"/><Relationship Id="rId4" Type="http://schemas.openxmlformats.org/officeDocument/2006/relationships/customXml" Target="../ink/ink2.xml"/><Relationship Id="rId9" Type="http://schemas.openxmlformats.org/officeDocument/2006/relationships/image" Target="../media/image18.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27.png"/><Relationship Id="rId30" Type="http://schemas.openxmlformats.org/officeDocument/2006/relationships/customXml" Target="../ink/ink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17" Type="http://schemas.openxmlformats.org/officeDocument/2006/relationships/image" Target="../media/image86.png"/><Relationship Id="rId21" Type="http://schemas.openxmlformats.org/officeDocument/2006/relationships/image" Target="../media/image38.png"/><Relationship Id="rId42" Type="http://schemas.openxmlformats.org/officeDocument/2006/relationships/customXml" Target="../ink/ink35.xml"/><Relationship Id="rId63" Type="http://schemas.openxmlformats.org/officeDocument/2006/relationships/image" Target="../media/image59.png"/><Relationship Id="rId84" Type="http://schemas.openxmlformats.org/officeDocument/2006/relationships/customXml" Target="../ink/ink56.xml"/><Relationship Id="rId16" Type="http://schemas.openxmlformats.org/officeDocument/2006/relationships/customXml" Target="../ink/ink22.xml"/><Relationship Id="rId107" Type="http://schemas.openxmlformats.org/officeDocument/2006/relationships/image" Target="../media/image81.png"/><Relationship Id="rId11" Type="http://schemas.openxmlformats.org/officeDocument/2006/relationships/image" Target="../media/image33.png"/><Relationship Id="rId32" Type="http://schemas.openxmlformats.org/officeDocument/2006/relationships/customXml" Target="../ink/ink30.xml"/><Relationship Id="rId37" Type="http://schemas.openxmlformats.org/officeDocument/2006/relationships/image" Target="../media/image46.png"/><Relationship Id="rId53" Type="http://schemas.openxmlformats.org/officeDocument/2006/relationships/image" Target="../media/image54.png"/><Relationship Id="rId58" Type="http://schemas.openxmlformats.org/officeDocument/2006/relationships/customXml" Target="../ink/ink43.xml"/><Relationship Id="rId74" Type="http://schemas.openxmlformats.org/officeDocument/2006/relationships/customXml" Target="../ink/ink51.xml"/><Relationship Id="rId79" Type="http://schemas.openxmlformats.org/officeDocument/2006/relationships/image" Target="../media/image67.png"/><Relationship Id="rId102" Type="http://schemas.openxmlformats.org/officeDocument/2006/relationships/customXml" Target="../ink/ink65.xml"/><Relationship Id="rId123" Type="http://schemas.openxmlformats.org/officeDocument/2006/relationships/image" Target="../media/image89.png"/><Relationship Id="rId128" Type="http://schemas.openxmlformats.org/officeDocument/2006/relationships/customXml" Target="../ink/ink78.xml"/><Relationship Id="rId5" Type="http://schemas.openxmlformats.org/officeDocument/2006/relationships/image" Target="../media/image30.png"/><Relationship Id="rId90" Type="http://schemas.openxmlformats.org/officeDocument/2006/relationships/customXml" Target="../ink/ink59.xml"/><Relationship Id="rId95" Type="http://schemas.openxmlformats.org/officeDocument/2006/relationships/image" Target="../media/image75.png"/><Relationship Id="rId22" Type="http://schemas.openxmlformats.org/officeDocument/2006/relationships/customXml" Target="../ink/ink25.xml"/><Relationship Id="rId27" Type="http://schemas.openxmlformats.org/officeDocument/2006/relationships/image" Target="../media/image41.png"/><Relationship Id="rId43" Type="http://schemas.openxmlformats.org/officeDocument/2006/relationships/image" Target="../media/image49.png"/><Relationship Id="rId48" Type="http://schemas.openxmlformats.org/officeDocument/2006/relationships/customXml" Target="../ink/ink38.xml"/><Relationship Id="rId64" Type="http://schemas.openxmlformats.org/officeDocument/2006/relationships/customXml" Target="../ink/ink46.xml"/><Relationship Id="rId69" Type="http://schemas.openxmlformats.org/officeDocument/2006/relationships/image" Target="../media/image62.png"/><Relationship Id="rId113" Type="http://schemas.openxmlformats.org/officeDocument/2006/relationships/image" Target="../media/image84.png"/><Relationship Id="rId118" Type="http://schemas.openxmlformats.org/officeDocument/2006/relationships/customXml" Target="../ink/ink73.xml"/><Relationship Id="rId134" Type="http://schemas.openxmlformats.org/officeDocument/2006/relationships/customXml" Target="../ink/ink81.xml"/><Relationship Id="rId80" Type="http://schemas.openxmlformats.org/officeDocument/2006/relationships/customXml" Target="../ink/ink54.xml"/><Relationship Id="rId85" Type="http://schemas.openxmlformats.org/officeDocument/2006/relationships/image" Target="../media/image70.png"/><Relationship Id="rId12" Type="http://schemas.openxmlformats.org/officeDocument/2006/relationships/customXml" Target="../ink/ink20.xml"/><Relationship Id="rId17" Type="http://schemas.openxmlformats.org/officeDocument/2006/relationships/image" Target="../media/image36.png"/><Relationship Id="rId33" Type="http://schemas.openxmlformats.org/officeDocument/2006/relationships/image" Target="../media/image44.png"/><Relationship Id="rId38" Type="http://schemas.openxmlformats.org/officeDocument/2006/relationships/customXml" Target="../ink/ink33.xml"/><Relationship Id="rId59" Type="http://schemas.openxmlformats.org/officeDocument/2006/relationships/image" Target="../media/image57.png"/><Relationship Id="rId103" Type="http://schemas.openxmlformats.org/officeDocument/2006/relationships/image" Target="../media/image79.png"/><Relationship Id="rId108" Type="http://schemas.openxmlformats.org/officeDocument/2006/relationships/customXml" Target="../ink/ink68.xml"/><Relationship Id="rId124" Type="http://schemas.openxmlformats.org/officeDocument/2006/relationships/customXml" Target="../ink/ink76.xml"/><Relationship Id="rId129" Type="http://schemas.openxmlformats.org/officeDocument/2006/relationships/image" Target="../media/image92.png"/><Relationship Id="rId54" Type="http://schemas.openxmlformats.org/officeDocument/2006/relationships/customXml" Target="../ink/ink41.xml"/><Relationship Id="rId70" Type="http://schemas.openxmlformats.org/officeDocument/2006/relationships/customXml" Target="../ink/ink49.xml"/><Relationship Id="rId75" Type="http://schemas.openxmlformats.org/officeDocument/2006/relationships/image" Target="../media/image65.png"/><Relationship Id="rId91" Type="http://schemas.openxmlformats.org/officeDocument/2006/relationships/image" Target="../media/image73.png"/><Relationship Id="rId96" Type="http://schemas.openxmlformats.org/officeDocument/2006/relationships/customXml" Target="../ink/ink62.xml"/><Relationship Id="rId1" Type="http://schemas.openxmlformats.org/officeDocument/2006/relationships/slideLayout" Target="../slideLayouts/slideLayout18.xml"/><Relationship Id="rId6" Type="http://schemas.openxmlformats.org/officeDocument/2006/relationships/customXml" Target="../ink/ink17.xml"/><Relationship Id="rId23" Type="http://schemas.openxmlformats.org/officeDocument/2006/relationships/image" Target="../media/image39.png"/><Relationship Id="rId28" Type="http://schemas.openxmlformats.org/officeDocument/2006/relationships/customXml" Target="../ink/ink28.xml"/><Relationship Id="rId49" Type="http://schemas.openxmlformats.org/officeDocument/2006/relationships/image" Target="../media/image52.png"/><Relationship Id="rId114" Type="http://schemas.openxmlformats.org/officeDocument/2006/relationships/customXml" Target="../ink/ink71.xml"/><Relationship Id="rId119" Type="http://schemas.openxmlformats.org/officeDocument/2006/relationships/image" Target="../media/image87.png"/><Relationship Id="rId44" Type="http://schemas.openxmlformats.org/officeDocument/2006/relationships/customXml" Target="../ink/ink36.xml"/><Relationship Id="rId60" Type="http://schemas.openxmlformats.org/officeDocument/2006/relationships/customXml" Target="../ink/ink44.xml"/><Relationship Id="rId65" Type="http://schemas.openxmlformats.org/officeDocument/2006/relationships/image" Target="../media/image60.png"/><Relationship Id="rId81" Type="http://schemas.openxmlformats.org/officeDocument/2006/relationships/image" Target="../media/image68.png"/><Relationship Id="rId86" Type="http://schemas.openxmlformats.org/officeDocument/2006/relationships/customXml" Target="../ink/ink57.xml"/><Relationship Id="rId130" Type="http://schemas.openxmlformats.org/officeDocument/2006/relationships/customXml" Target="../ink/ink79.xml"/><Relationship Id="rId135" Type="http://schemas.openxmlformats.org/officeDocument/2006/relationships/image" Target="../media/image95.png"/><Relationship Id="rId13" Type="http://schemas.openxmlformats.org/officeDocument/2006/relationships/image" Target="../media/image34.png"/><Relationship Id="rId18" Type="http://schemas.openxmlformats.org/officeDocument/2006/relationships/customXml" Target="../ink/ink23.xml"/><Relationship Id="rId39" Type="http://schemas.openxmlformats.org/officeDocument/2006/relationships/image" Target="../media/image47.png"/><Relationship Id="rId109" Type="http://schemas.openxmlformats.org/officeDocument/2006/relationships/image" Target="../media/image82.png"/><Relationship Id="rId34" Type="http://schemas.openxmlformats.org/officeDocument/2006/relationships/customXml" Target="../ink/ink31.xml"/><Relationship Id="rId50" Type="http://schemas.openxmlformats.org/officeDocument/2006/relationships/customXml" Target="../ink/ink39.xml"/><Relationship Id="rId55" Type="http://schemas.openxmlformats.org/officeDocument/2006/relationships/image" Target="../media/image55.png"/><Relationship Id="rId76" Type="http://schemas.openxmlformats.org/officeDocument/2006/relationships/customXml" Target="../ink/ink52.xml"/><Relationship Id="rId97" Type="http://schemas.openxmlformats.org/officeDocument/2006/relationships/image" Target="../media/image76.png"/><Relationship Id="rId104" Type="http://schemas.openxmlformats.org/officeDocument/2006/relationships/customXml" Target="../ink/ink66.xml"/><Relationship Id="rId120" Type="http://schemas.openxmlformats.org/officeDocument/2006/relationships/customXml" Target="../ink/ink74.xml"/><Relationship Id="rId125" Type="http://schemas.openxmlformats.org/officeDocument/2006/relationships/image" Target="../media/image90.png"/><Relationship Id="rId7" Type="http://schemas.openxmlformats.org/officeDocument/2006/relationships/image" Target="../media/image31.png"/><Relationship Id="rId71" Type="http://schemas.openxmlformats.org/officeDocument/2006/relationships/image" Target="../media/image63.png"/><Relationship Id="rId92" Type="http://schemas.openxmlformats.org/officeDocument/2006/relationships/customXml" Target="../ink/ink60.xml"/><Relationship Id="rId2" Type="http://schemas.openxmlformats.org/officeDocument/2006/relationships/notesSlide" Target="../notesSlides/notesSlide15.xml"/><Relationship Id="rId29" Type="http://schemas.openxmlformats.org/officeDocument/2006/relationships/image" Target="../media/image42.png"/><Relationship Id="rId24" Type="http://schemas.openxmlformats.org/officeDocument/2006/relationships/customXml" Target="../ink/ink26.xml"/><Relationship Id="rId40" Type="http://schemas.openxmlformats.org/officeDocument/2006/relationships/customXml" Target="../ink/ink34.xml"/><Relationship Id="rId45" Type="http://schemas.openxmlformats.org/officeDocument/2006/relationships/image" Target="../media/image50.png"/><Relationship Id="rId66" Type="http://schemas.openxmlformats.org/officeDocument/2006/relationships/customXml" Target="../ink/ink47.xml"/><Relationship Id="rId87" Type="http://schemas.openxmlformats.org/officeDocument/2006/relationships/image" Target="../media/image71.png"/><Relationship Id="rId110" Type="http://schemas.openxmlformats.org/officeDocument/2006/relationships/customXml" Target="../ink/ink69.xml"/><Relationship Id="rId115" Type="http://schemas.openxmlformats.org/officeDocument/2006/relationships/image" Target="../media/image85.png"/><Relationship Id="rId131" Type="http://schemas.openxmlformats.org/officeDocument/2006/relationships/image" Target="../media/image93.png"/><Relationship Id="rId61" Type="http://schemas.openxmlformats.org/officeDocument/2006/relationships/image" Target="../media/image58.png"/><Relationship Id="rId82" Type="http://schemas.openxmlformats.org/officeDocument/2006/relationships/customXml" Target="../ink/ink55.xml"/><Relationship Id="rId19" Type="http://schemas.openxmlformats.org/officeDocument/2006/relationships/image" Target="../media/image37.png"/><Relationship Id="rId14" Type="http://schemas.openxmlformats.org/officeDocument/2006/relationships/customXml" Target="../ink/ink21.xml"/><Relationship Id="rId30" Type="http://schemas.openxmlformats.org/officeDocument/2006/relationships/customXml" Target="../ink/ink29.xml"/><Relationship Id="rId35" Type="http://schemas.openxmlformats.org/officeDocument/2006/relationships/image" Target="../media/image45.png"/><Relationship Id="rId56" Type="http://schemas.openxmlformats.org/officeDocument/2006/relationships/customXml" Target="../ink/ink42.xml"/><Relationship Id="rId77" Type="http://schemas.openxmlformats.org/officeDocument/2006/relationships/image" Target="../media/image66.png"/><Relationship Id="rId100" Type="http://schemas.openxmlformats.org/officeDocument/2006/relationships/customXml" Target="../ink/ink64.xml"/><Relationship Id="rId105" Type="http://schemas.openxmlformats.org/officeDocument/2006/relationships/image" Target="../media/image80.png"/><Relationship Id="rId126" Type="http://schemas.openxmlformats.org/officeDocument/2006/relationships/customXml" Target="../ink/ink77.xml"/><Relationship Id="rId8" Type="http://schemas.openxmlformats.org/officeDocument/2006/relationships/customXml" Target="../ink/ink18.xml"/><Relationship Id="rId51" Type="http://schemas.openxmlformats.org/officeDocument/2006/relationships/image" Target="../media/image53.png"/><Relationship Id="rId72" Type="http://schemas.openxmlformats.org/officeDocument/2006/relationships/customXml" Target="../ink/ink50.xml"/><Relationship Id="rId93" Type="http://schemas.openxmlformats.org/officeDocument/2006/relationships/image" Target="../media/image74.png"/><Relationship Id="rId98" Type="http://schemas.openxmlformats.org/officeDocument/2006/relationships/customXml" Target="../ink/ink63.xml"/><Relationship Id="rId121" Type="http://schemas.openxmlformats.org/officeDocument/2006/relationships/image" Target="../media/image88.png"/><Relationship Id="rId3" Type="http://schemas.openxmlformats.org/officeDocument/2006/relationships/image" Target="../media/image15.jpeg"/><Relationship Id="rId25" Type="http://schemas.openxmlformats.org/officeDocument/2006/relationships/image" Target="../media/image40.png"/><Relationship Id="rId46" Type="http://schemas.openxmlformats.org/officeDocument/2006/relationships/customXml" Target="../ink/ink37.xml"/><Relationship Id="rId67" Type="http://schemas.openxmlformats.org/officeDocument/2006/relationships/image" Target="../media/image61.png"/><Relationship Id="rId116" Type="http://schemas.openxmlformats.org/officeDocument/2006/relationships/customXml" Target="../ink/ink72.xml"/><Relationship Id="rId20" Type="http://schemas.openxmlformats.org/officeDocument/2006/relationships/customXml" Target="../ink/ink24.xml"/><Relationship Id="rId41" Type="http://schemas.openxmlformats.org/officeDocument/2006/relationships/image" Target="../media/image48.png"/><Relationship Id="rId62" Type="http://schemas.openxmlformats.org/officeDocument/2006/relationships/customXml" Target="../ink/ink45.xml"/><Relationship Id="rId83" Type="http://schemas.openxmlformats.org/officeDocument/2006/relationships/image" Target="../media/image69.png"/><Relationship Id="rId88" Type="http://schemas.openxmlformats.org/officeDocument/2006/relationships/customXml" Target="../ink/ink58.xml"/><Relationship Id="rId111" Type="http://schemas.openxmlformats.org/officeDocument/2006/relationships/image" Target="../media/image83.png"/><Relationship Id="rId132" Type="http://schemas.openxmlformats.org/officeDocument/2006/relationships/customXml" Target="../ink/ink80.xml"/><Relationship Id="rId15" Type="http://schemas.openxmlformats.org/officeDocument/2006/relationships/image" Target="../media/image35.png"/><Relationship Id="rId36" Type="http://schemas.openxmlformats.org/officeDocument/2006/relationships/customXml" Target="../ink/ink32.xml"/><Relationship Id="rId57" Type="http://schemas.openxmlformats.org/officeDocument/2006/relationships/image" Target="../media/image56.png"/><Relationship Id="rId106" Type="http://schemas.openxmlformats.org/officeDocument/2006/relationships/customXml" Target="../ink/ink67.xml"/><Relationship Id="rId127" Type="http://schemas.openxmlformats.org/officeDocument/2006/relationships/image" Target="../media/image91.png"/><Relationship Id="rId10" Type="http://schemas.openxmlformats.org/officeDocument/2006/relationships/customXml" Target="../ink/ink19.xml"/><Relationship Id="rId31" Type="http://schemas.openxmlformats.org/officeDocument/2006/relationships/image" Target="../media/image43.png"/><Relationship Id="rId52" Type="http://schemas.openxmlformats.org/officeDocument/2006/relationships/customXml" Target="../ink/ink40.xml"/><Relationship Id="rId73" Type="http://schemas.openxmlformats.org/officeDocument/2006/relationships/image" Target="../media/image64.png"/><Relationship Id="rId78" Type="http://schemas.openxmlformats.org/officeDocument/2006/relationships/customXml" Target="../ink/ink53.xml"/><Relationship Id="rId94" Type="http://schemas.openxmlformats.org/officeDocument/2006/relationships/customXml" Target="../ink/ink61.xml"/><Relationship Id="rId99" Type="http://schemas.openxmlformats.org/officeDocument/2006/relationships/image" Target="../media/image77.png"/><Relationship Id="rId101" Type="http://schemas.openxmlformats.org/officeDocument/2006/relationships/image" Target="../media/image78.png"/><Relationship Id="rId122" Type="http://schemas.openxmlformats.org/officeDocument/2006/relationships/customXml" Target="../ink/ink75.xml"/><Relationship Id="rId4" Type="http://schemas.openxmlformats.org/officeDocument/2006/relationships/customXml" Target="../ink/ink16.xml"/><Relationship Id="rId9" Type="http://schemas.openxmlformats.org/officeDocument/2006/relationships/image" Target="../media/image32.png"/><Relationship Id="rId26" Type="http://schemas.openxmlformats.org/officeDocument/2006/relationships/customXml" Target="../ink/ink27.xml"/><Relationship Id="rId47" Type="http://schemas.openxmlformats.org/officeDocument/2006/relationships/image" Target="../media/image51.png"/><Relationship Id="rId68" Type="http://schemas.openxmlformats.org/officeDocument/2006/relationships/customXml" Target="../ink/ink48.xml"/><Relationship Id="rId89" Type="http://schemas.openxmlformats.org/officeDocument/2006/relationships/image" Target="../media/image72.png"/><Relationship Id="rId112" Type="http://schemas.openxmlformats.org/officeDocument/2006/relationships/customXml" Target="../ink/ink70.xml"/><Relationship Id="rId133" Type="http://schemas.openxmlformats.org/officeDocument/2006/relationships/image" Target="../media/image9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3" Type="http://schemas.openxmlformats.org/officeDocument/2006/relationships/image" Target="../media/image101.png"/><Relationship Id="rId18" Type="http://schemas.openxmlformats.org/officeDocument/2006/relationships/customXml" Target="../ink/ink90.xml"/><Relationship Id="rId26" Type="http://schemas.openxmlformats.org/officeDocument/2006/relationships/customXml" Target="../ink/ink94.xml"/><Relationship Id="rId39" Type="http://schemas.openxmlformats.org/officeDocument/2006/relationships/image" Target="../media/image114.png"/><Relationship Id="rId21" Type="http://schemas.openxmlformats.org/officeDocument/2006/relationships/image" Target="../media/image105.png"/><Relationship Id="rId34" Type="http://schemas.openxmlformats.org/officeDocument/2006/relationships/customXml" Target="../ink/ink98.xml"/><Relationship Id="rId7" Type="http://schemas.openxmlformats.org/officeDocument/2006/relationships/image" Target="../media/image98.png"/><Relationship Id="rId2" Type="http://schemas.openxmlformats.org/officeDocument/2006/relationships/customXml" Target="../ink/ink82.xml"/><Relationship Id="rId16" Type="http://schemas.openxmlformats.org/officeDocument/2006/relationships/customXml" Target="../ink/ink89.xml"/><Relationship Id="rId20" Type="http://schemas.openxmlformats.org/officeDocument/2006/relationships/customXml" Target="../ink/ink91.xml"/><Relationship Id="rId29" Type="http://schemas.openxmlformats.org/officeDocument/2006/relationships/image" Target="../media/image109.png"/><Relationship Id="rId41" Type="http://schemas.openxmlformats.org/officeDocument/2006/relationships/image" Target="../media/image115.png"/><Relationship Id="rId1" Type="http://schemas.openxmlformats.org/officeDocument/2006/relationships/slideLayout" Target="../slideLayouts/slideLayout8.xml"/><Relationship Id="rId6" Type="http://schemas.openxmlformats.org/officeDocument/2006/relationships/customXml" Target="../ink/ink84.xml"/><Relationship Id="rId11" Type="http://schemas.openxmlformats.org/officeDocument/2006/relationships/image" Target="../media/image100.png"/><Relationship Id="rId24" Type="http://schemas.openxmlformats.org/officeDocument/2006/relationships/customXml" Target="../ink/ink93.xml"/><Relationship Id="rId32" Type="http://schemas.openxmlformats.org/officeDocument/2006/relationships/customXml" Target="../ink/ink97.xml"/><Relationship Id="rId37" Type="http://schemas.openxmlformats.org/officeDocument/2006/relationships/image" Target="../media/image113.png"/><Relationship Id="rId40" Type="http://schemas.openxmlformats.org/officeDocument/2006/relationships/customXml" Target="../ink/ink101.xml"/><Relationship Id="rId5" Type="http://schemas.openxmlformats.org/officeDocument/2006/relationships/image" Target="../media/image97.png"/><Relationship Id="rId15" Type="http://schemas.openxmlformats.org/officeDocument/2006/relationships/image" Target="../media/image102.png"/><Relationship Id="rId23" Type="http://schemas.openxmlformats.org/officeDocument/2006/relationships/image" Target="../media/image106.png"/><Relationship Id="rId28" Type="http://schemas.openxmlformats.org/officeDocument/2006/relationships/customXml" Target="../ink/ink95.xml"/><Relationship Id="rId36" Type="http://schemas.openxmlformats.org/officeDocument/2006/relationships/customXml" Target="../ink/ink99.xml"/><Relationship Id="rId10" Type="http://schemas.openxmlformats.org/officeDocument/2006/relationships/customXml" Target="../ink/ink86.xml"/><Relationship Id="rId19" Type="http://schemas.openxmlformats.org/officeDocument/2006/relationships/image" Target="../media/image104.png"/><Relationship Id="rId31" Type="http://schemas.openxmlformats.org/officeDocument/2006/relationships/image" Target="../media/image110.png"/><Relationship Id="rId4" Type="http://schemas.openxmlformats.org/officeDocument/2006/relationships/customXml" Target="../ink/ink83.xml"/><Relationship Id="rId9" Type="http://schemas.openxmlformats.org/officeDocument/2006/relationships/image" Target="../media/image99.png"/><Relationship Id="rId14" Type="http://schemas.openxmlformats.org/officeDocument/2006/relationships/customXml" Target="../ink/ink88.xml"/><Relationship Id="rId22" Type="http://schemas.openxmlformats.org/officeDocument/2006/relationships/customXml" Target="../ink/ink92.xml"/><Relationship Id="rId27" Type="http://schemas.openxmlformats.org/officeDocument/2006/relationships/image" Target="../media/image108.png"/><Relationship Id="rId30" Type="http://schemas.openxmlformats.org/officeDocument/2006/relationships/customXml" Target="../ink/ink96.xml"/><Relationship Id="rId35" Type="http://schemas.openxmlformats.org/officeDocument/2006/relationships/image" Target="../media/image112.png"/><Relationship Id="rId8" Type="http://schemas.openxmlformats.org/officeDocument/2006/relationships/customXml" Target="../ink/ink85.xml"/><Relationship Id="rId3" Type="http://schemas.openxmlformats.org/officeDocument/2006/relationships/image" Target="../media/image96.png"/><Relationship Id="rId12" Type="http://schemas.openxmlformats.org/officeDocument/2006/relationships/customXml" Target="../ink/ink87.xml"/><Relationship Id="rId17" Type="http://schemas.openxmlformats.org/officeDocument/2006/relationships/image" Target="../media/image103.png"/><Relationship Id="rId25" Type="http://schemas.openxmlformats.org/officeDocument/2006/relationships/image" Target="../media/image107.png"/><Relationship Id="rId33" Type="http://schemas.openxmlformats.org/officeDocument/2006/relationships/image" Target="../media/image111.png"/><Relationship Id="rId38" Type="http://schemas.openxmlformats.org/officeDocument/2006/relationships/customXml" Target="../ink/ink100.xml"/></Relationships>
</file>

<file path=ppt/slides/_rels/slide33.xml.rels><?xml version="1.0" encoding="UTF-8" standalone="yes"?>
<Relationships xmlns="http://schemas.openxmlformats.org/package/2006/relationships"><Relationship Id="rId13" Type="http://schemas.openxmlformats.org/officeDocument/2006/relationships/customXml" Target="../ink/ink107.xml"/><Relationship Id="rId18" Type="http://schemas.openxmlformats.org/officeDocument/2006/relationships/image" Target="../media/image123.png"/><Relationship Id="rId26" Type="http://schemas.openxmlformats.org/officeDocument/2006/relationships/image" Target="../media/image127.png"/><Relationship Id="rId39" Type="http://schemas.openxmlformats.org/officeDocument/2006/relationships/customXml" Target="../ink/ink120.xml"/><Relationship Id="rId21" Type="http://schemas.openxmlformats.org/officeDocument/2006/relationships/customXml" Target="../ink/ink111.xml"/><Relationship Id="rId34" Type="http://schemas.openxmlformats.org/officeDocument/2006/relationships/image" Target="../media/image131.png"/><Relationship Id="rId42" Type="http://schemas.openxmlformats.org/officeDocument/2006/relationships/image" Target="../media/image135.png"/><Relationship Id="rId47" Type="http://schemas.openxmlformats.org/officeDocument/2006/relationships/customXml" Target="../ink/ink124.xml"/><Relationship Id="rId50" Type="http://schemas.openxmlformats.org/officeDocument/2006/relationships/image" Target="../media/image139.png"/><Relationship Id="rId55" Type="http://schemas.openxmlformats.org/officeDocument/2006/relationships/customXml" Target="../ink/ink128.xml"/><Relationship Id="rId7" Type="http://schemas.openxmlformats.org/officeDocument/2006/relationships/customXml" Target="../ink/ink104.xml"/><Relationship Id="rId2" Type="http://schemas.openxmlformats.org/officeDocument/2006/relationships/notesSlide" Target="../notesSlides/notesSlide17.xml"/><Relationship Id="rId16" Type="http://schemas.openxmlformats.org/officeDocument/2006/relationships/image" Target="../media/image122.png"/><Relationship Id="rId29" Type="http://schemas.openxmlformats.org/officeDocument/2006/relationships/customXml" Target="../ink/ink115.xml"/><Relationship Id="rId11" Type="http://schemas.openxmlformats.org/officeDocument/2006/relationships/customXml" Target="../ink/ink106.xml"/><Relationship Id="rId24" Type="http://schemas.openxmlformats.org/officeDocument/2006/relationships/image" Target="../media/image126.png"/><Relationship Id="rId32" Type="http://schemas.openxmlformats.org/officeDocument/2006/relationships/image" Target="../media/image130.png"/><Relationship Id="rId37" Type="http://schemas.openxmlformats.org/officeDocument/2006/relationships/customXml" Target="../ink/ink119.xml"/><Relationship Id="rId40" Type="http://schemas.openxmlformats.org/officeDocument/2006/relationships/image" Target="../media/image134.png"/><Relationship Id="rId45" Type="http://schemas.openxmlformats.org/officeDocument/2006/relationships/customXml" Target="../ink/ink123.xml"/><Relationship Id="rId53" Type="http://schemas.openxmlformats.org/officeDocument/2006/relationships/customXml" Target="../ink/ink127.xml"/><Relationship Id="rId58" Type="http://schemas.openxmlformats.org/officeDocument/2006/relationships/image" Target="../media/image142.png"/><Relationship Id="rId5" Type="http://schemas.openxmlformats.org/officeDocument/2006/relationships/customXml" Target="../ink/ink103.xml"/><Relationship Id="rId19" Type="http://schemas.openxmlformats.org/officeDocument/2006/relationships/customXml" Target="../ink/ink110.xml"/><Relationship Id="rId4" Type="http://schemas.openxmlformats.org/officeDocument/2006/relationships/image" Target="../media/image116.png"/><Relationship Id="rId9" Type="http://schemas.openxmlformats.org/officeDocument/2006/relationships/customXml" Target="../ink/ink105.xml"/><Relationship Id="rId14" Type="http://schemas.openxmlformats.org/officeDocument/2006/relationships/image" Target="../media/image121.png"/><Relationship Id="rId22" Type="http://schemas.openxmlformats.org/officeDocument/2006/relationships/image" Target="../media/image125.png"/><Relationship Id="rId27" Type="http://schemas.openxmlformats.org/officeDocument/2006/relationships/customXml" Target="../ink/ink114.xml"/><Relationship Id="rId30" Type="http://schemas.openxmlformats.org/officeDocument/2006/relationships/image" Target="../media/image129.png"/><Relationship Id="rId35" Type="http://schemas.openxmlformats.org/officeDocument/2006/relationships/customXml" Target="../ink/ink118.xml"/><Relationship Id="rId43" Type="http://schemas.openxmlformats.org/officeDocument/2006/relationships/customXml" Target="../ink/ink122.xml"/><Relationship Id="rId48" Type="http://schemas.openxmlformats.org/officeDocument/2006/relationships/image" Target="../media/image138.png"/><Relationship Id="rId56" Type="http://schemas.openxmlformats.org/officeDocument/2006/relationships/image" Target="../media/image94.png"/><Relationship Id="rId8" Type="http://schemas.openxmlformats.org/officeDocument/2006/relationships/image" Target="../media/image118.png"/><Relationship Id="rId51" Type="http://schemas.openxmlformats.org/officeDocument/2006/relationships/customXml" Target="../ink/ink126.xml"/><Relationship Id="rId3" Type="http://schemas.openxmlformats.org/officeDocument/2006/relationships/customXml" Target="../ink/ink102.xml"/><Relationship Id="rId12" Type="http://schemas.openxmlformats.org/officeDocument/2006/relationships/image" Target="../media/image120.png"/><Relationship Id="rId17" Type="http://schemas.openxmlformats.org/officeDocument/2006/relationships/customXml" Target="../ink/ink109.xml"/><Relationship Id="rId25" Type="http://schemas.openxmlformats.org/officeDocument/2006/relationships/customXml" Target="../ink/ink113.xml"/><Relationship Id="rId33" Type="http://schemas.openxmlformats.org/officeDocument/2006/relationships/customXml" Target="../ink/ink117.xml"/><Relationship Id="rId38" Type="http://schemas.openxmlformats.org/officeDocument/2006/relationships/image" Target="../media/image133.png"/><Relationship Id="rId46" Type="http://schemas.openxmlformats.org/officeDocument/2006/relationships/image" Target="../media/image137.png"/><Relationship Id="rId59" Type="http://schemas.openxmlformats.org/officeDocument/2006/relationships/customXml" Target="../ink/ink130.xml"/><Relationship Id="rId20" Type="http://schemas.openxmlformats.org/officeDocument/2006/relationships/image" Target="../media/image124.png"/><Relationship Id="rId41" Type="http://schemas.openxmlformats.org/officeDocument/2006/relationships/customXml" Target="../ink/ink121.xml"/><Relationship Id="rId54" Type="http://schemas.openxmlformats.org/officeDocument/2006/relationships/image" Target="../media/image141.png"/><Relationship Id="rId1" Type="http://schemas.openxmlformats.org/officeDocument/2006/relationships/slideLayout" Target="../slideLayouts/slideLayout8.xml"/><Relationship Id="rId6" Type="http://schemas.openxmlformats.org/officeDocument/2006/relationships/image" Target="../media/image117.png"/><Relationship Id="rId15" Type="http://schemas.openxmlformats.org/officeDocument/2006/relationships/customXml" Target="../ink/ink108.xml"/><Relationship Id="rId23" Type="http://schemas.openxmlformats.org/officeDocument/2006/relationships/customXml" Target="../ink/ink112.xml"/><Relationship Id="rId28" Type="http://schemas.openxmlformats.org/officeDocument/2006/relationships/image" Target="../media/image128.png"/><Relationship Id="rId36" Type="http://schemas.openxmlformats.org/officeDocument/2006/relationships/image" Target="../media/image132.png"/><Relationship Id="rId49" Type="http://schemas.openxmlformats.org/officeDocument/2006/relationships/customXml" Target="../ink/ink125.xml"/><Relationship Id="rId57" Type="http://schemas.openxmlformats.org/officeDocument/2006/relationships/customXml" Target="../ink/ink129.xml"/><Relationship Id="rId10" Type="http://schemas.openxmlformats.org/officeDocument/2006/relationships/image" Target="../media/image119.png"/><Relationship Id="rId31" Type="http://schemas.openxmlformats.org/officeDocument/2006/relationships/customXml" Target="../ink/ink116.xml"/><Relationship Id="rId44" Type="http://schemas.openxmlformats.org/officeDocument/2006/relationships/image" Target="../media/image136.png"/><Relationship Id="rId52" Type="http://schemas.openxmlformats.org/officeDocument/2006/relationships/image" Target="../media/image140.png"/><Relationship Id="rId60" Type="http://schemas.openxmlformats.org/officeDocument/2006/relationships/image" Target="../media/image14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hemeOverride" Target="../theme/themeOverride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hyperlink" Target="https://baike.baidu.com/item/%E8%BD%AF%E4%BB%B6%E6%9E%B6%E6%9E%84/7485920?fromModule=lemma_inlink" TargetMode="External"/><Relationship Id="rId2" Type="http://schemas.openxmlformats.org/officeDocument/2006/relationships/hyperlink" Target="https://baike.baidu.com/item/%E5%8D%A1%E8%80%90%E5%9F%BA%E6%A2%85%E9%9A%86%E5%A4%A7%E5%AD%A6/5383421?fromModule=lemma_inlink" TargetMode="Externa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4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9700" name="Picture 8" descr="E:\厦门大学图片库\3.嘉庚建筑\05.jpg"/>
          <p:cNvPicPr>
            <a:picLocks noChangeAspect="1" noChangeArrowheads="1"/>
          </p:cNvPicPr>
          <p:nvPr/>
        </p:nvPicPr>
        <p:blipFill>
          <a:blip r:embed="rId3" cstate="print"/>
          <a:srcRect t="24818" b="15805"/>
          <a:stretch>
            <a:fillRect/>
          </a:stretch>
        </p:blipFill>
        <p:spPr bwMode="auto">
          <a:xfrm>
            <a:off x="0" y="4683129"/>
            <a:ext cx="12192000" cy="2174875"/>
          </a:xfrm>
          <a:prstGeom prst="rect">
            <a:avLst/>
          </a:prstGeom>
          <a:noFill/>
          <a:ln w="9525">
            <a:noFill/>
            <a:miter lim="800000"/>
            <a:headEnd/>
            <a:tailEnd/>
          </a:ln>
        </p:spPr>
      </p:pic>
      <p:sp>
        <p:nvSpPr>
          <p:cNvPr id="29698" name="标题 3"/>
          <p:cNvSpPr>
            <a:spLocks noGrp="1"/>
          </p:cNvSpPr>
          <p:nvPr>
            <p:ph type="ctrTitle" idx="4294967295"/>
          </p:nvPr>
        </p:nvSpPr>
        <p:spPr>
          <a:xfrm>
            <a:off x="1" y="836613"/>
            <a:ext cx="11953875" cy="3846512"/>
          </a:xfrm>
          <a:prstGeom prst="rect">
            <a:avLst/>
          </a:prstGeom>
        </p:spPr>
        <p:txBody>
          <a:bodyPr lIns="91436" tIns="45719" rIns="91436" bIns="45719"/>
          <a:lstStyle/>
          <a:p>
            <a:pPr eaLnBrk="1" hangingPunct="1"/>
            <a:r>
              <a:rPr lang="en-US" altLang="zh-CN" sz="4800" dirty="0">
                <a:latin typeface="+mn-lt"/>
                <a:ea typeface="华文中宋" panose="02010600040101010101" pitchFamily="2" charset="-122"/>
              </a:rPr>
              <a:t>Software Architecture</a:t>
            </a:r>
            <a:br>
              <a:rPr lang="en-US" altLang="zh-CN" sz="6000" dirty="0">
                <a:latin typeface="+mn-lt"/>
                <a:ea typeface="华文中宋" panose="02010600040101010101" pitchFamily="2" charset="-122"/>
              </a:rPr>
            </a:br>
            <a:r>
              <a:rPr lang="en-US" altLang="zh-CN" sz="6000" dirty="0">
                <a:latin typeface="+mn-lt"/>
                <a:ea typeface="华文中宋" panose="02010600040101010101" pitchFamily="2" charset="-122"/>
              </a:rPr>
              <a:t>--- </a:t>
            </a:r>
            <a:r>
              <a:rPr lang="en-US" altLang="zh-CN" sz="3600" dirty="0">
                <a:latin typeface="+mn-lt"/>
                <a:ea typeface="华文中宋" panose="02010600040101010101" pitchFamily="2" charset="-122"/>
              </a:rPr>
              <a:t>Perspective on an Emerging Discipline</a:t>
            </a:r>
            <a:br>
              <a:rPr lang="en-US" altLang="zh-CN" sz="3600" dirty="0">
                <a:latin typeface="Arial Black" panose="020B0A04020102020204" pitchFamily="34" charset="0"/>
                <a:ea typeface="华文中宋" panose="02010600040101010101" pitchFamily="2" charset="-122"/>
              </a:rPr>
            </a:br>
            <a:br>
              <a:rPr lang="en-US" altLang="zh-CN" sz="4800" dirty="0">
                <a:latin typeface="Arial Black" panose="020B0A04020102020204" pitchFamily="34" charset="0"/>
                <a:ea typeface="华文中宋" panose="02010600040101010101" pitchFamily="2" charset="-122"/>
              </a:rPr>
            </a:br>
            <a:r>
              <a:rPr lang="zh-CN" altLang="en-US" sz="4800" dirty="0">
                <a:latin typeface="Arial Black" panose="020B0A04020102020204" pitchFamily="34" charset="0"/>
                <a:ea typeface="华文中宋" panose="02010600040101010101" pitchFamily="2" charset="-122"/>
              </a:rPr>
              <a:t>软件体系结构</a:t>
            </a:r>
            <a:br>
              <a:rPr lang="zh-CN" altLang="en-US" sz="6000" dirty="0">
                <a:latin typeface="Arial Black" panose="020B0A04020102020204" pitchFamily="34" charset="0"/>
                <a:ea typeface="华文中宋" panose="02010600040101010101" pitchFamily="2" charset="-122"/>
              </a:rPr>
            </a:br>
            <a:r>
              <a:rPr lang="en-US" altLang="zh-CN" sz="3600" dirty="0">
                <a:latin typeface="Arial Black" panose="020B0A04020102020204" pitchFamily="34" charset="0"/>
                <a:ea typeface="华文中宋" panose="02010600040101010101" pitchFamily="2" charset="-122"/>
              </a:rPr>
              <a:t>--- </a:t>
            </a:r>
            <a:r>
              <a:rPr lang="zh-CN" altLang="en-US" sz="3600" dirty="0">
                <a:latin typeface="Arial Black" panose="020B0A04020102020204" pitchFamily="34" charset="0"/>
                <a:ea typeface="华文中宋" panose="02010600040101010101" pitchFamily="2" charset="-122"/>
              </a:rPr>
              <a:t>一门初露端倪的学科</a:t>
            </a:r>
          </a:p>
        </p:txBody>
      </p:sp>
      <p:sp>
        <p:nvSpPr>
          <p:cNvPr id="2" name="矩形 1"/>
          <p:cNvSpPr/>
          <p:nvPr/>
        </p:nvSpPr>
        <p:spPr>
          <a:xfrm>
            <a:off x="9658943" y="3575923"/>
            <a:ext cx="2533057" cy="1077216"/>
          </a:xfrm>
          <a:prstGeom prst="rect">
            <a:avLst/>
          </a:prstGeom>
        </p:spPr>
        <p:txBody>
          <a:bodyPr wrap="none" lIns="91436" tIns="45719" rIns="91436" bIns="45719">
            <a:spAutoFit/>
          </a:bodyPr>
          <a:lstStyle/>
          <a:p>
            <a:pPr algn="r" eaLnBrk="1" fontAlgn="auto" hangingPunct="1">
              <a:lnSpc>
                <a:spcPct val="80000"/>
              </a:lnSpc>
              <a:spcAft>
                <a:spcPts val="0"/>
              </a:spcAft>
              <a:defRPr/>
            </a:pPr>
            <a:r>
              <a:rPr lang="zh-CN" altLang="en-US" sz="2000" b="1" dirty="0"/>
              <a:t>王备战</a:t>
            </a:r>
          </a:p>
          <a:p>
            <a:pPr algn="r" eaLnBrk="1" fontAlgn="auto" hangingPunct="1">
              <a:lnSpc>
                <a:spcPct val="80000"/>
              </a:lnSpc>
              <a:spcAft>
                <a:spcPts val="0"/>
              </a:spcAft>
              <a:defRPr/>
            </a:pPr>
            <a:r>
              <a:rPr lang="en-US" altLang="zh-CN" sz="2000" b="1" dirty="0">
                <a:hlinkClick r:id="rId4"/>
              </a:rPr>
              <a:t>wangbz@xmu.edu.cn</a:t>
            </a:r>
            <a:endParaRPr lang="en-US" altLang="zh-CN" sz="2000" b="1" dirty="0"/>
          </a:p>
          <a:p>
            <a:pPr algn="r" eaLnBrk="1" fontAlgn="auto" hangingPunct="1">
              <a:lnSpc>
                <a:spcPct val="80000"/>
              </a:lnSpc>
              <a:spcAft>
                <a:spcPts val="0"/>
              </a:spcAft>
              <a:defRPr/>
            </a:pPr>
            <a:r>
              <a:rPr lang="en-US" altLang="zh-CN" sz="2000" b="1" dirty="0"/>
              <a:t>13959238599(M)</a:t>
            </a:r>
          </a:p>
          <a:p>
            <a:pPr algn="r" eaLnBrk="1" fontAlgn="auto" hangingPunct="1">
              <a:lnSpc>
                <a:spcPct val="80000"/>
              </a:lnSpc>
              <a:spcAft>
                <a:spcPts val="0"/>
              </a:spcAft>
              <a:defRPr/>
            </a:pPr>
            <a:r>
              <a:rPr lang="zh-CN" altLang="en-US" sz="2000" b="1" dirty="0"/>
              <a:t>翔安西部片区</a:t>
            </a:r>
            <a:r>
              <a:rPr lang="en-US" altLang="zh-CN" sz="2000" b="1" dirty="0"/>
              <a:t>1</a:t>
            </a:r>
            <a:r>
              <a:rPr lang="en-US" altLang="zh-CN" sz="2000" b="1" baseline="30000" dirty="0"/>
              <a:t>#</a:t>
            </a:r>
            <a:r>
              <a:rPr lang="en-US" altLang="zh-CN" sz="2000" b="1" dirty="0"/>
              <a:t>306</a:t>
            </a:r>
            <a:endParaRPr lang="zh-CN" altLang="zh-CN" sz="2000" dirty="0"/>
          </a:p>
        </p:txBody>
      </p:sp>
    </p:spTree>
  </p:cSld>
  <p:clrMapOvr>
    <a:overrideClrMapping bg1="lt1" tx1="dk1" bg2="lt2" tx2="dk2" accent1="accent1" accent2="accent2" accent3="accent3" accent4="accent4" accent5="accent5" accent6="accent6" hlink="hlink" folHlink="folHlink"/>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AB4AF51-E940-4C92-880C-92E1EB13FEC5}"/>
              </a:ext>
            </a:extLst>
          </p:cNvPr>
          <p:cNvSpPr>
            <a:spLocks noGrp="1"/>
          </p:cNvSpPr>
          <p:nvPr>
            <p:ph idx="1"/>
          </p:nvPr>
        </p:nvSpPr>
        <p:spPr>
          <a:xfrm>
            <a:off x="623392" y="1052736"/>
            <a:ext cx="11233248" cy="5546282"/>
          </a:xfrm>
        </p:spPr>
        <p:txBody>
          <a:bodyPr/>
          <a:lstStyle/>
          <a:p>
            <a:pPr eaLnBrk="1" hangingPunct="1">
              <a:lnSpc>
                <a:spcPct val="150000"/>
              </a:lnSpc>
              <a:buFont typeface="Wingdings" panose="05000000000000000000" pitchFamily="2" charset="2"/>
              <a:buChar char="n"/>
            </a:pPr>
            <a:r>
              <a:rPr lang="zh-CN" altLang="en-US" sz="2400" b="0" dirty="0">
                <a:solidFill>
                  <a:schemeClr val="tx1"/>
                </a:solidFill>
                <a:effectLst/>
                <a:latin typeface="华文中宋" panose="02010600040101010101" pitchFamily="2" charset="-122"/>
                <a:ea typeface="华文中宋" panose="02010600040101010101" pitchFamily="2" charset="-122"/>
              </a:rPr>
              <a:t>软件工程师的主要任务</a:t>
            </a:r>
            <a:r>
              <a:rPr lang="zh-CN" altLang="en-US" sz="2400" b="0" dirty="0">
                <a:effectLst/>
                <a:latin typeface="华文中宋" panose="02010600040101010101" pitchFamily="2" charset="-122"/>
                <a:ea typeface="华文中宋" panose="02010600040101010101" pitchFamily="2" charset="-122"/>
              </a:rPr>
              <a:t>：</a:t>
            </a:r>
            <a:r>
              <a:rPr lang="zh-CN" altLang="en-US" sz="2400" b="0" dirty="0">
                <a:effectLst/>
                <a:latin typeface="华文楷体" panose="02010600040101010101" pitchFamily="2" charset="-122"/>
                <a:ea typeface="华文楷体" panose="02010600040101010101" pitchFamily="2" charset="-122"/>
              </a:rPr>
              <a:t>将他们的科学和工程知识应用于技术问题的解决方案，然后在需求和约束条件的范围内，根据素材、技术、经济、法律、环境以及与人有关的条件优化这些方案。</a:t>
            </a:r>
            <a:endParaRPr lang="en-US" altLang="zh-CN" sz="2400" b="0" dirty="0">
              <a:effectLst/>
              <a:latin typeface="华文楷体" panose="02010600040101010101" pitchFamily="2" charset="-122"/>
              <a:ea typeface="华文楷体" panose="02010600040101010101" pitchFamily="2" charset="-122"/>
            </a:endParaRPr>
          </a:p>
          <a:p>
            <a:pPr eaLnBrk="1" hangingPunct="1">
              <a:lnSpc>
                <a:spcPct val="150000"/>
              </a:lnSpc>
              <a:buFont typeface="Wingdings" panose="05000000000000000000" pitchFamily="2" charset="2"/>
              <a:buChar char="n"/>
            </a:pPr>
            <a:r>
              <a:rPr lang="zh-CN" altLang="en-US" sz="2400" b="0" dirty="0">
                <a:solidFill>
                  <a:schemeClr val="tx1"/>
                </a:solidFill>
                <a:effectLst/>
                <a:latin typeface="华文中宋" panose="02010600040101010101" pitchFamily="2" charset="-122"/>
                <a:ea typeface="华文中宋" panose="02010600040101010101" pitchFamily="2" charset="-122"/>
              </a:rPr>
              <a:t>体系结构的设计过程由下列步骤组成：</a:t>
            </a:r>
            <a:r>
              <a:rPr lang="zh-CN" altLang="en-US" sz="2400" b="0" dirty="0">
                <a:effectLst/>
                <a:latin typeface="华文楷体" panose="02010600040101010101" pitchFamily="2" charset="-122"/>
                <a:ea typeface="华文楷体" panose="02010600040101010101" pitchFamily="2" charset="-122"/>
              </a:rPr>
              <a:t>理解问题；确定设计元素及其关系；评价体系结构；转换体系结构。</a:t>
            </a:r>
            <a:endParaRPr lang="en-US" altLang="zh-CN" sz="2400" b="0" dirty="0">
              <a:effectLst/>
              <a:latin typeface="华文楷体" panose="02010600040101010101" pitchFamily="2" charset="-122"/>
              <a:ea typeface="华文楷体" panose="02010600040101010101" pitchFamily="2" charset="-122"/>
            </a:endParaRPr>
          </a:p>
          <a:p>
            <a:pPr eaLnBrk="1" hangingPunct="1">
              <a:lnSpc>
                <a:spcPct val="150000"/>
              </a:lnSpc>
              <a:buFont typeface="Wingdings" panose="05000000000000000000" pitchFamily="2" charset="2"/>
              <a:buChar char="n"/>
            </a:pPr>
            <a:r>
              <a:rPr lang="zh-CN" altLang="en-US" sz="2400" b="0" dirty="0">
                <a:solidFill>
                  <a:schemeClr val="tx1"/>
                </a:solidFill>
                <a:effectLst/>
                <a:latin typeface="华文中宋" panose="02010600040101010101" pitchFamily="2" charset="-122"/>
                <a:ea typeface="华文中宋" panose="02010600040101010101" pitchFamily="2" charset="-122"/>
              </a:rPr>
              <a:t>体系结构设计将主要精力放在将一个系统分解为组件以及这些组件之间的相互作用上。</a:t>
            </a:r>
            <a:endParaRPr lang="en-US" altLang="zh-CN" sz="2400" b="0" dirty="0">
              <a:solidFill>
                <a:schemeClr val="tx1"/>
              </a:solidFill>
              <a:effectLst/>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n"/>
            </a:pPr>
            <a:r>
              <a:rPr lang="zh-CN" altLang="en-US" sz="2400" b="0" dirty="0">
                <a:solidFill>
                  <a:schemeClr val="tx1"/>
                </a:solidFill>
                <a:effectLst/>
                <a:latin typeface="华文中宋" panose="02010600040101010101" pitchFamily="2" charset="-122"/>
                <a:ea typeface="华文中宋" panose="02010600040101010101" pitchFamily="2" charset="-122"/>
              </a:rPr>
              <a:t>部件与连接器：</a:t>
            </a:r>
            <a:r>
              <a:rPr lang="zh-CN" altLang="en-US" sz="2400" b="0" dirty="0">
                <a:effectLst/>
                <a:latin typeface="华文楷体" panose="02010600040101010101" pitchFamily="2" charset="-122"/>
                <a:ea typeface="华文楷体" panose="02010600040101010101" pitchFamily="2" charset="-122"/>
              </a:rPr>
              <a:t>部件、连接、连接器</a:t>
            </a:r>
            <a:endParaRPr lang="en-US" altLang="zh-CN" sz="2400" b="0" dirty="0">
              <a:effectLst/>
              <a:latin typeface="华文楷体" panose="02010600040101010101" pitchFamily="2" charset="-122"/>
              <a:ea typeface="华文楷体" panose="02010600040101010101" pitchFamily="2" charset="-122"/>
            </a:endParaRPr>
          </a:p>
          <a:p>
            <a:pPr eaLnBrk="1" hangingPunct="1">
              <a:lnSpc>
                <a:spcPct val="150000"/>
              </a:lnSpc>
              <a:buFont typeface="Wingdings" panose="05000000000000000000" pitchFamily="2" charset="2"/>
              <a:buChar char="n"/>
            </a:pPr>
            <a:r>
              <a:rPr lang="zh-CN" altLang="en-US" sz="2400" b="0" dirty="0">
                <a:solidFill>
                  <a:schemeClr val="tx1"/>
                </a:solidFill>
                <a:effectLst/>
                <a:latin typeface="华文中宋" panose="02010600040101010101" pitchFamily="2" charset="-122"/>
                <a:ea typeface="华文中宋" panose="02010600040101010101" pitchFamily="2" charset="-122"/>
              </a:rPr>
              <a:t>体系结构设计过程的主要输出为体系结构的描述模型。</a:t>
            </a:r>
            <a:endParaRPr lang="en-US" altLang="zh-CN" sz="2400" b="0" dirty="0">
              <a:solidFill>
                <a:schemeClr val="tx1"/>
              </a:solidFill>
              <a:effectLst/>
              <a:latin typeface="华文中宋" panose="02010600040101010101" pitchFamily="2" charset="-122"/>
              <a:ea typeface="华文中宋" panose="02010600040101010101" pitchFamily="2" charset="-122"/>
            </a:endParaRPr>
          </a:p>
          <a:p>
            <a:pPr eaLnBrk="1" hangingPunct="1">
              <a:buFont typeface="Wingdings" panose="05000000000000000000" pitchFamily="2" charset="2"/>
              <a:buChar char="n"/>
            </a:pPr>
            <a:endParaRPr lang="en-US" altLang="zh-CN" sz="2400" b="0" dirty="0">
              <a:solidFill>
                <a:schemeClr val="tx1"/>
              </a:solidFill>
              <a:effectLst/>
              <a:latin typeface="华文中宋" panose="02010600040101010101" pitchFamily="2" charset="-122"/>
              <a:ea typeface="华文中宋" panose="02010600040101010101" pitchFamily="2" charset="-122"/>
            </a:endParaRPr>
          </a:p>
          <a:p>
            <a:pPr eaLnBrk="1" hangingPunct="1">
              <a:buFont typeface="Wingdings" panose="05000000000000000000" pitchFamily="2" charset="2"/>
              <a:buChar char="n"/>
            </a:pPr>
            <a:endParaRPr lang="en-US" altLang="zh-CN" sz="2400" b="0" dirty="0">
              <a:solidFill>
                <a:schemeClr val="tx1"/>
              </a:solidFill>
              <a:effectLst/>
              <a:latin typeface="华文中宋" panose="02010600040101010101" pitchFamily="2" charset="-122"/>
              <a:ea typeface="华文中宋" panose="02010600040101010101" pitchFamily="2" charset="-122"/>
            </a:endParaRPr>
          </a:p>
          <a:p>
            <a:pPr eaLnBrk="1" hangingPunct="1">
              <a:buFont typeface="Wingdings" panose="05000000000000000000" pitchFamily="2" charset="2"/>
              <a:buChar char="n"/>
            </a:pPr>
            <a:endParaRPr lang="en-US" altLang="zh-CN" sz="2000" b="0" dirty="0">
              <a:solidFill>
                <a:schemeClr val="tx1"/>
              </a:solidFill>
              <a:effectLst/>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zh-CN" altLang="en-US" sz="2400" b="0" dirty="0">
              <a:solidFill>
                <a:schemeClr val="tx1"/>
              </a:solidFill>
              <a:effectLst/>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p"/>
            </a:pPr>
            <a:endParaRPr lang="en-US" altLang="zh-CN" sz="2400" b="0" dirty="0">
              <a:solidFill>
                <a:schemeClr val="tx1"/>
              </a:solidFill>
              <a:effectLst/>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en-US" altLang="zh-CN" sz="2400" b="0" dirty="0">
              <a:solidFill>
                <a:schemeClr val="tx1"/>
              </a:solidFill>
              <a:effectLst/>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en-US" altLang="zh-CN" sz="2400" b="0" dirty="0">
              <a:solidFill>
                <a:schemeClr val="tx1"/>
              </a:solidFill>
              <a:effectLst/>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en-US" altLang="zh-CN"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zh-CN" altLang="en-US"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en-US" altLang="zh-CN"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en-US" altLang="zh-CN"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zh-CN" altLang="en-US" sz="2400" dirty="0">
              <a:solidFill>
                <a:schemeClr val="tx1"/>
              </a:solidFill>
              <a:latin typeface="华文中宋" panose="02010600040101010101" pitchFamily="2" charset="-122"/>
              <a:ea typeface="华文中宋" panose="02010600040101010101" pitchFamily="2" charset="-122"/>
            </a:endParaRPr>
          </a:p>
        </p:txBody>
      </p:sp>
      <p:sp>
        <p:nvSpPr>
          <p:cNvPr id="3" name="内容占位符 2">
            <a:extLst>
              <a:ext uri="{FF2B5EF4-FFF2-40B4-BE49-F238E27FC236}">
                <a16:creationId xmlns:a16="http://schemas.microsoft.com/office/drawing/2014/main" id="{C604D2A7-3D4C-41D8-AC84-B06CB52F59D9}"/>
              </a:ext>
            </a:extLst>
          </p:cNvPr>
          <p:cNvSpPr>
            <a:spLocks noGrp="1"/>
          </p:cNvSpPr>
          <p:nvPr>
            <p:ph idx="10"/>
          </p:nvPr>
        </p:nvSpPr>
        <p:spPr/>
        <p:txBody>
          <a:bodyPr/>
          <a:lstStyle/>
          <a:p>
            <a:r>
              <a:rPr lang="zh-CN" altLang="en-US" dirty="0"/>
              <a:t>上节课回顾</a:t>
            </a:r>
          </a:p>
        </p:txBody>
      </p:sp>
    </p:spTree>
    <p:extLst>
      <p:ext uri="{BB962C8B-B14F-4D97-AF65-F5344CB8AC3E}">
        <p14:creationId xmlns:p14="http://schemas.microsoft.com/office/powerpoint/2010/main" val="64296508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a:spLocks noGrp="1"/>
          </p:cNvSpPr>
          <p:nvPr>
            <p:ph idx="1"/>
          </p:nvPr>
        </p:nvSpPr>
        <p:spPr>
          <a:xfrm>
            <a:off x="566922" y="908720"/>
            <a:ext cx="11361726" cy="5616624"/>
          </a:xfrm>
        </p:spPr>
        <p:txBody>
          <a:bodyPr/>
          <a:lstStyle/>
          <a:p>
            <a:pPr marL="0" indent="0">
              <a:lnSpc>
                <a:spcPct val="100000"/>
              </a:lnSpc>
              <a:buNone/>
            </a:pPr>
            <a:r>
              <a:rPr kumimoji="1" lang="en-US" altLang="zh-CN" sz="4400" dirty="0">
                <a:solidFill>
                  <a:srgbClr val="000000"/>
                </a:solidFill>
                <a:effectLst/>
                <a:latin typeface="Times New Roman" panose="02020603050405020304" pitchFamily="18" charset="0"/>
                <a:ea typeface="-윤고딕140"/>
              </a:rPr>
              <a:t>We create world-changing solutions that make people safer, healthier and more productive.</a:t>
            </a:r>
          </a:p>
          <a:p>
            <a:pPr marL="0" indent="0">
              <a:lnSpc>
                <a:spcPct val="100000"/>
              </a:lnSpc>
              <a:buNone/>
            </a:pPr>
            <a:endParaRPr kumimoji="1" lang="en-US" altLang="zh-CN" sz="4400" dirty="0">
              <a:solidFill>
                <a:srgbClr val="000000"/>
              </a:solidFill>
              <a:effectLst/>
              <a:latin typeface="Times New Roman" panose="02020603050405020304" pitchFamily="18" charset="0"/>
              <a:ea typeface="-윤고딕140"/>
            </a:endParaRPr>
          </a:p>
          <a:p>
            <a:pPr marL="0" indent="0">
              <a:lnSpc>
                <a:spcPct val="100000"/>
              </a:lnSpc>
              <a:buNone/>
            </a:pPr>
            <a:endParaRPr kumimoji="1" lang="en-US" altLang="zh-CN" sz="4400" dirty="0">
              <a:solidFill>
                <a:srgbClr val="000000"/>
              </a:solidFill>
              <a:effectLst/>
              <a:latin typeface="Times New Roman" panose="02020603050405020304" pitchFamily="18" charset="0"/>
              <a:ea typeface="-윤고딕140"/>
            </a:endParaRPr>
          </a:p>
          <a:p>
            <a:pPr marL="0" indent="0">
              <a:lnSpc>
                <a:spcPct val="100000"/>
              </a:lnSpc>
              <a:buNone/>
            </a:pPr>
            <a:endParaRPr kumimoji="1" lang="en-US" altLang="zh-CN" sz="4400" dirty="0">
              <a:solidFill>
                <a:srgbClr val="000000"/>
              </a:solidFill>
              <a:effectLst/>
              <a:latin typeface="Times New Roman" panose="02020603050405020304" pitchFamily="18" charset="0"/>
              <a:ea typeface="-윤고딕140"/>
            </a:endParaRPr>
          </a:p>
          <a:p>
            <a:pPr marL="0" indent="0">
              <a:lnSpc>
                <a:spcPct val="100000"/>
              </a:lnSpc>
              <a:buNone/>
            </a:pPr>
            <a:endParaRPr kumimoji="1" lang="en-US" altLang="zh-CN" sz="4400" dirty="0">
              <a:solidFill>
                <a:srgbClr val="000000"/>
              </a:solidFill>
              <a:effectLst/>
              <a:latin typeface="Times New Roman" panose="02020603050405020304" pitchFamily="18" charset="0"/>
              <a:ea typeface="-윤고딕140"/>
            </a:endParaRPr>
          </a:p>
          <a:p>
            <a:pPr marL="0" indent="0">
              <a:lnSpc>
                <a:spcPct val="100000"/>
              </a:lnSpc>
              <a:buNone/>
            </a:pPr>
            <a:endParaRPr lang="en-US" altLang="zh-CN" sz="4000" b="1" dirty="0">
              <a:solidFill>
                <a:schemeClr val="accent1">
                  <a:lumMod val="25000"/>
                </a:schemeClr>
              </a:solidFill>
              <a:latin typeface="华文楷体" panose="02010600040101010101" pitchFamily="2" charset="-122"/>
              <a:ea typeface="华文楷体" panose="02010600040101010101" pitchFamily="2" charset="-122"/>
            </a:endParaRPr>
          </a:p>
          <a:p>
            <a:pPr marL="0" indent="0">
              <a:lnSpc>
                <a:spcPct val="100000"/>
              </a:lnSpc>
              <a:buNone/>
            </a:pPr>
            <a:r>
              <a:rPr lang="zh-CN" altLang="en-US" sz="3600" b="1" dirty="0">
                <a:solidFill>
                  <a:schemeClr val="accent1">
                    <a:lumMod val="25000"/>
                  </a:schemeClr>
                </a:solidFill>
                <a:latin typeface="华文楷体" panose="02010600040101010101" pitchFamily="2" charset="-122"/>
                <a:ea typeface="华文楷体" panose="02010600040101010101" pitchFamily="2" charset="-122"/>
              </a:rPr>
              <a:t>问题：</a:t>
            </a:r>
            <a:r>
              <a:rPr lang="zh-CN" altLang="en-US" sz="3600" b="1" dirty="0">
                <a:solidFill>
                  <a:schemeClr val="accent1">
                    <a:lumMod val="25000"/>
                  </a:schemeClr>
                </a:solidFill>
                <a:highlight>
                  <a:srgbClr val="FFFF00"/>
                </a:highlight>
                <a:latin typeface="华文楷体" panose="02010600040101010101" pitchFamily="2" charset="-122"/>
                <a:ea typeface="华文楷体" panose="02010600040101010101" pitchFamily="2" charset="-122"/>
              </a:rPr>
              <a:t>机器人越来越多，我们干啥？机器人也得纳税。</a:t>
            </a:r>
          </a:p>
          <a:p>
            <a:pPr marL="0" indent="0">
              <a:lnSpc>
                <a:spcPct val="100000"/>
              </a:lnSpc>
              <a:buNone/>
            </a:pPr>
            <a:endParaRPr kumimoji="1" lang="en-US" altLang="zh-CN" sz="4400" dirty="0">
              <a:solidFill>
                <a:srgbClr val="000000"/>
              </a:solidFill>
              <a:effectLst/>
              <a:latin typeface="Times New Roman" panose="02020603050405020304" pitchFamily="18" charset="0"/>
              <a:ea typeface="-윤고딕140"/>
            </a:endParaRPr>
          </a:p>
          <a:p>
            <a:pPr marL="0" indent="0">
              <a:lnSpc>
                <a:spcPct val="150000"/>
              </a:lnSpc>
              <a:buNone/>
            </a:pPr>
            <a:endParaRPr kumimoji="1" lang="en-US" altLang="zh-CN" sz="7200" dirty="0">
              <a:solidFill>
                <a:srgbClr val="000000"/>
              </a:solidFill>
              <a:effectLst/>
              <a:latin typeface="Times New Roman" panose="02020603050405020304" pitchFamily="18" charset="0"/>
              <a:ea typeface="-윤고딕140"/>
            </a:endParaRPr>
          </a:p>
          <a:p>
            <a:pPr marL="0" indent="0">
              <a:lnSpc>
                <a:spcPct val="150000"/>
              </a:lnSpc>
              <a:buNone/>
            </a:pPr>
            <a:endParaRPr kumimoji="1" lang="zh-CN" altLang="en-US" sz="4400" dirty="0">
              <a:solidFill>
                <a:srgbClr val="000000"/>
              </a:solidFill>
              <a:effectLst/>
              <a:latin typeface="Times New Roman" panose="02020603050405020304" pitchFamily="18" charset="0"/>
            </a:endParaRPr>
          </a:p>
          <a:p>
            <a:pPr marL="0" indent="0">
              <a:lnSpc>
                <a:spcPct val="150000"/>
              </a:lnSpc>
              <a:buNone/>
            </a:pPr>
            <a:r>
              <a:rPr kumimoji="1" lang="en-US" altLang="zh-CN" sz="4400" dirty="0">
                <a:solidFill>
                  <a:srgbClr val="000000"/>
                </a:solidFill>
                <a:effectLst/>
                <a:latin typeface="Times New Roman" panose="02020603050405020304" pitchFamily="18" charset="0"/>
                <a:ea typeface="-윤고딕140"/>
              </a:rPr>
              <a:t> </a:t>
            </a:r>
            <a:endParaRPr lang="en-US" altLang="zh-CN" sz="4400" dirty="0">
              <a:latin typeface="Times New Roman" panose="02020603050405020304" pitchFamily="18" charset="0"/>
              <a:ea typeface="宋体" panose="02010600030101010101" pitchFamily="2" charset="-122"/>
            </a:endParaRPr>
          </a:p>
          <a:p>
            <a:pPr marL="0" indent="0">
              <a:buNone/>
            </a:pPr>
            <a:endParaRPr lang="zh-CN" altLang="en-US" sz="2800" dirty="0"/>
          </a:p>
        </p:txBody>
      </p:sp>
      <p:pic>
        <p:nvPicPr>
          <p:cNvPr id="2" name="OPEN AI 语音模拟">
            <a:hlinkClick r:id="" action="ppaction://media"/>
            <a:extLst>
              <a:ext uri="{FF2B5EF4-FFF2-40B4-BE49-F238E27FC236}">
                <a16:creationId xmlns:a16="http://schemas.microsoft.com/office/drawing/2014/main" id="{850109D1-90BA-45FD-B51C-E529D256698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23392" y="2564904"/>
            <a:ext cx="8136904" cy="2592288"/>
          </a:xfrm>
          <a:prstGeom prst="rect">
            <a:avLst/>
          </a:prstGeom>
        </p:spPr>
      </p:pic>
    </p:spTree>
    <p:extLst>
      <p:ext uri="{BB962C8B-B14F-4D97-AF65-F5344CB8AC3E}">
        <p14:creationId xmlns:p14="http://schemas.microsoft.com/office/powerpoint/2010/main" val="384625216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87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538E93F4-83B2-4847-AC67-2D4AD3FB059F}"/>
              </a:ext>
            </a:extLst>
          </p:cNvPr>
          <p:cNvSpPr txBox="1">
            <a:spLocks/>
          </p:cNvSpPr>
          <p:nvPr/>
        </p:nvSpPr>
        <p:spPr>
          <a:xfrm>
            <a:off x="551384" y="1196752"/>
            <a:ext cx="11233248" cy="4824536"/>
          </a:xfrm>
          <a:prstGeom prst="rect">
            <a:avLst/>
          </a:prstGeom>
        </p:spPr>
        <p:txBody>
          <a:bodyPr lIns="91436" tIns="45718" rIns="91436" bIns="45718"/>
          <a:lstStyle>
            <a:lvl1pPr marL="363514" indent="-363514" algn="just" rtl="0" eaLnBrk="0" fontAlgn="base" hangingPunct="0">
              <a:lnSpc>
                <a:spcPts val="2700"/>
              </a:lnSpc>
              <a:spcBef>
                <a:spcPct val="0"/>
              </a:spcBef>
              <a:spcAft>
                <a:spcPts val="400"/>
              </a:spcAft>
              <a:buClr>
                <a:srgbClr val="993333"/>
              </a:buClr>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40" indent="-361926" algn="just" rtl="0" eaLnBrk="0" fontAlgn="base" hangingPunct="0">
              <a:lnSpc>
                <a:spcPts val="2800"/>
              </a:lnSpc>
              <a:spcBef>
                <a:spcPts val="1000"/>
              </a:spcBef>
              <a:spcAft>
                <a:spcPts val="0"/>
              </a:spcAft>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48" indent="-174613" algn="just" rtl="0" eaLnBrk="0" fontAlgn="base" hangingPunct="0">
              <a:spcBef>
                <a:spcPct val="20000"/>
              </a:spcBef>
              <a:spcAft>
                <a:spcPts val="0"/>
              </a:spcAft>
              <a:buClr>
                <a:srgbClr val="993333"/>
              </a:buClr>
              <a:buFont typeface="Arial" panose="020B0604020202020204" pitchFamily="34" charset="0"/>
              <a:buChar char="•"/>
              <a:defRPr sz="2100">
                <a:solidFill>
                  <a:schemeClr val="tx1"/>
                </a:solidFill>
                <a:latin typeface="楷体" panose="02010609060101010101" pitchFamily="49" charset="-122"/>
                <a:ea typeface="楷体" panose="02010609060101010101" pitchFamily="49" charset="-122"/>
                <a:cs typeface="Times New Roman" pitchFamily="18" charset="0"/>
              </a:defRPr>
            </a:lvl3pPr>
            <a:lvl4pPr marL="1160378" indent="-260331" algn="just" rtl="0" eaLnBrk="0" fontAlgn="base" hangingPunct="0">
              <a:spcBef>
                <a:spcPct val="20000"/>
              </a:spcBef>
              <a:spcAft>
                <a:spcPct val="0"/>
              </a:spcAft>
              <a:buFont typeface="Times New Roman" panose="02020603050405020304" pitchFamily="18" charset="0"/>
              <a:buChar char="−"/>
              <a:defRPr sz="1900">
                <a:solidFill>
                  <a:schemeClr val="tx1"/>
                </a:solidFill>
                <a:latin typeface="仿宋" panose="02010609060101010101" pitchFamily="49" charset="-122"/>
                <a:ea typeface="仿宋" panose="02010609060101010101" pitchFamily="49" charset="-122"/>
                <a:cs typeface="Times New Roman" pitchFamily="18" charset="0"/>
              </a:defRPr>
            </a:lvl4pPr>
            <a:lvl5pPr marL="2057247" indent="-228584" algn="just" rtl="0" eaLnBrk="0" fontAlgn="base" hangingPunct="0">
              <a:spcBef>
                <a:spcPct val="20000"/>
              </a:spcBef>
              <a:spcAft>
                <a:spcPct val="0"/>
              </a:spcAft>
              <a:buChar char="»"/>
              <a:defRPr sz="2000">
                <a:solidFill>
                  <a:schemeClr val="tx1"/>
                </a:solidFill>
                <a:latin typeface="Times New Roman" pitchFamily="18" charset="0"/>
                <a:ea typeface="+mn-ea"/>
                <a:cs typeface="Times New Roman" pitchFamily="18" charset="0"/>
              </a:defRPr>
            </a:lvl5pPr>
            <a:lvl6pPr marL="2514412" indent="-228584" algn="l" rtl="0" eaLnBrk="0" fontAlgn="base" hangingPunct="0">
              <a:spcBef>
                <a:spcPct val="20000"/>
              </a:spcBef>
              <a:spcAft>
                <a:spcPct val="0"/>
              </a:spcAft>
              <a:buChar char="»"/>
              <a:defRPr sz="2000">
                <a:solidFill>
                  <a:schemeClr val="tx1"/>
                </a:solidFill>
                <a:latin typeface="Times" charset="0"/>
                <a:ea typeface="+mn-ea"/>
              </a:defRPr>
            </a:lvl6pPr>
            <a:lvl7pPr marL="2971578" indent="-228584" algn="l" rtl="0" eaLnBrk="0" fontAlgn="base" hangingPunct="0">
              <a:spcBef>
                <a:spcPct val="20000"/>
              </a:spcBef>
              <a:spcAft>
                <a:spcPct val="0"/>
              </a:spcAft>
              <a:buChar char="»"/>
              <a:defRPr sz="2000">
                <a:solidFill>
                  <a:schemeClr val="tx1"/>
                </a:solidFill>
                <a:latin typeface="Times" charset="0"/>
                <a:ea typeface="+mn-ea"/>
              </a:defRPr>
            </a:lvl7pPr>
            <a:lvl8pPr marL="3428744" indent="-228584" algn="l" rtl="0" eaLnBrk="0" fontAlgn="base" hangingPunct="0">
              <a:spcBef>
                <a:spcPct val="20000"/>
              </a:spcBef>
              <a:spcAft>
                <a:spcPct val="0"/>
              </a:spcAft>
              <a:buChar char="»"/>
              <a:defRPr sz="2000">
                <a:solidFill>
                  <a:schemeClr val="tx1"/>
                </a:solidFill>
                <a:latin typeface="Times" charset="0"/>
                <a:ea typeface="+mn-ea"/>
              </a:defRPr>
            </a:lvl8pPr>
            <a:lvl9pPr marL="3885910" indent="-228584" algn="l" rtl="0" eaLnBrk="0" fontAlgn="base" hangingPunct="0">
              <a:spcBef>
                <a:spcPct val="20000"/>
              </a:spcBef>
              <a:spcAft>
                <a:spcPct val="0"/>
              </a:spcAft>
              <a:buChar char="»"/>
              <a:defRPr sz="2000">
                <a:solidFill>
                  <a:schemeClr val="tx1"/>
                </a:solidFill>
                <a:latin typeface="Times" charset="0"/>
                <a:ea typeface="+mn-ea"/>
              </a:defRPr>
            </a:lvl9pPr>
          </a:lstStyle>
          <a:p>
            <a:pPr marL="0" indent="0">
              <a:lnSpc>
                <a:spcPct val="150000"/>
              </a:lnSpc>
              <a:buFont typeface="Wingdings" pitchFamily="2" charset="2"/>
              <a:buNone/>
            </a:pPr>
            <a:r>
              <a:rPr kumimoji="1" lang="en-US" altLang="zh-CN" sz="4800" kern="0" dirty="0">
                <a:solidFill>
                  <a:srgbClr val="000000"/>
                </a:solidFill>
                <a:effectLst/>
                <a:latin typeface="Times New Roman" panose="02020603050405020304" pitchFamily="18" charset="0"/>
                <a:ea typeface="-윤고딕140"/>
              </a:rPr>
              <a:t>No paradigm is perfect...... </a:t>
            </a:r>
            <a:r>
              <a:rPr kumimoji="1" lang="zh-CN" altLang="en-US" sz="4800" kern="0" dirty="0">
                <a:solidFill>
                  <a:srgbClr val="000000"/>
                </a:solidFill>
                <a:effectLst/>
                <a:latin typeface="Times New Roman" panose="02020603050405020304" pitchFamily="18" charset="0"/>
                <a:ea typeface="-윤고딕140"/>
              </a:rPr>
              <a:t>，</a:t>
            </a:r>
            <a:r>
              <a:rPr kumimoji="1" lang="en-US" altLang="zh-CN" sz="4800" kern="0" dirty="0">
                <a:solidFill>
                  <a:srgbClr val="000000"/>
                </a:solidFill>
                <a:effectLst/>
                <a:latin typeface="Times New Roman" panose="02020603050405020304" pitchFamily="18" charset="0"/>
                <a:ea typeface="-윤고딕140"/>
              </a:rPr>
              <a:t>that's why there are so many of them.</a:t>
            </a:r>
          </a:p>
          <a:p>
            <a:pPr marL="0" indent="0">
              <a:lnSpc>
                <a:spcPct val="150000"/>
              </a:lnSpc>
              <a:buNone/>
            </a:pPr>
            <a:r>
              <a:rPr lang="zh-CN" altLang="en-US" sz="4800" dirty="0">
                <a:effectLst/>
                <a:highlight>
                  <a:srgbClr val="FFFF00"/>
                </a:highlight>
                <a:latin typeface="华文中宋" panose="02010600040101010101" pitchFamily="2" charset="-122"/>
                <a:ea typeface="华文中宋" panose="02010600040101010101" pitchFamily="2" charset="-122"/>
              </a:rPr>
              <a:t>体系是指一定范围内或同类事物按照一定的秩序和内部联系组合而</a:t>
            </a:r>
            <a:r>
              <a:rPr lang="zh-CN" altLang="en-US" sz="4800">
                <a:effectLst/>
                <a:highlight>
                  <a:srgbClr val="FFFF00"/>
                </a:highlight>
                <a:latin typeface="华文中宋" panose="02010600040101010101" pitchFamily="2" charset="-122"/>
                <a:ea typeface="华文中宋" panose="02010600040101010101" pitchFamily="2" charset="-122"/>
              </a:rPr>
              <a:t>成的整体。</a:t>
            </a:r>
            <a:endParaRPr lang="en-US" altLang="zh-CN" sz="4800" dirty="0">
              <a:effectLst/>
              <a:highlight>
                <a:srgbClr val="FFFF00"/>
              </a:highlight>
              <a:latin typeface="华文中宋" panose="02010600040101010101" pitchFamily="2" charset="-122"/>
              <a:ea typeface="华文中宋" panose="02010600040101010101" pitchFamily="2" charset="-122"/>
            </a:endParaRPr>
          </a:p>
          <a:p>
            <a:pPr marL="0" indent="0">
              <a:lnSpc>
                <a:spcPct val="200000"/>
              </a:lnSpc>
              <a:buFont typeface="Wingdings" pitchFamily="2" charset="2"/>
              <a:buNone/>
            </a:pPr>
            <a:endParaRPr kumimoji="1" lang="en-US" altLang="zh-CN" sz="4800" kern="0" dirty="0">
              <a:solidFill>
                <a:srgbClr val="000000"/>
              </a:solidFill>
              <a:effectLst/>
              <a:latin typeface="Times New Roman" panose="02020603050405020304" pitchFamily="18" charset="0"/>
              <a:ea typeface="-윤고딕140"/>
            </a:endParaRPr>
          </a:p>
          <a:p>
            <a:pPr marL="0" indent="0">
              <a:lnSpc>
                <a:spcPct val="150000"/>
              </a:lnSpc>
              <a:buFont typeface="Wingdings" pitchFamily="2" charset="2"/>
              <a:buNone/>
            </a:pPr>
            <a:endParaRPr kumimoji="1" lang="zh-CN" altLang="en-US" sz="4400" kern="0" dirty="0">
              <a:solidFill>
                <a:srgbClr val="000000"/>
              </a:solidFill>
              <a:effectLst/>
              <a:latin typeface="Times New Roman" panose="02020603050405020304" pitchFamily="18" charset="0"/>
            </a:endParaRPr>
          </a:p>
          <a:p>
            <a:pPr marL="0" indent="0">
              <a:lnSpc>
                <a:spcPct val="150000"/>
              </a:lnSpc>
              <a:buFont typeface="Wingdings" pitchFamily="2" charset="2"/>
              <a:buNone/>
            </a:pPr>
            <a:r>
              <a:rPr kumimoji="1" lang="en-US" altLang="zh-CN" sz="4400" kern="0" dirty="0">
                <a:solidFill>
                  <a:srgbClr val="000000"/>
                </a:solidFill>
                <a:effectLst/>
                <a:latin typeface="Times New Roman" panose="02020603050405020304" pitchFamily="18" charset="0"/>
                <a:ea typeface="-윤고딕140"/>
              </a:rPr>
              <a:t> </a:t>
            </a:r>
            <a:endParaRPr lang="en-US" altLang="zh-CN" sz="4400" kern="0" dirty="0">
              <a:latin typeface="Times New Roman" panose="02020603050405020304" pitchFamily="18" charset="0"/>
              <a:ea typeface="宋体" panose="02010600030101010101" pitchFamily="2" charset="-122"/>
            </a:endParaRPr>
          </a:p>
          <a:p>
            <a:pPr marL="0" indent="0">
              <a:buFont typeface="Wingdings" pitchFamily="2" charset="2"/>
              <a:buNone/>
            </a:pPr>
            <a:endParaRPr lang="zh-CN" altLang="en-US" sz="2800" kern="0" dirty="0"/>
          </a:p>
        </p:txBody>
      </p:sp>
    </p:spTree>
    <p:extLst>
      <p:ext uri="{BB962C8B-B14F-4D97-AF65-F5344CB8AC3E}">
        <p14:creationId xmlns:p14="http://schemas.microsoft.com/office/powerpoint/2010/main" val="287660184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厦门大学校徽（标准版）.png"/>
          <p:cNvPicPr>
            <a:picLocks noChangeAspect="1"/>
          </p:cNvPicPr>
          <p:nvPr/>
        </p:nvPicPr>
        <p:blipFill>
          <a:blip r:embed="rId3" cstate="print">
            <a:duotone>
              <a:schemeClr val="accent3">
                <a:shade val="45000"/>
                <a:satMod val="135000"/>
              </a:schemeClr>
              <a:prstClr val="white"/>
            </a:duotone>
            <a:lum contrast="40000"/>
          </a:blip>
          <a:srcRect r="13154" b="28781"/>
          <a:stretch>
            <a:fillRect/>
          </a:stretch>
        </p:blipFill>
        <p:spPr>
          <a:xfrm>
            <a:off x="7776493" y="3287039"/>
            <a:ext cx="4355657" cy="3571876"/>
          </a:xfrm>
          <a:prstGeom prst="rect">
            <a:avLst/>
          </a:prstGeom>
        </p:spPr>
      </p:pic>
      <p:sp>
        <p:nvSpPr>
          <p:cNvPr id="9" name="椭圆 8"/>
          <p:cNvSpPr/>
          <p:nvPr/>
        </p:nvSpPr>
        <p:spPr bwMode="auto">
          <a:xfrm>
            <a:off x="1055442" y="2989312"/>
            <a:ext cx="1512887" cy="14478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solidFill>
                <a:srgbClr val="FFFFFF"/>
              </a:solidFill>
              <a:latin typeface="Franklin Gothic Book"/>
              <a:ea typeface="黑体" panose="02010609060101010101" pitchFamily="49" charset="-122"/>
            </a:endParaRPr>
          </a:p>
        </p:txBody>
      </p:sp>
      <p:sp>
        <p:nvSpPr>
          <p:cNvPr id="6147" name="文本框 8"/>
          <p:cNvSpPr txBox="1">
            <a:spLocks noChangeArrowheads="1"/>
          </p:cNvSpPr>
          <p:nvPr/>
        </p:nvSpPr>
        <p:spPr bwMode="auto">
          <a:xfrm>
            <a:off x="1271341" y="3487787"/>
            <a:ext cx="1038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隶书" pitchFamily="49" charset="-122"/>
              </a:defRPr>
            </a:lvl1pPr>
            <a:lvl2pPr marL="742950" indent="-285750" eaLnBrk="0" hangingPunct="0">
              <a:defRPr kumimoji="1" sz="2400">
                <a:solidFill>
                  <a:schemeClr val="tx1"/>
                </a:solidFill>
                <a:latin typeface="Times New Roman" pitchFamily="18" charset="0"/>
                <a:ea typeface="隶书" pitchFamily="49" charset="-122"/>
              </a:defRPr>
            </a:lvl2pPr>
            <a:lvl3pPr marL="1143000" indent="-228600" eaLnBrk="0" hangingPunct="0">
              <a:defRPr kumimoji="1" sz="2400">
                <a:solidFill>
                  <a:schemeClr val="tx1"/>
                </a:solidFill>
                <a:latin typeface="Times New Roman" pitchFamily="18" charset="0"/>
                <a:ea typeface="隶书" pitchFamily="49" charset="-122"/>
              </a:defRPr>
            </a:lvl3pPr>
            <a:lvl4pPr marL="1600200" indent="-228600" eaLnBrk="0" hangingPunct="0">
              <a:defRPr kumimoji="1" sz="2400">
                <a:solidFill>
                  <a:schemeClr val="tx1"/>
                </a:solidFill>
                <a:latin typeface="Times New Roman" pitchFamily="18" charset="0"/>
                <a:ea typeface="隶书" pitchFamily="49" charset="-122"/>
              </a:defRPr>
            </a:lvl4pPr>
            <a:lvl5pPr marL="2057400" indent="-228600" eaLnBrk="0" hangingPunct="0">
              <a:defRPr kumimoji="1" sz="2400">
                <a:solidFill>
                  <a:schemeClr val="tx1"/>
                </a:solidFill>
                <a:latin typeface="Times New Roman" pitchFamily="18" charset="0"/>
                <a:ea typeface="隶书"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9pPr>
          </a:lstStyle>
          <a:p>
            <a:pPr algn="ctr" eaLnBrk="1" fontAlgn="auto" hangingPunct="1">
              <a:spcBef>
                <a:spcPts val="0"/>
              </a:spcBef>
              <a:spcAft>
                <a:spcPts val="0"/>
              </a:spcAft>
            </a:pPr>
            <a:r>
              <a:rPr lang="zh-CN" altLang="en-US" sz="2800" b="1" dirty="0">
                <a:solidFill>
                  <a:srgbClr val="FFFFFF"/>
                </a:solidFill>
                <a:latin typeface="微软雅黑" pitchFamily="34" charset="-122"/>
                <a:ea typeface="微软雅黑" pitchFamily="34" charset="-122"/>
                <a:cs typeface="Times New Roman" pitchFamily="18" charset="0"/>
              </a:rPr>
              <a:t>目录</a:t>
            </a:r>
          </a:p>
        </p:txBody>
      </p:sp>
      <p:sp>
        <p:nvSpPr>
          <p:cNvPr id="11" name="文本框 10"/>
          <p:cNvSpPr txBox="1"/>
          <p:nvPr/>
        </p:nvSpPr>
        <p:spPr>
          <a:xfrm>
            <a:off x="2509645" y="1644477"/>
            <a:ext cx="5674588"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chemeClr val="bg1">
                    <a:lumMod val="50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软件工程</a:t>
            </a: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50</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年</a:t>
            </a:r>
          </a:p>
        </p:txBody>
      </p:sp>
      <p:sp>
        <p:nvSpPr>
          <p:cNvPr id="8" name="标题 1"/>
          <p:cNvSpPr txBox="1">
            <a:spLocks/>
          </p:cNvSpPr>
          <p:nvPr/>
        </p:nvSpPr>
        <p:spPr>
          <a:xfrm>
            <a:off x="119336" y="214609"/>
            <a:ext cx="8229600" cy="622027"/>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sz="3600" dirty="0">
                <a:latin typeface="Arial Black" panose="020B0A04020102020204" pitchFamily="34" charset="0"/>
                <a:ea typeface="华文中宋" panose="02010600040101010101" pitchFamily="2" charset="-122"/>
              </a:rPr>
              <a:t>Software Architecture</a:t>
            </a:r>
            <a:endParaRPr lang="zh-CN" altLang="en-US" kern="0" dirty="0">
              <a:latin typeface="华文中宋" panose="02010600040101010101" pitchFamily="2" charset="-122"/>
              <a:ea typeface="华文中宋" panose="02010600040101010101" pitchFamily="2" charset="-122"/>
            </a:endParaRPr>
          </a:p>
        </p:txBody>
      </p:sp>
      <p:sp>
        <p:nvSpPr>
          <p:cNvPr id="10" name="文本框 9"/>
          <p:cNvSpPr txBox="1"/>
          <p:nvPr/>
        </p:nvSpPr>
        <p:spPr>
          <a:xfrm>
            <a:off x="2515820" y="2086124"/>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2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第一章 概述</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4" name="文本框 13"/>
          <p:cNvSpPr txBox="1"/>
          <p:nvPr/>
        </p:nvSpPr>
        <p:spPr>
          <a:xfrm>
            <a:off x="2514563" y="2575150"/>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3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第二章 软件体系结构的研究与发展</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3" name="文本框 12"/>
          <p:cNvSpPr txBox="1"/>
          <p:nvPr/>
        </p:nvSpPr>
        <p:spPr>
          <a:xfrm>
            <a:off x="2513306" y="3027806"/>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4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第三章 软件体系结构的层次性</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文本框 14"/>
          <p:cNvSpPr txBox="1"/>
          <p:nvPr/>
        </p:nvSpPr>
        <p:spPr>
          <a:xfrm>
            <a:off x="2512048" y="3460918"/>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5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第四章 软件体系结构的设计原理</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文本框 15"/>
          <p:cNvSpPr txBox="1"/>
          <p:nvPr/>
        </p:nvSpPr>
        <p:spPr>
          <a:xfrm>
            <a:off x="2512048" y="3882847"/>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6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第五章 部件与连接器</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7" name="文本框 16"/>
          <p:cNvSpPr txBox="1"/>
          <p:nvPr/>
        </p:nvSpPr>
        <p:spPr>
          <a:xfrm>
            <a:off x="2509347" y="4309335"/>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00B05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7  | </a:t>
            </a:r>
            <a:r>
              <a:rPr lang="zh-CN" altLang="en-US" sz="2800" b="1"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第六章 软件体系结构的一般描述</a:t>
            </a:r>
            <a:endParaRPr lang="en-US" altLang="zh-CN" sz="2800" b="1"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8" name="文本框 17"/>
          <p:cNvSpPr txBox="1"/>
          <p:nvPr/>
        </p:nvSpPr>
        <p:spPr>
          <a:xfrm>
            <a:off x="2502474" y="4753203"/>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8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第七章 设计模式</a:t>
            </a:r>
            <a:endPar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9" name="文本框 18"/>
          <p:cNvSpPr txBox="1"/>
          <p:nvPr/>
        </p:nvSpPr>
        <p:spPr>
          <a:xfrm>
            <a:off x="2495600" y="5173010"/>
            <a:ext cx="9289032"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9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OO</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的设计法则、体系结构风格、</a:t>
            </a:r>
            <a:r>
              <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Overview</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etc.</a:t>
            </a:r>
          </a:p>
        </p:txBody>
      </p:sp>
    </p:spTree>
    <p:extLst>
      <p:ext uri="{BB962C8B-B14F-4D97-AF65-F5344CB8AC3E}">
        <p14:creationId xmlns:p14="http://schemas.microsoft.com/office/powerpoint/2010/main" val="240796655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10243" name="Rectangle 2"/>
          <p:cNvSpPr>
            <a:spLocks noGrp="1" noChangeArrowheads="1"/>
          </p:cNvSpPr>
          <p:nvPr>
            <p:ph type="title"/>
          </p:nvPr>
        </p:nvSpPr>
        <p:spPr/>
        <p:txBody>
          <a:bodyPr/>
          <a:lstStyle/>
          <a:p>
            <a:pPr eaLnBrk="1" hangingPunct="1"/>
            <a:r>
              <a:rPr lang="en-US" altLang="zh-CN" sz="3400" dirty="0">
                <a:latin typeface="Times New Roman" panose="02020603050405020304" pitchFamily="18" charset="0"/>
                <a:ea typeface="华文中宋" panose="02010600040101010101" pitchFamily="2" charset="-122"/>
                <a:cs typeface="Times New Roman" panose="02020603050405020304" pitchFamily="18" charset="0"/>
              </a:rPr>
              <a:t>Chapter Six </a:t>
            </a:r>
            <a:r>
              <a:rPr lang="zh-CN" altLang="en-US" sz="3400" dirty="0">
                <a:latin typeface="Times New Roman" panose="02020603050405020304" pitchFamily="18" charset="0"/>
                <a:ea typeface="华文中宋" panose="02010600040101010101" pitchFamily="2" charset="-122"/>
                <a:cs typeface="Times New Roman" panose="02020603050405020304" pitchFamily="18" charset="0"/>
              </a:rPr>
              <a:t>体系结构的一般描述</a:t>
            </a:r>
          </a:p>
        </p:txBody>
      </p:sp>
      <p:sp>
        <p:nvSpPr>
          <p:cNvPr id="8" name="Rectangle 3">
            <a:extLst>
              <a:ext uri="{FF2B5EF4-FFF2-40B4-BE49-F238E27FC236}">
                <a16:creationId xmlns:a16="http://schemas.microsoft.com/office/drawing/2014/main" id="{9C6C3546-5D95-44EF-BE1D-E393EECFC179}"/>
              </a:ext>
            </a:extLst>
          </p:cNvPr>
          <p:cNvSpPr txBox="1">
            <a:spLocks noChangeArrowheads="1"/>
          </p:cNvSpPr>
          <p:nvPr/>
        </p:nvSpPr>
        <p:spPr bwMode="auto">
          <a:xfrm>
            <a:off x="514291" y="995381"/>
            <a:ext cx="11068109" cy="5603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6" tIns="45719" rIns="91436" bIns="45719" numCol="1" anchor="t" anchorCtr="0" compatLnSpc="1">
            <a:prstTxWarp prst="textNoShape">
              <a:avLst/>
            </a:prstTxWarp>
          </a:bodyPr>
          <a:lstStyle>
            <a:lvl1pPr marL="363522" indent="-363522" algn="just" rtl="0" eaLnBrk="0" fontAlgn="base" hangingPunct="0">
              <a:lnSpc>
                <a:spcPct val="110000"/>
              </a:lnSpc>
              <a:spcBef>
                <a:spcPct val="20000"/>
              </a:spcBef>
              <a:spcAft>
                <a:spcPts val="400"/>
              </a:spcAft>
              <a:buSzPct val="100000"/>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56" indent="-361934" algn="just" rtl="0" eaLnBrk="0" fontAlgn="base" hangingPunct="0">
              <a:lnSpc>
                <a:spcPts val="2800"/>
              </a:lnSpc>
              <a:spcBef>
                <a:spcPts val="1000"/>
              </a:spcBef>
              <a:spcAft>
                <a:spcPts val="0"/>
              </a:spcAft>
              <a:buClr>
                <a:srgbClr val="A50021"/>
              </a:buClr>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65" indent="-174617" algn="just" rtl="0" eaLnBrk="0" fontAlgn="base" hangingPunct="0">
              <a:spcBef>
                <a:spcPct val="20000"/>
              </a:spcBef>
              <a:spcAft>
                <a:spcPts val="0"/>
              </a:spcAft>
              <a:buFont typeface="Arial" panose="020B0604020202020204" pitchFamily="34" charset="0"/>
              <a:buChar char="•"/>
              <a:defRPr sz="2100" b="1">
                <a:solidFill>
                  <a:schemeClr val="tx1"/>
                </a:solidFill>
                <a:latin typeface="楷体" panose="02010609060101010101" pitchFamily="49" charset="-122"/>
                <a:ea typeface="楷体" panose="02010609060101010101" pitchFamily="49" charset="-122"/>
                <a:cs typeface="Times New Roman" pitchFamily="18" charset="0"/>
              </a:defRPr>
            </a:lvl3pPr>
            <a:lvl4pPr marL="1160406" indent="-260337" algn="just" rtl="0" eaLnBrk="0" fontAlgn="base" hangingPunct="0">
              <a:spcBef>
                <a:spcPct val="20000"/>
              </a:spcBef>
              <a:spcAft>
                <a:spcPct val="0"/>
              </a:spcAft>
              <a:buFont typeface="Times New Roman" panose="02020603050405020304" pitchFamily="18" charset="0"/>
              <a:buChar char="−"/>
              <a:defRPr sz="1900">
                <a:solidFill>
                  <a:schemeClr val="tx1"/>
                </a:solidFill>
                <a:latin typeface="仿宋" panose="02010609060101010101" pitchFamily="49" charset="-122"/>
                <a:ea typeface="仿宋" panose="02010609060101010101" pitchFamily="49" charset="-122"/>
                <a:cs typeface="Times New Roman" pitchFamily="18" charset="0"/>
              </a:defRPr>
            </a:lvl4pPr>
            <a:lvl5pPr marL="2138363" indent="-228600" algn="just" rtl="0" eaLnBrk="0" fontAlgn="base" hangingPunct="0">
              <a:spcBef>
                <a:spcPct val="20000"/>
              </a:spcBef>
              <a:spcAft>
                <a:spcPct val="0"/>
              </a:spcAft>
              <a:buChar char="»"/>
              <a:defRPr sz="2000">
                <a:solidFill>
                  <a:schemeClr val="tx1"/>
                </a:solidFill>
                <a:latin typeface="Times New Roman" pitchFamily="18" charset="0"/>
                <a:ea typeface="黑体" pitchFamily="2" charset="-122"/>
                <a:cs typeface="Times New Roman" pitchFamily="18" charset="0"/>
              </a:defRPr>
            </a:lvl5pPr>
            <a:lvl6pPr marL="2595563"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2763"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09963"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163" indent="-228600" algn="l" rtl="0" eaLnBrk="1" fontAlgn="base" hangingPunct="1">
              <a:spcBef>
                <a:spcPct val="20000"/>
              </a:spcBef>
              <a:spcAft>
                <a:spcPct val="0"/>
              </a:spcAft>
              <a:buChar char="»"/>
              <a:defRPr sz="2000">
                <a:solidFill>
                  <a:schemeClr val="tx1"/>
                </a:solidFill>
                <a:latin typeface="+mn-lt"/>
                <a:ea typeface="宋体" pitchFamily="2" charset="-122"/>
              </a:defRPr>
            </a:lvl9pPr>
          </a:lstStyle>
          <a:p>
            <a:pPr eaLnBrk="1" hangingPunct="1">
              <a:lnSpc>
                <a:spcPct val="150000"/>
              </a:lnSpc>
              <a:buFont typeface="Wingdings" panose="05000000000000000000" pitchFamily="2" charset="2"/>
              <a:buChar char="p"/>
            </a:pPr>
            <a:r>
              <a:rPr lang="zh-CN" altLang="en-US" sz="2400" kern="0" dirty="0">
                <a:effectLst/>
                <a:latin typeface="华文中宋" panose="02010600040101010101" pitchFamily="2" charset="-122"/>
                <a:ea typeface="华文中宋" panose="02010600040101010101" pitchFamily="2" charset="-122"/>
              </a:rPr>
              <a:t>体系结构设计过程的主要</a:t>
            </a:r>
            <a:r>
              <a:rPr lang="zh-CN" altLang="en-US" sz="2400" kern="0" dirty="0">
                <a:effectLst/>
                <a:highlight>
                  <a:srgbClr val="FFFF00"/>
                </a:highlight>
                <a:latin typeface="华文中宋" panose="02010600040101010101" pitchFamily="2" charset="-122"/>
                <a:ea typeface="华文中宋" panose="02010600040101010101" pitchFamily="2" charset="-122"/>
              </a:rPr>
              <a:t>输出</a:t>
            </a:r>
            <a:r>
              <a:rPr lang="zh-CN" altLang="en-US" sz="2400" kern="0" dirty="0">
                <a:effectLst/>
                <a:latin typeface="华文中宋" panose="02010600040101010101" pitchFamily="2" charset="-122"/>
                <a:ea typeface="华文中宋" panose="02010600040101010101" pitchFamily="2" charset="-122"/>
              </a:rPr>
              <a:t>为体系结构的描述模型。</a:t>
            </a:r>
            <a:endParaRPr lang="en-US" altLang="zh-CN" sz="2400" kern="0" dirty="0">
              <a:effectLst/>
              <a:latin typeface="华文中宋" panose="02010600040101010101" pitchFamily="2" charset="-122"/>
              <a:ea typeface="华文中宋" panose="02010600040101010101" pitchFamily="2" charset="-122"/>
            </a:endParaRPr>
          </a:p>
          <a:p>
            <a:pPr>
              <a:lnSpc>
                <a:spcPct val="150000"/>
              </a:lnSpc>
              <a:buFont typeface="Wingdings" panose="05000000000000000000" pitchFamily="2" charset="2"/>
              <a:buChar char="p"/>
            </a:pPr>
            <a:r>
              <a:rPr lang="zh-CN" altLang="en-US" sz="2400" kern="0" dirty="0">
                <a:effectLst/>
                <a:latin typeface="华文中宋" panose="02010600040101010101" pitchFamily="2" charset="-122"/>
                <a:ea typeface="华文中宋" panose="02010600040101010101" pitchFamily="2" charset="-122"/>
              </a:rPr>
              <a:t>体系结构表示的目的：是</a:t>
            </a:r>
            <a:r>
              <a:rPr lang="zh-CN" altLang="en-US" sz="2400" kern="0" dirty="0">
                <a:effectLst/>
                <a:highlight>
                  <a:srgbClr val="FFFF00"/>
                </a:highlight>
                <a:latin typeface="华文中宋" panose="02010600040101010101" pitchFamily="2" charset="-122"/>
                <a:ea typeface="华文中宋" panose="02010600040101010101" pitchFamily="2" charset="-122"/>
              </a:rPr>
              <a:t>系统的一种表示</a:t>
            </a:r>
            <a:r>
              <a:rPr lang="zh-CN" altLang="en-US" sz="2400" kern="0" dirty="0">
                <a:effectLst/>
                <a:latin typeface="华文中宋" panose="02010600040101010101" pitchFamily="2" charset="-122"/>
                <a:ea typeface="华文中宋" panose="02010600040101010101" pitchFamily="2" charset="-122"/>
              </a:rPr>
              <a:t>。</a:t>
            </a:r>
            <a:endParaRPr lang="en-US" altLang="zh-CN" sz="2400" kern="0" dirty="0">
              <a:effectLst/>
              <a:latin typeface="华文中宋" panose="02010600040101010101" pitchFamily="2" charset="-122"/>
              <a:ea typeface="华文中宋" panose="02010600040101010101" pitchFamily="2" charset="-122"/>
            </a:endParaRPr>
          </a:p>
          <a:p>
            <a:pPr lvl="2">
              <a:buFont typeface="Wingdings" panose="05000000000000000000" pitchFamily="2" charset="2"/>
              <a:buChar char="n"/>
            </a:pPr>
            <a:r>
              <a:rPr lang="zh-CN" altLang="en-US" sz="2400" dirty="0"/>
              <a:t>对任意所需级别的粒度，规定组件和连接器的体系结构约束。</a:t>
            </a:r>
            <a:endParaRPr lang="en-US" altLang="zh-CN" sz="2400" dirty="0"/>
          </a:p>
          <a:p>
            <a:pPr lvl="2">
              <a:buFont typeface="Wingdings" panose="05000000000000000000" pitchFamily="2" charset="2"/>
              <a:buChar char="n"/>
            </a:pPr>
            <a:r>
              <a:rPr lang="zh-CN" altLang="en-US" sz="2400" dirty="0"/>
              <a:t>把美学与工程分开</a:t>
            </a:r>
            <a:r>
              <a:rPr lang="zh-CN" altLang="en-US" sz="2000" dirty="0">
                <a:solidFill>
                  <a:srgbClr val="C00000"/>
                </a:solidFill>
              </a:rPr>
              <a:t>（美学容易修改）</a:t>
            </a:r>
            <a:r>
              <a:rPr lang="zh-CN" altLang="en-US" sz="2400" dirty="0"/>
              <a:t>。</a:t>
            </a:r>
            <a:endParaRPr lang="en-US" altLang="zh-CN" sz="2400" dirty="0"/>
          </a:p>
          <a:p>
            <a:pPr lvl="2">
              <a:buFont typeface="Wingdings" panose="05000000000000000000" pitchFamily="2" charset="2"/>
              <a:buChar char="n"/>
            </a:pPr>
            <a:r>
              <a:rPr lang="zh-CN" altLang="en-US" sz="2400" dirty="0"/>
              <a:t>以一种合适的视图或方式表达体系结构的不同方面</a:t>
            </a:r>
            <a:r>
              <a:rPr lang="zh-CN" altLang="en-US" sz="2000" dirty="0">
                <a:solidFill>
                  <a:srgbClr val="C00000"/>
                </a:solidFill>
              </a:rPr>
              <a:t>（</a:t>
            </a:r>
            <a:r>
              <a:rPr lang="en-US" altLang="zh-CN" sz="2000" dirty="0">
                <a:solidFill>
                  <a:srgbClr val="C00000"/>
                </a:solidFill>
              </a:rPr>
              <a:t>Views</a:t>
            </a:r>
            <a:r>
              <a:rPr lang="zh-CN" altLang="en-US" sz="2000" dirty="0">
                <a:solidFill>
                  <a:srgbClr val="C00000"/>
                </a:solidFill>
              </a:rPr>
              <a:t>）</a:t>
            </a:r>
            <a:r>
              <a:rPr lang="zh-CN" altLang="en-US" sz="2400" dirty="0"/>
              <a:t>。</a:t>
            </a:r>
            <a:endParaRPr lang="en-US" altLang="zh-CN" sz="2400" dirty="0"/>
          </a:p>
          <a:p>
            <a:pPr lvl="2">
              <a:buFont typeface="Wingdings" panose="05000000000000000000" pitchFamily="2" charset="2"/>
              <a:buChar char="n"/>
            </a:pPr>
            <a:r>
              <a:rPr lang="zh-CN" altLang="en-US" sz="2400" dirty="0"/>
              <a:t>进行相关性和一致性的分析。</a:t>
            </a:r>
            <a:endParaRPr lang="en-US" altLang="zh-CN" sz="2400" dirty="0"/>
          </a:p>
          <a:p>
            <a:pPr lvl="2">
              <a:buFont typeface="Wingdings" panose="05000000000000000000" pitchFamily="2" charset="2"/>
              <a:buChar char="n"/>
            </a:pPr>
            <a:r>
              <a:rPr lang="zh-CN" altLang="en-US" sz="2400" dirty="0"/>
              <a:t>支持系统生成或实例化</a:t>
            </a:r>
            <a:r>
              <a:rPr lang="zh-CN" altLang="en-US" sz="2000" dirty="0">
                <a:solidFill>
                  <a:srgbClr val="C00000"/>
                </a:solidFill>
              </a:rPr>
              <a:t>（机器可读）</a:t>
            </a:r>
            <a:r>
              <a:rPr lang="zh-CN" altLang="en-US" sz="2400" dirty="0"/>
              <a:t>。</a:t>
            </a:r>
            <a:endParaRPr lang="en-US" altLang="zh-CN" sz="2400" dirty="0"/>
          </a:p>
          <a:p>
            <a:pPr eaLnBrk="1" hangingPunct="1">
              <a:lnSpc>
                <a:spcPct val="150000"/>
              </a:lnSpc>
              <a:buFont typeface="Wingdings" panose="05000000000000000000" pitchFamily="2" charset="2"/>
              <a:buChar char="p"/>
            </a:pPr>
            <a:r>
              <a:rPr lang="zh-CN" altLang="en-US" sz="2400" kern="0" dirty="0">
                <a:effectLst/>
                <a:latin typeface="华文中宋" panose="02010600040101010101" pitchFamily="2" charset="-122"/>
                <a:ea typeface="华文中宋" panose="02010600040101010101" pitchFamily="2" charset="-122"/>
              </a:rPr>
              <a:t>体系结构的设计模型描述的</a:t>
            </a:r>
            <a:r>
              <a:rPr lang="zh-CN" altLang="en-US" sz="2400" kern="0" dirty="0">
                <a:effectLst/>
                <a:highlight>
                  <a:srgbClr val="FFFF00"/>
                </a:highlight>
                <a:latin typeface="华文中宋" panose="02010600040101010101" pitchFamily="2" charset="-122"/>
                <a:ea typeface="华文中宋" panose="02010600040101010101" pitchFamily="2" charset="-122"/>
              </a:rPr>
              <a:t>形式化程度越低</a:t>
            </a:r>
            <a:r>
              <a:rPr lang="zh-CN" altLang="en-US" sz="2400" kern="0" dirty="0">
                <a:effectLst/>
                <a:latin typeface="华文中宋" panose="02010600040101010101" pitchFamily="2" charset="-122"/>
                <a:ea typeface="华文中宋" panose="02010600040101010101" pitchFamily="2" charset="-122"/>
              </a:rPr>
              <a:t>，则：体系结构的评价就越难。</a:t>
            </a:r>
            <a:endParaRPr lang="en-US" altLang="zh-CN" sz="2400" kern="0" dirty="0">
              <a:effectLst/>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p"/>
            </a:pPr>
            <a:r>
              <a:rPr lang="zh-CN" altLang="en-US" sz="2400" kern="0" dirty="0">
                <a:effectLst/>
                <a:latin typeface="华文中宋" panose="02010600040101010101" pitchFamily="2" charset="-122"/>
                <a:ea typeface="华文中宋" panose="02010600040101010101" pitchFamily="2" charset="-122"/>
              </a:rPr>
              <a:t>语言的形式化使不同的人能够</a:t>
            </a:r>
            <a:r>
              <a:rPr lang="zh-CN" altLang="en-US" sz="2400" kern="0" dirty="0">
                <a:effectLst/>
                <a:highlight>
                  <a:srgbClr val="FFFF00"/>
                </a:highlight>
                <a:latin typeface="华文中宋" panose="02010600040101010101" pitchFamily="2" charset="-122"/>
                <a:ea typeface="华文中宋" panose="02010600040101010101" pitchFamily="2" charset="-122"/>
              </a:rPr>
              <a:t>以一种精确的方式</a:t>
            </a:r>
            <a:r>
              <a:rPr lang="zh-CN" altLang="en-US" sz="2400" kern="0" dirty="0">
                <a:effectLst/>
                <a:latin typeface="华文中宋" panose="02010600040101010101" pitchFamily="2" charset="-122"/>
                <a:ea typeface="华文中宋" panose="02010600040101010101" pitchFamily="2" charset="-122"/>
              </a:rPr>
              <a:t>理解一个模型</a:t>
            </a:r>
            <a:r>
              <a:rPr lang="zh-CN" altLang="en-US" sz="2000" kern="0" dirty="0">
                <a:effectLst/>
                <a:latin typeface="华文中宋" panose="02010600040101010101" pitchFamily="2" charset="-122"/>
                <a:ea typeface="华文中宋" panose="02010600040101010101" pitchFamily="2" charset="-122"/>
              </a:rPr>
              <a:t>。</a:t>
            </a:r>
            <a:endParaRPr lang="en-US" altLang="zh-CN" sz="2400" dirty="0"/>
          </a:p>
          <a:p>
            <a:pPr>
              <a:buFont typeface="Wingdings" panose="05000000000000000000" pitchFamily="2" charset="2"/>
              <a:buChar char="p"/>
            </a:pPr>
            <a:r>
              <a:rPr lang="zh-CN" altLang="en-US" sz="2400" kern="0" dirty="0">
                <a:effectLst/>
                <a:latin typeface="华文中宋" panose="02010600040101010101" pitchFamily="2" charset="-122"/>
                <a:ea typeface="华文中宋" panose="02010600040101010101" pitchFamily="2" charset="-122"/>
              </a:rPr>
              <a:t>将</a:t>
            </a:r>
            <a:r>
              <a:rPr lang="zh-CN" altLang="en-US" sz="2400" kern="0" dirty="0">
                <a:effectLst/>
                <a:highlight>
                  <a:srgbClr val="FFFF00"/>
                </a:highlight>
                <a:latin typeface="华文中宋" panose="02010600040101010101" pitchFamily="2" charset="-122"/>
                <a:ea typeface="华文中宋" panose="02010600040101010101" pitchFamily="2" charset="-122"/>
              </a:rPr>
              <a:t>质量</a:t>
            </a:r>
            <a:r>
              <a:rPr lang="zh-CN" altLang="en-US" sz="2400" kern="0" dirty="0">
                <a:effectLst/>
                <a:latin typeface="华文中宋" panose="02010600040101010101" pitchFamily="2" charset="-122"/>
                <a:ea typeface="华文中宋" panose="02010600040101010101" pitchFamily="2" charset="-122"/>
              </a:rPr>
              <a:t>属性的需求映射到软件体系结构不容易，在两者之间存在</a:t>
            </a:r>
            <a:r>
              <a:rPr lang="zh-CN" altLang="en-US" sz="2400" kern="0" dirty="0">
                <a:effectLst/>
                <a:highlight>
                  <a:srgbClr val="FFFF00"/>
                </a:highlight>
                <a:latin typeface="华文中宋" panose="02010600040101010101" pitchFamily="2" charset="-122"/>
                <a:ea typeface="华文中宋" panose="02010600040101010101" pitchFamily="2" charset="-122"/>
              </a:rPr>
              <a:t>许多断层</a:t>
            </a:r>
            <a:r>
              <a:rPr lang="zh-CN" altLang="en-US" sz="2400" kern="0" dirty="0">
                <a:effectLst/>
                <a:latin typeface="华文中宋" panose="02010600040101010101" pitchFamily="2" charset="-122"/>
                <a:ea typeface="华文中宋" panose="02010600040101010101" pitchFamily="2" charset="-122"/>
              </a:rPr>
              <a:t>。</a:t>
            </a:r>
            <a:endParaRPr lang="en-US" altLang="zh-CN" sz="2400" kern="0" dirty="0">
              <a:effectLst/>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411605527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10243" name="Rectangle 2"/>
          <p:cNvSpPr>
            <a:spLocks noGrp="1" noChangeArrowheads="1"/>
          </p:cNvSpPr>
          <p:nvPr>
            <p:ph type="title"/>
          </p:nvPr>
        </p:nvSpPr>
        <p:spPr/>
        <p:txBody>
          <a:bodyPr/>
          <a:lstStyle/>
          <a:p>
            <a:pPr eaLnBrk="1" hangingPunct="1"/>
            <a:r>
              <a:rPr lang="en-US" altLang="zh-CN" sz="3400" dirty="0">
                <a:latin typeface="Times New Roman" panose="02020603050405020304" pitchFamily="18" charset="0"/>
                <a:ea typeface="华文中宋" panose="02010600040101010101" pitchFamily="2" charset="-122"/>
                <a:cs typeface="Times New Roman" panose="02020603050405020304" pitchFamily="18" charset="0"/>
              </a:rPr>
              <a:t>Chapter Six </a:t>
            </a:r>
            <a:r>
              <a:rPr lang="zh-CN" altLang="en-US" sz="3400" dirty="0">
                <a:latin typeface="Times New Roman" panose="02020603050405020304" pitchFamily="18" charset="0"/>
                <a:ea typeface="华文中宋" panose="02010600040101010101" pitchFamily="2" charset="-122"/>
                <a:cs typeface="Times New Roman" panose="02020603050405020304" pitchFamily="18" charset="0"/>
              </a:rPr>
              <a:t>体系结构的一般描述</a:t>
            </a:r>
          </a:p>
        </p:txBody>
      </p:sp>
      <p:sp>
        <p:nvSpPr>
          <p:cNvPr id="7" name="Rectangle 3">
            <a:extLst>
              <a:ext uri="{FF2B5EF4-FFF2-40B4-BE49-F238E27FC236}">
                <a16:creationId xmlns:a16="http://schemas.microsoft.com/office/drawing/2014/main" id="{BE9E93D8-66C3-4EEB-A36C-D6549FCFC830}"/>
              </a:ext>
            </a:extLst>
          </p:cNvPr>
          <p:cNvSpPr txBox="1">
            <a:spLocks noChangeArrowheads="1"/>
          </p:cNvSpPr>
          <p:nvPr/>
        </p:nvSpPr>
        <p:spPr bwMode="auto">
          <a:xfrm>
            <a:off x="504056" y="926138"/>
            <a:ext cx="11208568" cy="5599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6" tIns="45719" rIns="91436" bIns="45719" numCol="1" anchor="t" anchorCtr="0" compatLnSpc="1">
            <a:prstTxWarp prst="textNoShape">
              <a:avLst/>
            </a:prstTxWarp>
          </a:bodyPr>
          <a:lstStyle>
            <a:lvl1pPr marL="363522" indent="-363522" algn="just" rtl="0" eaLnBrk="0" fontAlgn="base" hangingPunct="0">
              <a:lnSpc>
                <a:spcPct val="110000"/>
              </a:lnSpc>
              <a:spcBef>
                <a:spcPct val="20000"/>
              </a:spcBef>
              <a:spcAft>
                <a:spcPts val="400"/>
              </a:spcAft>
              <a:buSzPct val="100000"/>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56" indent="-361934" algn="just" rtl="0" eaLnBrk="0" fontAlgn="base" hangingPunct="0">
              <a:lnSpc>
                <a:spcPts val="2800"/>
              </a:lnSpc>
              <a:spcBef>
                <a:spcPts val="1000"/>
              </a:spcBef>
              <a:spcAft>
                <a:spcPts val="0"/>
              </a:spcAft>
              <a:buClr>
                <a:srgbClr val="A50021"/>
              </a:buClr>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65" indent="-174617" algn="just" rtl="0" eaLnBrk="0" fontAlgn="base" hangingPunct="0">
              <a:spcBef>
                <a:spcPct val="20000"/>
              </a:spcBef>
              <a:spcAft>
                <a:spcPts val="0"/>
              </a:spcAft>
              <a:buFont typeface="Arial" panose="020B0604020202020204" pitchFamily="34" charset="0"/>
              <a:buChar char="•"/>
              <a:defRPr sz="2100" b="1">
                <a:solidFill>
                  <a:schemeClr val="tx1"/>
                </a:solidFill>
                <a:latin typeface="楷体" panose="02010609060101010101" pitchFamily="49" charset="-122"/>
                <a:ea typeface="楷体" panose="02010609060101010101" pitchFamily="49" charset="-122"/>
                <a:cs typeface="Times New Roman" pitchFamily="18" charset="0"/>
              </a:defRPr>
            </a:lvl3pPr>
            <a:lvl4pPr marL="1160406" indent="-260337" algn="just" rtl="0" eaLnBrk="0" fontAlgn="base" hangingPunct="0">
              <a:spcBef>
                <a:spcPct val="20000"/>
              </a:spcBef>
              <a:spcAft>
                <a:spcPct val="0"/>
              </a:spcAft>
              <a:buFont typeface="Times New Roman" panose="02020603050405020304" pitchFamily="18" charset="0"/>
              <a:buChar char="−"/>
              <a:defRPr sz="1900">
                <a:solidFill>
                  <a:schemeClr val="tx1"/>
                </a:solidFill>
                <a:latin typeface="仿宋" panose="02010609060101010101" pitchFamily="49" charset="-122"/>
                <a:ea typeface="仿宋" panose="02010609060101010101" pitchFamily="49" charset="-122"/>
                <a:cs typeface="Times New Roman" pitchFamily="18" charset="0"/>
              </a:defRPr>
            </a:lvl4pPr>
            <a:lvl5pPr marL="2138363" indent="-228600" algn="just" rtl="0" eaLnBrk="0" fontAlgn="base" hangingPunct="0">
              <a:spcBef>
                <a:spcPct val="20000"/>
              </a:spcBef>
              <a:spcAft>
                <a:spcPct val="0"/>
              </a:spcAft>
              <a:buChar char="»"/>
              <a:defRPr sz="2000">
                <a:solidFill>
                  <a:schemeClr val="tx1"/>
                </a:solidFill>
                <a:latin typeface="Times New Roman" pitchFamily="18" charset="0"/>
                <a:ea typeface="黑体" pitchFamily="2" charset="-122"/>
                <a:cs typeface="Times New Roman" pitchFamily="18" charset="0"/>
              </a:defRPr>
            </a:lvl5pPr>
            <a:lvl6pPr marL="2595563"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2763"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09963"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163" indent="-228600" algn="l" rtl="0" eaLnBrk="1" fontAlgn="base" hangingPunct="1">
              <a:spcBef>
                <a:spcPct val="20000"/>
              </a:spcBef>
              <a:spcAft>
                <a:spcPct val="0"/>
              </a:spcAft>
              <a:buChar char="»"/>
              <a:defRPr sz="2000">
                <a:solidFill>
                  <a:schemeClr val="tx1"/>
                </a:solidFill>
                <a:latin typeface="+mn-lt"/>
                <a:ea typeface="宋体" pitchFamily="2" charset="-122"/>
              </a:defRPr>
            </a:lvl9pPr>
          </a:lstStyle>
          <a:p>
            <a:pPr eaLnBrk="1" hangingPunct="1">
              <a:lnSpc>
                <a:spcPct val="150000"/>
              </a:lnSpc>
              <a:buFont typeface="Wingdings" panose="05000000000000000000" pitchFamily="2" charset="2"/>
              <a:buChar char="p"/>
            </a:pPr>
            <a:r>
              <a:rPr lang="en-US" altLang="zh-CN" sz="2400" kern="0" dirty="0">
                <a:effectLst/>
                <a:highlight>
                  <a:srgbClr val="FFFF00"/>
                </a:highlight>
                <a:latin typeface="Times New Roman" panose="02020603050405020304" pitchFamily="18" charset="0"/>
                <a:ea typeface="华文中宋" panose="02010600040101010101" pitchFamily="2" charset="-122"/>
              </a:rPr>
              <a:t>WHY</a:t>
            </a:r>
            <a:r>
              <a:rPr lang="en-US" altLang="zh-CN" sz="2400" kern="0" dirty="0">
                <a:effectLst/>
                <a:latin typeface="Times New Roman" panose="02020603050405020304" pitchFamily="18" charset="0"/>
                <a:ea typeface="华文中宋" panose="02010600040101010101" pitchFamily="2" charset="-122"/>
              </a:rPr>
              <a:t> ADL </a:t>
            </a:r>
            <a:r>
              <a:rPr lang="zh-CN" altLang="en-US" sz="2400" kern="0" dirty="0">
                <a:effectLst/>
                <a:latin typeface="Times New Roman" panose="02020603050405020304" pitchFamily="18" charset="0"/>
                <a:ea typeface="华文中宋" panose="02010600040101010101" pitchFamily="2" charset="-122"/>
              </a:rPr>
              <a:t>？</a:t>
            </a:r>
            <a:endParaRPr lang="zh-CN" altLang="en-US" sz="2000" b="0" kern="0" dirty="0">
              <a:latin typeface="Times New Roman" panose="02020603050405020304" pitchFamily="18" charset="0"/>
              <a:ea typeface="华文中宋" panose="02010600040101010101" pitchFamily="2" charset="-122"/>
            </a:endParaRPr>
          </a:p>
          <a:p>
            <a:pPr lvl="1" eaLnBrk="1" hangingPunct="1">
              <a:lnSpc>
                <a:spcPct val="100000"/>
              </a:lnSpc>
              <a:buFont typeface="Wingdings" panose="05000000000000000000" pitchFamily="2" charset="2"/>
              <a:buChar char="n"/>
            </a:pPr>
            <a:r>
              <a:rPr lang="zh-CN" altLang="en-US" sz="2000" b="0" kern="0" dirty="0">
                <a:latin typeface="华文中宋" panose="02010600040101010101" pitchFamily="2" charset="-122"/>
                <a:ea typeface="华文中宋" panose="02010600040101010101" pitchFamily="2" charset="-122"/>
              </a:rPr>
              <a:t>从高层分析、设计或理解一个待开发的</a:t>
            </a:r>
            <a:r>
              <a:rPr lang="en-US" altLang="zh-CN" sz="2000" b="0" kern="0" dirty="0">
                <a:latin typeface="华文中宋" panose="02010600040101010101" pitchFamily="2" charset="-122"/>
                <a:ea typeface="华文中宋" panose="02010600040101010101" pitchFamily="2" charset="-122"/>
              </a:rPr>
              <a:t>System</a:t>
            </a:r>
            <a:r>
              <a:rPr lang="zh-CN" altLang="en-US" sz="2000" b="0" kern="0" dirty="0">
                <a:latin typeface="华文中宋" panose="02010600040101010101" pitchFamily="2" charset="-122"/>
                <a:ea typeface="华文中宋" panose="02010600040101010101" pitchFamily="2" charset="-122"/>
              </a:rPr>
              <a:t>；</a:t>
            </a:r>
          </a:p>
          <a:p>
            <a:pPr lvl="1" eaLnBrk="1" hangingPunct="1">
              <a:lnSpc>
                <a:spcPct val="100000"/>
              </a:lnSpc>
              <a:buFont typeface="Wingdings" panose="05000000000000000000" pitchFamily="2" charset="2"/>
              <a:buChar char="n"/>
            </a:pPr>
            <a:r>
              <a:rPr lang="zh-CN" altLang="en-US" sz="2000" b="0" kern="0" dirty="0">
                <a:latin typeface="华文中宋" panose="02010600040101010101" pitchFamily="2" charset="-122"/>
                <a:ea typeface="华文中宋" panose="02010600040101010101" pitchFamily="2" charset="-122"/>
              </a:rPr>
              <a:t>也许，将来你的研究就是</a:t>
            </a:r>
            <a:r>
              <a:rPr lang="en-US" altLang="zh-CN" sz="2000" b="0" kern="0" dirty="0">
                <a:latin typeface="华文中宋" panose="02010600040101010101" pitchFamily="2" charset="-122"/>
                <a:ea typeface="华文中宋" panose="02010600040101010101" pitchFamily="2" charset="-122"/>
              </a:rPr>
              <a:t>ADL</a:t>
            </a:r>
            <a:r>
              <a:rPr lang="zh-CN" altLang="en-US" sz="2000" b="0" kern="0" dirty="0">
                <a:latin typeface="华文中宋" panose="02010600040101010101" pitchFamily="2" charset="-122"/>
                <a:ea typeface="华文中宋" panose="02010600040101010101" pitchFamily="2" charset="-122"/>
              </a:rPr>
              <a:t>；</a:t>
            </a:r>
            <a:endParaRPr lang="en-US" altLang="zh-CN" sz="2000" b="0" kern="0" dirty="0">
              <a:latin typeface="华文中宋" panose="02010600040101010101" pitchFamily="2" charset="-122"/>
              <a:ea typeface="华文中宋" panose="02010600040101010101" pitchFamily="2" charset="-122"/>
            </a:endParaRPr>
          </a:p>
          <a:p>
            <a:pPr lvl="1" eaLnBrk="1" hangingPunct="1">
              <a:lnSpc>
                <a:spcPct val="100000"/>
              </a:lnSpc>
              <a:buFont typeface="Wingdings" panose="05000000000000000000" pitchFamily="2" charset="2"/>
              <a:buChar char="n"/>
            </a:pPr>
            <a:r>
              <a:rPr lang="en-US" altLang="zh-CN" sz="2000" b="0" kern="0" dirty="0">
                <a:latin typeface="华文中宋" panose="02010600040101010101" pitchFamily="2" charset="-122"/>
                <a:ea typeface="华文中宋" panose="02010600040101010101" pitchFamily="2" charset="-122"/>
              </a:rPr>
              <a:t>ADL</a:t>
            </a:r>
            <a:r>
              <a:rPr lang="zh-CN" altLang="en-US" sz="2000" b="0" kern="0" dirty="0">
                <a:latin typeface="华文中宋" panose="02010600040101010101" pitchFamily="2" charset="-122"/>
                <a:ea typeface="华文中宋" panose="02010600040101010101" pitchFamily="2" charset="-122"/>
              </a:rPr>
              <a:t>是趋势。</a:t>
            </a:r>
          </a:p>
          <a:p>
            <a:pPr eaLnBrk="1" hangingPunct="1">
              <a:lnSpc>
                <a:spcPct val="150000"/>
              </a:lnSpc>
              <a:buFont typeface="Wingdings" panose="05000000000000000000" pitchFamily="2" charset="2"/>
              <a:buChar char="p"/>
            </a:pPr>
            <a:r>
              <a:rPr lang="en-US" altLang="zh-CN" sz="2400" kern="0" dirty="0">
                <a:effectLst/>
                <a:latin typeface="华文中宋" panose="02010600040101010101" pitchFamily="2" charset="-122"/>
                <a:ea typeface="华文中宋" panose="02010600040101010101" pitchFamily="2" charset="-122"/>
              </a:rPr>
              <a:t>ADL</a:t>
            </a:r>
            <a:r>
              <a:rPr lang="zh-CN" altLang="en-US" sz="2400" kern="0" dirty="0">
                <a:effectLst/>
                <a:latin typeface="华文中宋" panose="02010600040101010101" pitchFamily="2" charset="-122"/>
                <a:ea typeface="华文中宋" panose="02010600040101010101" pitchFamily="2" charset="-122"/>
              </a:rPr>
              <a:t>通常不会在企业应用的开发中使用，</a:t>
            </a:r>
            <a:r>
              <a:rPr lang="en-US" altLang="zh-CN" sz="2400" kern="0" dirty="0">
                <a:effectLst/>
                <a:latin typeface="华文中宋" panose="02010600040101010101" pitchFamily="2" charset="-122"/>
                <a:ea typeface="华文中宋" panose="02010600040101010101" pitchFamily="2" charset="-122"/>
              </a:rPr>
              <a:t>ADL</a:t>
            </a:r>
            <a:r>
              <a:rPr lang="zh-CN" altLang="en-US" sz="2400" kern="0" dirty="0">
                <a:effectLst/>
                <a:latin typeface="华文中宋" panose="02010600040101010101" pitchFamily="2" charset="-122"/>
                <a:ea typeface="华文中宋" panose="02010600040101010101" pitchFamily="2" charset="-122"/>
              </a:rPr>
              <a:t>主要是实验室的，但，理解</a:t>
            </a:r>
            <a:r>
              <a:rPr lang="en-US" altLang="zh-CN" sz="2400" kern="0" dirty="0">
                <a:effectLst/>
                <a:latin typeface="华文中宋" panose="02010600040101010101" pitchFamily="2" charset="-122"/>
                <a:ea typeface="华文中宋" panose="02010600040101010101" pitchFamily="2" charset="-122"/>
              </a:rPr>
              <a:t>ADL</a:t>
            </a:r>
            <a:r>
              <a:rPr lang="zh-CN" altLang="en-US" sz="2400" kern="0" dirty="0">
                <a:effectLst/>
                <a:latin typeface="华文中宋" panose="02010600040101010101" pitchFamily="2" charset="-122"/>
                <a:ea typeface="华文中宋" panose="02010600040101010101" pitchFamily="2" charset="-122"/>
              </a:rPr>
              <a:t>有</a:t>
            </a:r>
            <a:r>
              <a:rPr lang="zh-CN" altLang="en-US" sz="2400" kern="0" dirty="0">
                <a:effectLst/>
                <a:highlight>
                  <a:srgbClr val="FFFF00"/>
                </a:highlight>
                <a:latin typeface="华文中宋" panose="02010600040101010101" pitchFamily="2" charset="-122"/>
                <a:ea typeface="华文中宋" panose="02010600040101010101" pitchFamily="2" charset="-122"/>
              </a:rPr>
              <a:t>两个好处</a:t>
            </a:r>
            <a:r>
              <a:rPr lang="zh-CN" altLang="en-US" sz="2400" kern="0" dirty="0">
                <a:effectLst/>
                <a:latin typeface="华文中宋" panose="02010600040101010101" pitchFamily="2" charset="-122"/>
                <a:ea typeface="华文中宋" panose="02010600040101010101" pitchFamily="2" charset="-122"/>
              </a:rPr>
              <a:t>：</a:t>
            </a:r>
            <a:endParaRPr lang="en-US" altLang="zh-CN" sz="2400" kern="0" dirty="0">
              <a:effectLst/>
              <a:latin typeface="华文中宋" panose="02010600040101010101" pitchFamily="2" charset="-122"/>
              <a:ea typeface="华文中宋" panose="02010600040101010101" pitchFamily="2" charset="-122"/>
            </a:endParaRPr>
          </a:p>
          <a:p>
            <a:pPr lvl="1" eaLnBrk="1" hangingPunct="1">
              <a:lnSpc>
                <a:spcPct val="100000"/>
              </a:lnSpc>
              <a:buFont typeface="Wingdings" panose="05000000000000000000" pitchFamily="2" charset="2"/>
              <a:buChar char="n"/>
            </a:pPr>
            <a:r>
              <a:rPr lang="zh-CN" altLang="en-US" sz="2200" b="0" kern="0" dirty="0">
                <a:latin typeface="华文中宋" panose="02010600040101010101" pitchFamily="2" charset="-122"/>
                <a:ea typeface="华文中宋" panose="02010600040101010101" pitchFamily="2" charset="-122"/>
              </a:rPr>
              <a:t>提高设计人员的水平，使其进入解决问题的一个更高级的范围或粒度；</a:t>
            </a:r>
            <a:endParaRPr lang="en-US" altLang="zh-CN" sz="2200" b="0" kern="0" dirty="0">
              <a:latin typeface="华文中宋" panose="02010600040101010101" pitchFamily="2" charset="-122"/>
              <a:ea typeface="华文中宋" panose="02010600040101010101" pitchFamily="2" charset="-122"/>
            </a:endParaRPr>
          </a:p>
          <a:p>
            <a:pPr lvl="1" eaLnBrk="1" hangingPunct="1">
              <a:lnSpc>
                <a:spcPct val="100000"/>
              </a:lnSpc>
              <a:buFont typeface="Wingdings" panose="05000000000000000000" pitchFamily="2" charset="2"/>
              <a:buChar char="n"/>
            </a:pPr>
            <a:r>
              <a:rPr lang="zh-CN" altLang="en-US" sz="2200" b="0" kern="0" dirty="0">
                <a:latin typeface="华文中宋" panose="02010600040101010101" pitchFamily="2" charset="-122"/>
                <a:ea typeface="华文中宋" panose="02010600040101010101" pitchFamily="2" charset="-122"/>
              </a:rPr>
              <a:t>在某些环境下，设计者可能需要为特定的企业的问题空间 </a:t>
            </a:r>
            <a:r>
              <a:rPr lang="en-US" altLang="zh-CN" sz="2200" b="0" kern="0" dirty="0">
                <a:latin typeface="华文中宋" panose="02010600040101010101" pitchFamily="2" charset="-122"/>
                <a:ea typeface="华文中宋" panose="02010600040101010101" pitchFamily="2" charset="-122"/>
              </a:rPr>
              <a:t>OR </a:t>
            </a:r>
            <a:r>
              <a:rPr lang="zh-CN" altLang="en-US" sz="2200" b="0" kern="0" dirty="0">
                <a:latin typeface="华文中宋" panose="02010600040101010101" pitchFamily="2" charset="-122"/>
                <a:ea typeface="华文中宋" panose="02010600040101010101" pitchFamily="2" charset="-122"/>
              </a:rPr>
              <a:t>作为一个软件产品系列的工具设计一个定制的</a:t>
            </a:r>
            <a:r>
              <a:rPr lang="en-US" altLang="zh-CN" sz="2200" b="0" kern="0" dirty="0">
                <a:latin typeface="华文中宋" panose="02010600040101010101" pitchFamily="2" charset="-122"/>
                <a:ea typeface="华文中宋" panose="02010600040101010101" pitchFamily="2" charset="-122"/>
              </a:rPr>
              <a:t>ADL</a:t>
            </a:r>
            <a:r>
              <a:rPr lang="zh-CN" altLang="en-US" sz="2200" b="0" kern="0" dirty="0">
                <a:latin typeface="华文中宋" panose="02010600040101010101" pitchFamily="2" charset="-122"/>
                <a:ea typeface="华文中宋" panose="02010600040101010101" pitchFamily="2" charset="-122"/>
              </a:rPr>
              <a:t>，此</a:t>
            </a:r>
            <a:r>
              <a:rPr lang="en-US" altLang="zh-CN" sz="2200" b="0" kern="0" dirty="0">
                <a:latin typeface="华文中宋" panose="02010600040101010101" pitchFamily="2" charset="-122"/>
                <a:ea typeface="华文中宋" panose="02010600040101010101" pitchFamily="2" charset="-122"/>
              </a:rPr>
              <a:t>ADL</a:t>
            </a:r>
            <a:r>
              <a:rPr lang="zh-CN" altLang="en-US" sz="2200" b="0" kern="0" dirty="0">
                <a:latin typeface="华文中宋" panose="02010600040101010101" pitchFamily="2" charset="-122"/>
                <a:ea typeface="华文中宋" panose="02010600040101010101" pitchFamily="2" charset="-122"/>
              </a:rPr>
              <a:t>可能与描述系统部署配置的语言一样简单。</a:t>
            </a:r>
            <a:endParaRPr lang="en-US" altLang="zh-CN" sz="2200" b="0" kern="0" dirty="0">
              <a:latin typeface="华文中宋" panose="02010600040101010101" pitchFamily="2" charset="-122"/>
              <a:ea typeface="华文中宋" panose="02010600040101010101" pitchFamily="2" charset="-122"/>
            </a:endParaRPr>
          </a:p>
          <a:p>
            <a:pPr lvl="1" eaLnBrk="1" hangingPunct="1">
              <a:lnSpc>
                <a:spcPct val="100000"/>
              </a:lnSpc>
              <a:buFont typeface="Wingdings" panose="05000000000000000000" pitchFamily="2" charset="2"/>
              <a:buChar char="n"/>
            </a:pPr>
            <a:r>
              <a:rPr lang="en-US" altLang="zh-CN" sz="2200" b="0" kern="0" dirty="0">
                <a:latin typeface="华文中宋" panose="02010600040101010101" pitchFamily="2" charset="-122"/>
                <a:ea typeface="华文中宋" panose="02010600040101010101" pitchFamily="2" charset="-122"/>
              </a:rPr>
              <a:t>AI</a:t>
            </a:r>
            <a:r>
              <a:rPr lang="zh-CN" altLang="en-US" sz="2200" b="0" kern="0" dirty="0">
                <a:latin typeface="华文中宋" panose="02010600040101010101" pitchFamily="2" charset="-122"/>
                <a:ea typeface="华文中宋" panose="02010600040101010101" pitchFamily="2" charset="-122"/>
              </a:rPr>
              <a:t>淘汰哪些人</a:t>
            </a:r>
            <a:r>
              <a:rPr lang="zh-CN" altLang="en-US" sz="2200" b="0" kern="0" dirty="0">
                <a:highlight>
                  <a:srgbClr val="FFFF00"/>
                </a:highlight>
                <a:latin typeface="华文中宋" panose="02010600040101010101" pitchFamily="2" charset="-122"/>
                <a:ea typeface="华文中宋" panose="02010600040101010101" pitchFamily="2" charset="-122"/>
              </a:rPr>
              <a:t>（不会</a:t>
            </a:r>
            <a:r>
              <a:rPr lang="en-US" altLang="zh-CN" sz="2200" b="0" kern="0" dirty="0">
                <a:highlight>
                  <a:srgbClr val="FFFF00"/>
                </a:highlight>
                <a:latin typeface="华文中宋" panose="02010600040101010101" pitchFamily="2" charset="-122"/>
                <a:ea typeface="华文中宋" panose="02010600040101010101" pitchFamily="2" charset="-122"/>
              </a:rPr>
              <a:t>AI</a:t>
            </a:r>
            <a:r>
              <a:rPr lang="zh-CN" altLang="en-US" sz="2200" b="0" kern="0" dirty="0">
                <a:highlight>
                  <a:srgbClr val="FFFF00"/>
                </a:highlight>
                <a:latin typeface="华文中宋" panose="02010600040101010101" pitchFamily="2" charset="-122"/>
                <a:ea typeface="华文中宋" panose="02010600040101010101" pitchFamily="2" charset="-122"/>
              </a:rPr>
              <a:t>的，不会学习的）</a:t>
            </a:r>
            <a:r>
              <a:rPr lang="zh-CN" altLang="en-US" sz="2200" b="0" kern="0" dirty="0">
                <a:latin typeface="华文中宋" panose="02010600040101010101" pitchFamily="2" charset="-122"/>
                <a:ea typeface="华文中宋" panose="02010600040101010101" pitchFamily="2" charset="-122"/>
              </a:rPr>
              <a:t>？</a:t>
            </a:r>
            <a:endParaRPr lang="en-US" altLang="zh-CN" sz="2200" b="0" kern="0" dirty="0">
              <a:latin typeface="华文中宋" panose="02010600040101010101" pitchFamily="2" charset="-122"/>
              <a:ea typeface="华文中宋" panose="02010600040101010101" pitchFamily="2" charset="-122"/>
            </a:endParaRPr>
          </a:p>
          <a:p>
            <a:pPr eaLnBrk="1" hangingPunct="1">
              <a:lnSpc>
                <a:spcPct val="150000"/>
              </a:lnSpc>
            </a:pPr>
            <a:endParaRPr lang="zh-CN" altLang="en-US" b="0" kern="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68131159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10243" name="Rectangle 2"/>
          <p:cNvSpPr>
            <a:spLocks noGrp="1" noChangeArrowheads="1"/>
          </p:cNvSpPr>
          <p:nvPr>
            <p:ph type="title"/>
          </p:nvPr>
        </p:nvSpPr>
        <p:spPr/>
        <p:txBody>
          <a:bodyPr/>
          <a:lstStyle/>
          <a:p>
            <a:pPr eaLnBrk="1" hangingPunct="1"/>
            <a:r>
              <a:rPr lang="en-US" altLang="zh-CN" sz="3400" dirty="0">
                <a:latin typeface="Times New Roman" panose="02020603050405020304" pitchFamily="18" charset="0"/>
                <a:ea typeface="华文中宋" panose="02010600040101010101" pitchFamily="2" charset="-122"/>
                <a:cs typeface="Times New Roman" panose="02020603050405020304" pitchFamily="18" charset="0"/>
              </a:rPr>
              <a:t>Chapter Six </a:t>
            </a:r>
            <a:r>
              <a:rPr lang="zh-CN" altLang="en-US" sz="3400" dirty="0">
                <a:latin typeface="Times New Roman" panose="02020603050405020304" pitchFamily="18" charset="0"/>
                <a:ea typeface="华文中宋" panose="02010600040101010101" pitchFamily="2" charset="-122"/>
                <a:cs typeface="Times New Roman" panose="02020603050405020304" pitchFamily="18" charset="0"/>
              </a:rPr>
              <a:t>体系结构的一般描述</a:t>
            </a:r>
          </a:p>
        </p:txBody>
      </p:sp>
      <p:sp>
        <p:nvSpPr>
          <p:cNvPr id="7" name="Rectangle 3">
            <a:extLst>
              <a:ext uri="{FF2B5EF4-FFF2-40B4-BE49-F238E27FC236}">
                <a16:creationId xmlns:a16="http://schemas.microsoft.com/office/drawing/2014/main" id="{BE9E93D8-66C3-4EEB-A36C-D6549FCFC830}"/>
              </a:ext>
            </a:extLst>
          </p:cNvPr>
          <p:cNvSpPr txBox="1">
            <a:spLocks noChangeArrowheads="1"/>
          </p:cNvSpPr>
          <p:nvPr/>
        </p:nvSpPr>
        <p:spPr bwMode="auto">
          <a:xfrm>
            <a:off x="504056" y="926138"/>
            <a:ext cx="11208568" cy="5599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6" tIns="45719" rIns="91436" bIns="45719" numCol="1" anchor="t" anchorCtr="0" compatLnSpc="1">
            <a:prstTxWarp prst="textNoShape">
              <a:avLst/>
            </a:prstTxWarp>
          </a:bodyPr>
          <a:lstStyle>
            <a:lvl1pPr marL="363522" indent="-363522" algn="just" rtl="0" eaLnBrk="0" fontAlgn="base" hangingPunct="0">
              <a:lnSpc>
                <a:spcPct val="110000"/>
              </a:lnSpc>
              <a:spcBef>
                <a:spcPct val="20000"/>
              </a:spcBef>
              <a:spcAft>
                <a:spcPts val="400"/>
              </a:spcAft>
              <a:buSzPct val="100000"/>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56" indent="-361934" algn="just" rtl="0" eaLnBrk="0" fontAlgn="base" hangingPunct="0">
              <a:lnSpc>
                <a:spcPts val="2800"/>
              </a:lnSpc>
              <a:spcBef>
                <a:spcPts val="1000"/>
              </a:spcBef>
              <a:spcAft>
                <a:spcPts val="0"/>
              </a:spcAft>
              <a:buClr>
                <a:srgbClr val="A50021"/>
              </a:buClr>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65" indent="-174617" algn="just" rtl="0" eaLnBrk="0" fontAlgn="base" hangingPunct="0">
              <a:spcBef>
                <a:spcPct val="20000"/>
              </a:spcBef>
              <a:spcAft>
                <a:spcPts val="0"/>
              </a:spcAft>
              <a:buFont typeface="Arial" panose="020B0604020202020204" pitchFamily="34" charset="0"/>
              <a:buChar char="•"/>
              <a:defRPr sz="2100" b="1">
                <a:solidFill>
                  <a:schemeClr val="tx1"/>
                </a:solidFill>
                <a:latin typeface="楷体" panose="02010609060101010101" pitchFamily="49" charset="-122"/>
                <a:ea typeface="楷体" panose="02010609060101010101" pitchFamily="49" charset="-122"/>
                <a:cs typeface="Times New Roman" pitchFamily="18" charset="0"/>
              </a:defRPr>
            </a:lvl3pPr>
            <a:lvl4pPr marL="1160406" indent="-260337" algn="just" rtl="0" eaLnBrk="0" fontAlgn="base" hangingPunct="0">
              <a:spcBef>
                <a:spcPct val="20000"/>
              </a:spcBef>
              <a:spcAft>
                <a:spcPct val="0"/>
              </a:spcAft>
              <a:buFont typeface="Times New Roman" panose="02020603050405020304" pitchFamily="18" charset="0"/>
              <a:buChar char="−"/>
              <a:defRPr sz="1900">
                <a:solidFill>
                  <a:schemeClr val="tx1"/>
                </a:solidFill>
                <a:latin typeface="仿宋" panose="02010609060101010101" pitchFamily="49" charset="-122"/>
                <a:ea typeface="仿宋" panose="02010609060101010101" pitchFamily="49" charset="-122"/>
                <a:cs typeface="Times New Roman" pitchFamily="18" charset="0"/>
              </a:defRPr>
            </a:lvl4pPr>
            <a:lvl5pPr marL="2138363" indent="-228600" algn="just" rtl="0" eaLnBrk="0" fontAlgn="base" hangingPunct="0">
              <a:spcBef>
                <a:spcPct val="20000"/>
              </a:spcBef>
              <a:spcAft>
                <a:spcPct val="0"/>
              </a:spcAft>
              <a:buChar char="»"/>
              <a:defRPr sz="2000">
                <a:solidFill>
                  <a:schemeClr val="tx1"/>
                </a:solidFill>
                <a:latin typeface="Times New Roman" pitchFamily="18" charset="0"/>
                <a:ea typeface="黑体" pitchFamily="2" charset="-122"/>
                <a:cs typeface="Times New Roman" pitchFamily="18" charset="0"/>
              </a:defRPr>
            </a:lvl5pPr>
            <a:lvl6pPr marL="2595563"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2763"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09963"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163" indent="-228600" algn="l" rtl="0" eaLnBrk="1" fontAlgn="base" hangingPunct="1">
              <a:spcBef>
                <a:spcPct val="20000"/>
              </a:spcBef>
              <a:spcAft>
                <a:spcPct val="0"/>
              </a:spcAft>
              <a:buChar char="»"/>
              <a:defRPr sz="2000">
                <a:solidFill>
                  <a:schemeClr val="tx1"/>
                </a:solidFill>
                <a:latin typeface="+mn-lt"/>
                <a:ea typeface="宋体" pitchFamily="2" charset="-122"/>
              </a:defRPr>
            </a:lvl9pPr>
          </a:lstStyle>
          <a:p>
            <a:pPr eaLnBrk="1" hangingPunct="1">
              <a:lnSpc>
                <a:spcPct val="150000"/>
              </a:lnSpc>
              <a:buFont typeface="Wingdings" panose="05000000000000000000" pitchFamily="2" charset="2"/>
              <a:buChar char="p"/>
            </a:pPr>
            <a:r>
              <a:rPr lang="zh-CN" altLang="en-US" sz="2400" kern="0" dirty="0">
                <a:effectLst/>
                <a:latin typeface="华文中宋" panose="02010600040101010101" pitchFamily="2" charset="-122"/>
                <a:ea typeface="华文中宋" panose="02010600040101010101" pitchFamily="2" charset="-122"/>
              </a:rPr>
              <a:t>目前整个软件界对于软件体系结构的组成要素和结构描述</a:t>
            </a:r>
          </a:p>
          <a:p>
            <a:pPr lvl="1" eaLnBrk="1" hangingPunct="1">
              <a:lnSpc>
                <a:spcPct val="150000"/>
              </a:lnSpc>
              <a:buFont typeface="Wingdings" panose="05000000000000000000" pitchFamily="2" charset="2"/>
              <a:buChar char="n"/>
            </a:pPr>
            <a:r>
              <a:rPr lang="zh-CN" altLang="en-US" sz="2000" b="0" kern="0" dirty="0">
                <a:latin typeface="华文中宋" panose="02010600040101010101" pitchFamily="2" charset="-122"/>
                <a:ea typeface="华文中宋" panose="02010600040101010101" pitchFamily="2" charset="-122"/>
              </a:rPr>
              <a:t>在软件理论和工程实践中，人们已经在采用各种表达软件构成的描述形式，构成了软件设计结构表达的一些规范、术语；</a:t>
            </a:r>
          </a:p>
          <a:p>
            <a:pPr lvl="1" eaLnBrk="1" hangingPunct="1">
              <a:lnSpc>
                <a:spcPct val="150000"/>
              </a:lnSpc>
              <a:buFont typeface="Wingdings" panose="05000000000000000000" pitchFamily="2" charset="2"/>
              <a:buChar char="n"/>
            </a:pPr>
            <a:r>
              <a:rPr lang="zh-CN" altLang="en-US" sz="2000" b="0" kern="0" dirty="0">
                <a:latin typeface="华文中宋" panose="02010600040101010101" pitchFamily="2" charset="-122"/>
                <a:ea typeface="华文中宋" panose="02010600040101010101" pitchFamily="2" charset="-122"/>
              </a:rPr>
              <a:t>不统一、不规范；</a:t>
            </a:r>
          </a:p>
          <a:p>
            <a:pPr lvl="1" eaLnBrk="1" hangingPunct="1">
              <a:lnSpc>
                <a:spcPct val="150000"/>
              </a:lnSpc>
              <a:buFont typeface="Wingdings" panose="05000000000000000000" pitchFamily="2" charset="2"/>
              <a:buChar char="n"/>
            </a:pPr>
            <a:r>
              <a:rPr lang="zh-CN" altLang="en-US" sz="2000" b="0" kern="0" dirty="0">
                <a:latin typeface="华文中宋" panose="02010600040101010101" pitchFamily="2" charset="-122"/>
                <a:ea typeface="华文中宋" panose="02010600040101010101" pitchFamily="2" charset="-122"/>
              </a:rPr>
              <a:t>依赖于设计者的知识、经验和技巧；</a:t>
            </a:r>
          </a:p>
          <a:p>
            <a:pPr lvl="1" eaLnBrk="1" hangingPunct="1">
              <a:lnSpc>
                <a:spcPct val="150000"/>
              </a:lnSpc>
              <a:buFont typeface="Wingdings" panose="05000000000000000000" pitchFamily="2" charset="2"/>
              <a:buChar char="n"/>
            </a:pPr>
            <a:r>
              <a:rPr lang="zh-CN" altLang="en-US" sz="2000" b="0" kern="0" dirty="0">
                <a:latin typeface="华文中宋" panose="02010600040101010101" pitchFamily="2" charset="-122"/>
                <a:ea typeface="华文中宋" panose="02010600040101010101" pitchFamily="2" charset="-122"/>
              </a:rPr>
              <a:t>研究和建立形式化、规范化体系结构描述是必须的。</a:t>
            </a:r>
          </a:p>
          <a:p>
            <a:pPr eaLnBrk="1" hangingPunct="1">
              <a:lnSpc>
                <a:spcPct val="150000"/>
              </a:lnSpc>
              <a:buFont typeface="Wingdings" panose="05000000000000000000" pitchFamily="2" charset="2"/>
              <a:buChar char="p"/>
            </a:pPr>
            <a:r>
              <a:rPr lang="zh-CN" altLang="en-US" sz="2400" kern="0" dirty="0">
                <a:effectLst/>
                <a:latin typeface="华文中宋" panose="02010600040101010101" pitchFamily="2" charset="-122"/>
                <a:ea typeface="华文中宋" panose="02010600040101010101" pitchFamily="2" charset="-122"/>
              </a:rPr>
              <a:t>目前还没有关于体系结构的普遍接受的分类标准，也没有完善的体系结构理论</a:t>
            </a:r>
          </a:p>
          <a:p>
            <a:pPr lvl="1" eaLnBrk="1" hangingPunct="1">
              <a:lnSpc>
                <a:spcPct val="150000"/>
              </a:lnSpc>
              <a:buFont typeface="Wingdings" panose="05000000000000000000" pitchFamily="2" charset="2"/>
              <a:buChar char="n"/>
            </a:pPr>
            <a:r>
              <a:rPr lang="zh-CN" altLang="en-US" sz="2000" b="0" kern="0" dirty="0">
                <a:latin typeface="华文中宋" panose="02010600040101010101" pitchFamily="2" charset="-122"/>
                <a:ea typeface="华文中宋" panose="02010600040101010101" pitchFamily="2" charset="-122"/>
              </a:rPr>
              <a:t>但，基于目前的软件结构的知识，仍然可以列举出一些常见和正在应用的体系结构术语和概念、列举出在现实设计实践中广泛采用的软件结构，术语、概念等</a:t>
            </a:r>
            <a:r>
              <a:rPr lang="zh-CN" altLang="en-US" b="0" kern="0" dirty="0">
                <a:latin typeface="华文中宋" panose="02010600040101010101" pitchFamily="2" charset="-122"/>
                <a:ea typeface="华文中宋" panose="02010600040101010101" pitchFamily="2" charset="-122"/>
              </a:rPr>
              <a:t>。</a:t>
            </a:r>
          </a:p>
        </p:txBody>
      </p:sp>
    </p:spTree>
    <p:extLst>
      <p:ext uri="{BB962C8B-B14F-4D97-AF65-F5344CB8AC3E}">
        <p14:creationId xmlns:p14="http://schemas.microsoft.com/office/powerpoint/2010/main" val="105096968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10243" name="Rectangle 2"/>
          <p:cNvSpPr>
            <a:spLocks noGrp="1" noChangeArrowheads="1"/>
          </p:cNvSpPr>
          <p:nvPr>
            <p:ph type="title"/>
          </p:nvPr>
        </p:nvSpPr>
        <p:spPr/>
        <p:txBody>
          <a:bodyPr/>
          <a:lstStyle/>
          <a:p>
            <a:pPr eaLnBrk="1" hangingPunct="1"/>
            <a:r>
              <a:rPr lang="en-US" altLang="zh-CN" sz="3400" dirty="0">
                <a:latin typeface="Times New Roman" panose="02020603050405020304" pitchFamily="18" charset="0"/>
                <a:ea typeface="华文中宋" panose="02010600040101010101" pitchFamily="2" charset="-122"/>
                <a:cs typeface="Times New Roman" panose="02020603050405020304" pitchFamily="18" charset="0"/>
              </a:rPr>
              <a:t>Chapter Six </a:t>
            </a:r>
            <a:r>
              <a:rPr lang="zh-CN" altLang="en-US" sz="3400" dirty="0">
                <a:latin typeface="Times New Roman" panose="02020603050405020304" pitchFamily="18" charset="0"/>
                <a:ea typeface="华文中宋" panose="02010600040101010101" pitchFamily="2" charset="-122"/>
                <a:cs typeface="Times New Roman" panose="02020603050405020304" pitchFamily="18" charset="0"/>
              </a:rPr>
              <a:t>体系结构的一般描述</a:t>
            </a:r>
          </a:p>
        </p:txBody>
      </p:sp>
      <p:sp>
        <p:nvSpPr>
          <p:cNvPr id="10244" name="Rectangle 3"/>
          <p:cNvSpPr>
            <a:spLocks noGrp="1" noChangeArrowheads="1"/>
          </p:cNvSpPr>
          <p:nvPr>
            <p:ph type="body" idx="1"/>
          </p:nvPr>
        </p:nvSpPr>
        <p:spPr>
          <a:xfrm>
            <a:off x="551384" y="966330"/>
            <a:ext cx="10828784" cy="5631023"/>
          </a:xfrm>
        </p:spPr>
        <p:txBody>
          <a:bodyPr/>
          <a:lstStyle/>
          <a:p>
            <a:pPr marL="0" eaLnBrk="1" hangingPunct="1">
              <a:lnSpc>
                <a:spcPct val="200000"/>
              </a:lnSpc>
              <a:spcBef>
                <a:spcPts val="0"/>
              </a:spcBef>
            </a:pPr>
            <a:r>
              <a:rPr lang="zh-CN" altLang="en-US" dirty="0">
                <a:solidFill>
                  <a:srgbClr val="002060"/>
                </a:solidFill>
                <a:ea typeface="华文中宋" panose="02010600040101010101" pitchFamily="2" charset="-122"/>
              </a:rPr>
              <a:t>通用的一般体系结构的描述方法</a:t>
            </a:r>
          </a:p>
          <a:p>
            <a:pPr marL="930260" lvl="3" indent="-342900" eaLnBrk="1" hangingPunct="1">
              <a:lnSpc>
                <a:spcPct val="200000"/>
              </a:lnSpc>
              <a:spcBef>
                <a:spcPts val="0"/>
              </a:spcBef>
              <a:buFont typeface="Wingdings" panose="05000000000000000000" pitchFamily="2" charset="2"/>
              <a:buChar char="n"/>
            </a:pPr>
            <a:r>
              <a:rPr lang="zh-CN" altLang="en-US" sz="2400" dirty="0">
                <a:latin typeface="华文楷体" panose="02010600040101010101" pitchFamily="2" charset="-122"/>
                <a:ea typeface="华文楷体" panose="02010600040101010101" pitchFamily="2" charset="-122"/>
              </a:rPr>
              <a:t>主子程序、数据抽象和面向对象、层次结构</a:t>
            </a:r>
          </a:p>
          <a:p>
            <a:pPr marL="0" eaLnBrk="1" hangingPunct="1">
              <a:lnSpc>
                <a:spcPct val="200000"/>
              </a:lnSpc>
              <a:spcBef>
                <a:spcPts val="0"/>
              </a:spcBef>
            </a:pPr>
            <a:r>
              <a:rPr lang="zh-CN" altLang="en-US" dirty="0">
                <a:solidFill>
                  <a:srgbClr val="002060"/>
                </a:solidFill>
                <a:ea typeface="华文中宋" panose="02010600040101010101" pitchFamily="2" charset="-122"/>
              </a:rPr>
              <a:t>形式化的方法</a:t>
            </a:r>
          </a:p>
          <a:p>
            <a:pPr marL="930260" lvl="3" indent="-342900" eaLnBrk="1" hangingPunct="1">
              <a:lnSpc>
                <a:spcPct val="200000"/>
              </a:lnSpc>
              <a:spcBef>
                <a:spcPts val="0"/>
              </a:spcBef>
              <a:buFont typeface="Wingdings" panose="05000000000000000000" pitchFamily="2" charset="2"/>
              <a:buChar char="n"/>
            </a:pPr>
            <a:r>
              <a:rPr lang="en-US" altLang="zh-CN" sz="2400" dirty="0">
                <a:latin typeface="华文楷体" panose="02010600040101010101" pitchFamily="2" charset="-122"/>
                <a:ea typeface="华文楷体" panose="02010600040101010101" pitchFamily="2" charset="-122"/>
              </a:rPr>
              <a:t>Z Notation</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CSP</a:t>
            </a:r>
            <a:r>
              <a:rPr lang="zh-CN" altLang="en-US" sz="2400" dirty="0">
                <a:latin typeface="华文楷体" panose="02010600040101010101" pitchFamily="2" charset="-122"/>
                <a:ea typeface="华文楷体" panose="02010600040101010101" pitchFamily="2" charset="-122"/>
              </a:rPr>
              <a:t>、类属理论、化学抽象机模型</a:t>
            </a:r>
          </a:p>
          <a:p>
            <a:pPr marL="0" eaLnBrk="1" hangingPunct="1">
              <a:lnSpc>
                <a:spcPct val="200000"/>
              </a:lnSpc>
              <a:spcBef>
                <a:spcPts val="0"/>
              </a:spcBef>
            </a:pPr>
            <a:r>
              <a:rPr lang="zh-CN" altLang="en-US" dirty="0">
                <a:solidFill>
                  <a:srgbClr val="002060"/>
                </a:solidFill>
                <a:ea typeface="华文中宋" panose="02010600040101010101" pitchFamily="2" charset="-122"/>
              </a:rPr>
              <a:t>软件体系结构集成环境</a:t>
            </a:r>
          </a:p>
          <a:p>
            <a:pPr marL="930260" lvl="3" indent="-342900" eaLnBrk="1" hangingPunct="1">
              <a:lnSpc>
                <a:spcPct val="200000"/>
              </a:lnSpc>
              <a:spcBef>
                <a:spcPts val="0"/>
              </a:spcBef>
              <a:buFont typeface="Wingdings" panose="05000000000000000000" pitchFamily="2" charset="2"/>
              <a:buChar char="n"/>
            </a:pPr>
            <a:r>
              <a:rPr lang="en-US" altLang="zh-CN" sz="2400" dirty="0" err="1">
                <a:latin typeface="华文楷体" panose="02010600040101010101" pitchFamily="2" charset="-122"/>
                <a:ea typeface="华文楷体" panose="02010600040101010101" pitchFamily="2" charset="-122"/>
              </a:rPr>
              <a:t>UniCon</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Darwin</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Wright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ACME</a:t>
            </a:r>
          </a:p>
          <a:p>
            <a:pPr marL="0" eaLnBrk="1" hangingPunct="1">
              <a:lnSpc>
                <a:spcPct val="200000"/>
              </a:lnSpc>
              <a:spcBef>
                <a:spcPts val="0"/>
              </a:spcBef>
            </a:pPr>
            <a:r>
              <a:rPr lang="zh-CN" altLang="en-US" dirty="0">
                <a:solidFill>
                  <a:srgbClr val="002060"/>
                </a:solidFill>
                <a:ea typeface="华文中宋" panose="02010600040101010101" pitchFamily="2" charset="-122"/>
              </a:rPr>
              <a:t>软件工程设计方法与体系结构描述</a:t>
            </a:r>
          </a:p>
        </p:txBody>
      </p:sp>
    </p:spTree>
    <p:extLst>
      <p:ext uri="{BB962C8B-B14F-4D97-AF65-F5344CB8AC3E}">
        <p14:creationId xmlns:p14="http://schemas.microsoft.com/office/powerpoint/2010/main" val="46274580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11267" name="Rectangle 2"/>
          <p:cNvSpPr>
            <a:spLocks noGrp="1" noChangeArrowheads="1"/>
          </p:cNvSpPr>
          <p:nvPr>
            <p:ph type="title"/>
          </p:nvPr>
        </p:nvSpPr>
        <p:spPr/>
        <p:txBody>
          <a:bodyPr/>
          <a:lstStyle/>
          <a:p>
            <a:pPr eaLnBrk="1" hangingPunct="1"/>
            <a:r>
              <a:rPr lang="en-US" altLang="zh-CN">
                <a:latin typeface="华文中宋" panose="02010600040101010101" pitchFamily="2" charset="-122"/>
                <a:ea typeface="华文中宋" panose="02010600040101010101" pitchFamily="2" charset="-122"/>
              </a:rPr>
              <a:t>§6.1 </a:t>
            </a:r>
            <a:r>
              <a:rPr lang="zh-CN" altLang="en-US">
                <a:latin typeface="华文中宋" panose="02010600040101010101" pitchFamily="2" charset="-122"/>
                <a:ea typeface="华文中宋" panose="02010600040101010101" pitchFamily="2" charset="-122"/>
              </a:rPr>
              <a:t>主程序与子程序</a:t>
            </a:r>
          </a:p>
        </p:txBody>
      </p:sp>
      <p:sp>
        <p:nvSpPr>
          <p:cNvPr id="11268" name="Rectangle 3"/>
          <p:cNvSpPr>
            <a:spLocks noGrp="1" noChangeArrowheads="1"/>
          </p:cNvSpPr>
          <p:nvPr>
            <p:ph type="body" idx="1"/>
          </p:nvPr>
        </p:nvSpPr>
        <p:spPr>
          <a:xfrm>
            <a:off x="479376" y="1124744"/>
            <a:ext cx="11089232" cy="5184576"/>
          </a:xfrm>
        </p:spPr>
        <p:txBody>
          <a:bodyPr/>
          <a:lstStyle/>
          <a:p>
            <a:pPr eaLnBrk="1" hangingPunct="1"/>
            <a:r>
              <a:rPr lang="zh-CN" altLang="en-US" dirty="0">
                <a:solidFill>
                  <a:srgbClr val="002060"/>
                </a:solidFill>
                <a:latin typeface="华文中宋" panose="02010600040101010101" pitchFamily="2" charset="-122"/>
                <a:ea typeface="华文中宋" panose="02010600040101010101" pitchFamily="2" charset="-122"/>
              </a:rPr>
              <a:t>结构化思想和概念的提出后，主程序和子程序成为主要的程序设计思想。</a:t>
            </a:r>
            <a:endParaRPr lang="en-US" altLang="zh-CN" dirty="0">
              <a:solidFill>
                <a:srgbClr val="002060"/>
              </a:solidFill>
              <a:latin typeface="华文中宋" panose="02010600040101010101" pitchFamily="2" charset="-122"/>
              <a:ea typeface="华文中宋" panose="02010600040101010101" pitchFamily="2" charset="-122"/>
            </a:endParaRPr>
          </a:p>
          <a:p>
            <a:pPr lvl="1" eaLnBrk="1" hangingPunct="1">
              <a:buFont typeface="Wingdings" panose="05000000000000000000" pitchFamily="2" charset="2"/>
              <a:buChar char="n"/>
            </a:pPr>
            <a:r>
              <a:rPr lang="en-US" altLang="zh-CN" dirty="0">
                <a:solidFill>
                  <a:srgbClr val="002060"/>
                </a:solidFill>
                <a:latin typeface="Times New Roman" panose="02020603050405020304" pitchFamily="18" charset="0"/>
                <a:cs typeface="Times New Roman" panose="02020603050405020304" pitchFamily="18" charset="0"/>
              </a:rPr>
              <a:t>public static void main(String[] </a:t>
            </a:r>
            <a:r>
              <a:rPr lang="en-US" altLang="zh-CN" dirty="0" err="1">
                <a:solidFill>
                  <a:srgbClr val="002060"/>
                </a:solidFill>
                <a:latin typeface="Times New Roman" panose="02020603050405020304" pitchFamily="18" charset="0"/>
                <a:cs typeface="Times New Roman" panose="02020603050405020304" pitchFamily="18" charset="0"/>
              </a:rPr>
              <a:t>args</a:t>
            </a:r>
            <a:r>
              <a:rPr lang="en-US" altLang="zh-CN" dirty="0">
                <a:solidFill>
                  <a:srgbClr val="002060"/>
                </a:solidFill>
                <a:latin typeface="Times New Roman" panose="02020603050405020304" pitchFamily="18" charset="0"/>
                <a:cs typeface="Times New Roman" panose="02020603050405020304" pitchFamily="18" charset="0"/>
              </a:rPr>
              <a:t>) {}</a:t>
            </a:r>
          </a:p>
          <a:p>
            <a:pPr lvl="1" eaLnBrk="1" hangingPunct="1">
              <a:buFont typeface="Wingdings" panose="05000000000000000000" pitchFamily="2" charset="2"/>
              <a:buChar char="n"/>
            </a:pPr>
            <a:r>
              <a:rPr lang="en-US" altLang="zh-CN" dirty="0">
                <a:solidFill>
                  <a:srgbClr val="002060"/>
                </a:solidFill>
                <a:latin typeface="Times New Roman" panose="02020603050405020304" pitchFamily="18" charset="0"/>
                <a:cs typeface="Times New Roman" panose="02020603050405020304" pitchFamily="18" charset="0"/>
              </a:rPr>
              <a:t>public static void Main()</a:t>
            </a:r>
          </a:p>
          <a:p>
            <a:pPr lvl="1" eaLnBrk="1" hangingPunct="1">
              <a:buFont typeface="Wingdings" panose="05000000000000000000" pitchFamily="2" charset="2"/>
              <a:buChar char="n"/>
            </a:pPr>
            <a:r>
              <a:rPr lang="en-US" altLang="zh-CN" dirty="0">
                <a:solidFill>
                  <a:srgbClr val="002060"/>
                </a:solidFill>
                <a:latin typeface="Times New Roman" panose="02020603050405020304" pitchFamily="18" charset="0"/>
                <a:cs typeface="Times New Roman" panose="02020603050405020304" pitchFamily="18" charset="0"/>
              </a:rPr>
              <a:t>public static </a:t>
            </a:r>
            <a:r>
              <a:rPr lang="en-US" altLang="zh-CN" dirty="0" err="1">
                <a:solidFill>
                  <a:srgbClr val="002060"/>
                </a:solidFill>
                <a:latin typeface="Times New Roman" panose="02020603050405020304" pitchFamily="18" charset="0"/>
                <a:cs typeface="Times New Roman" panose="02020603050405020304" pitchFamily="18" charset="0"/>
              </a:rPr>
              <a:t>int</a:t>
            </a:r>
            <a:r>
              <a:rPr lang="en-US" altLang="zh-CN" dirty="0">
                <a:solidFill>
                  <a:srgbClr val="002060"/>
                </a:solidFill>
                <a:latin typeface="Times New Roman" panose="02020603050405020304" pitchFamily="18" charset="0"/>
                <a:cs typeface="Times New Roman" panose="02020603050405020304" pitchFamily="18" charset="0"/>
              </a:rPr>
              <a:t> Main()</a:t>
            </a:r>
          </a:p>
          <a:p>
            <a:pPr lvl="1" eaLnBrk="1" hangingPunct="1">
              <a:buFont typeface="Wingdings" panose="05000000000000000000" pitchFamily="2" charset="2"/>
              <a:buChar char="n"/>
            </a:pPr>
            <a:r>
              <a:rPr lang="en-US" altLang="zh-CN" dirty="0">
                <a:solidFill>
                  <a:srgbClr val="002060"/>
                </a:solidFill>
                <a:latin typeface="Times New Roman" panose="02020603050405020304" pitchFamily="18" charset="0"/>
                <a:cs typeface="Times New Roman" panose="02020603050405020304" pitchFamily="18" charset="0"/>
              </a:rPr>
              <a:t>public static int Main(string[] </a:t>
            </a:r>
            <a:r>
              <a:rPr lang="en-US" altLang="zh-CN" dirty="0" err="1">
                <a:solidFill>
                  <a:srgbClr val="002060"/>
                </a:solidFill>
                <a:latin typeface="Times New Roman" panose="02020603050405020304" pitchFamily="18" charset="0"/>
                <a:cs typeface="Times New Roman" panose="02020603050405020304" pitchFamily="18" charset="0"/>
              </a:rPr>
              <a:t>args</a:t>
            </a:r>
            <a:r>
              <a:rPr lang="en-US" altLang="zh-CN" dirty="0">
                <a:solidFill>
                  <a:srgbClr val="002060"/>
                </a:solidFill>
                <a:latin typeface="Times New Roman" panose="02020603050405020304" pitchFamily="18" charset="0"/>
                <a:cs typeface="Times New Roman" panose="02020603050405020304" pitchFamily="18" charset="0"/>
              </a:rPr>
              <a:t>)</a:t>
            </a:r>
          </a:p>
          <a:p>
            <a:pPr lvl="1" eaLnBrk="1" hangingPunct="1">
              <a:buFont typeface="Wingdings" panose="05000000000000000000" pitchFamily="2" charset="2"/>
              <a:buChar char="n"/>
            </a:pPr>
            <a:r>
              <a:rPr lang="en-US" altLang="zh-CN" dirty="0" err="1">
                <a:solidFill>
                  <a:srgbClr val="002060"/>
                </a:solidFill>
                <a:latin typeface="Times New Roman" panose="02020603050405020304" pitchFamily="18" charset="0"/>
                <a:cs typeface="Times New Roman" panose="02020603050405020304" pitchFamily="18" charset="0"/>
              </a:rPr>
              <a:t>int</a:t>
            </a:r>
            <a:r>
              <a:rPr lang="en-US" altLang="zh-CN" dirty="0">
                <a:solidFill>
                  <a:srgbClr val="002060"/>
                </a:solidFill>
                <a:latin typeface="Times New Roman" panose="02020603050405020304" pitchFamily="18" charset="0"/>
                <a:cs typeface="Times New Roman" panose="02020603050405020304" pitchFamily="18" charset="0"/>
              </a:rPr>
              <a:t> main(</a:t>
            </a:r>
            <a:r>
              <a:rPr lang="en-US" altLang="zh-CN" dirty="0" err="1">
                <a:solidFill>
                  <a:srgbClr val="002060"/>
                </a:solidFill>
                <a:latin typeface="Times New Roman" panose="02020603050405020304" pitchFamily="18" charset="0"/>
                <a:cs typeface="Times New Roman" panose="02020603050405020304" pitchFamily="18" charset="0"/>
              </a:rPr>
              <a:t>int</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argc</a:t>
            </a:r>
            <a:r>
              <a:rPr lang="en-US" altLang="zh-CN" dirty="0">
                <a:solidFill>
                  <a:srgbClr val="002060"/>
                </a:solidFill>
                <a:latin typeface="Times New Roman" panose="02020603050405020304" pitchFamily="18" charset="0"/>
                <a:cs typeface="Times New Roman" panose="02020603050405020304" pitchFamily="18" charset="0"/>
              </a:rPr>
              <a:t>, char *</a:t>
            </a:r>
            <a:r>
              <a:rPr lang="en-US" altLang="zh-CN" dirty="0" err="1">
                <a:solidFill>
                  <a:srgbClr val="002060"/>
                </a:solidFill>
                <a:latin typeface="Times New Roman" panose="02020603050405020304" pitchFamily="18" charset="0"/>
                <a:cs typeface="Times New Roman" panose="02020603050405020304" pitchFamily="18" charset="0"/>
              </a:rPr>
              <a:t>argv</a:t>
            </a:r>
            <a:r>
              <a:rPr lang="en-US" altLang="zh-CN" dirty="0">
                <a:solidFill>
                  <a:srgbClr val="002060"/>
                </a:solidFill>
                <a:latin typeface="Times New Roman" panose="02020603050405020304" pitchFamily="18" charset="0"/>
                <a:cs typeface="Times New Roman" panose="02020603050405020304" pitchFamily="18" charset="0"/>
              </a:rPr>
              <a:t>)</a:t>
            </a:r>
          </a:p>
          <a:p>
            <a:pPr lvl="1" eaLnBrk="1" hangingPunct="1">
              <a:buFont typeface="Wingdings" panose="05000000000000000000" pitchFamily="2" charset="2"/>
              <a:buChar char="n"/>
            </a:pPr>
            <a:r>
              <a:rPr lang="en-US" altLang="zh-CN" dirty="0" err="1">
                <a:solidFill>
                  <a:srgbClr val="002060"/>
                </a:solidFill>
                <a:latin typeface="Times New Roman" panose="02020603050405020304" pitchFamily="18" charset="0"/>
                <a:cs typeface="Times New Roman" panose="02020603050405020304" pitchFamily="18" charset="0"/>
              </a:rPr>
              <a:t>WinMain</a:t>
            </a:r>
            <a:r>
              <a:rPr lang="en-US" altLang="zh-CN" dirty="0">
                <a:solidFill>
                  <a:srgbClr val="002060"/>
                </a:solidFill>
                <a:latin typeface="Times New Roman" panose="02020603050405020304" pitchFamily="18" charset="0"/>
                <a:cs typeface="Times New Roman" panose="02020603050405020304" pitchFamily="18" charset="0"/>
              </a:rPr>
              <a:t>()</a:t>
            </a:r>
          </a:p>
          <a:p>
            <a:pPr eaLnBrk="1" hangingPunct="1"/>
            <a:r>
              <a:rPr lang="zh-CN" altLang="en-US" dirty="0">
                <a:solidFill>
                  <a:srgbClr val="002060"/>
                </a:solidFill>
                <a:latin typeface="华文中宋" panose="02010600040101010101" pitchFamily="2" charset="-122"/>
                <a:ea typeface="华文中宋" panose="02010600040101010101" pitchFamily="2" charset="-122"/>
              </a:rPr>
              <a:t>系统结构被映射为主程序和一系列具有调用关系的子过程的集合。</a:t>
            </a:r>
          </a:p>
          <a:p>
            <a:pPr eaLnBrk="1" hangingPunct="1"/>
            <a:r>
              <a:rPr lang="zh-CN" altLang="en-US" dirty="0">
                <a:solidFill>
                  <a:srgbClr val="002060"/>
                </a:solidFill>
                <a:latin typeface="华文中宋" panose="02010600040101010101" pitchFamily="2" charset="-122"/>
                <a:ea typeface="华文中宋" panose="02010600040101010101" pitchFamily="2" charset="-122"/>
              </a:rPr>
              <a:t>这是软件设计最直接、最基本的结构关系。</a:t>
            </a:r>
          </a:p>
          <a:p>
            <a:pPr eaLnBrk="1" hangingPunct="1"/>
            <a:r>
              <a:rPr lang="zh-CN" altLang="en-US" dirty="0">
                <a:solidFill>
                  <a:srgbClr val="002060"/>
                </a:solidFill>
                <a:latin typeface="华文中宋" panose="02010600040101010101" pitchFamily="2" charset="-122"/>
                <a:ea typeface="华文中宋" panose="02010600040101010101" pitchFamily="2" charset="-122"/>
              </a:rPr>
              <a:t>更复杂的设计包含</a:t>
            </a:r>
            <a:r>
              <a:rPr lang="zh-CN" altLang="en-US" dirty="0">
                <a:latin typeface="华文中宋" panose="02010600040101010101" pitchFamily="2" charset="-122"/>
                <a:ea typeface="华文中宋" panose="02010600040101010101" pitchFamily="2" charset="-122"/>
              </a:rPr>
              <a:t>了</a:t>
            </a:r>
            <a:r>
              <a:rPr lang="zh-CN" altLang="en-US" dirty="0">
                <a:solidFill>
                  <a:srgbClr val="C00000"/>
                </a:solidFill>
                <a:latin typeface="华文中宋" panose="02010600040101010101" pitchFamily="2" charset="-122"/>
                <a:ea typeface="华文中宋" panose="02010600040101010101" pitchFamily="2" charset="-122"/>
              </a:rPr>
              <a:t>库、包、模块、程序覆盖</a:t>
            </a:r>
            <a:r>
              <a:rPr lang="zh-CN" altLang="en-US" dirty="0">
                <a:solidFill>
                  <a:srgbClr val="002060"/>
                </a:solidFill>
                <a:latin typeface="华文中宋" panose="02010600040101010101" pitchFamily="2" charset="-122"/>
                <a:ea typeface="华文中宋" panose="02010600040101010101" pitchFamily="2" charset="-122"/>
              </a:rPr>
              <a:t>等概念。</a:t>
            </a:r>
          </a:p>
        </p:txBody>
      </p:sp>
    </p:spTree>
    <p:extLst>
      <p:ext uri="{BB962C8B-B14F-4D97-AF65-F5344CB8AC3E}">
        <p14:creationId xmlns:p14="http://schemas.microsoft.com/office/powerpoint/2010/main" val="324747825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12291" name="Rectangle 2"/>
          <p:cNvSpPr>
            <a:spLocks noGrp="1" noChangeArrowheads="1"/>
          </p:cNvSpPr>
          <p:nvPr>
            <p:ph type="title"/>
          </p:nvPr>
        </p:nvSpPr>
        <p:spPr/>
        <p:txBody>
          <a:bodyPr/>
          <a:lstStyle/>
          <a:p>
            <a:pPr eaLnBrk="1" hangingPunct="1"/>
            <a:r>
              <a:rPr lang="en-US" altLang="zh-CN">
                <a:latin typeface="华文中宋" panose="02010600040101010101" pitchFamily="2" charset="-122"/>
                <a:ea typeface="华文中宋" panose="02010600040101010101" pitchFamily="2" charset="-122"/>
              </a:rPr>
              <a:t>§6.1 </a:t>
            </a:r>
            <a:r>
              <a:rPr lang="zh-CN" altLang="en-US">
                <a:latin typeface="华文中宋" panose="02010600040101010101" pitchFamily="2" charset="-122"/>
                <a:ea typeface="华文中宋" panose="02010600040101010101" pitchFamily="2" charset="-122"/>
              </a:rPr>
              <a:t>主程序与子程序</a:t>
            </a:r>
          </a:p>
        </p:txBody>
      </p:sp>
      <p:sp>
        <p:nvSpPr>
          <p:cNvPr id="12292" name="Rectangle 3"/>
          <p:cNvSpPr>
            <a:spLocks noGrp="1" noChangeArrowheads="1"/>
          </p:cNvSpPr>
          <p:nvPr>
            <p:ph type="body" idx="1"/>
          </p:nvPr>
        </p:nvSpPr>
        <p:spPr>
          <a:xfrm>
            <a:off x="623392" y="836712"/>
            <a:ext cx="10945216" cy="5688632"/>
          </a:xfrm>
        </p:spPr>
        <p:txBody>
          <a:bodyPr/>
          <a:lstStyle/>
          <a:p>
            <a:pPr eaLnBrk="1" hangingPunct="1">
              <a:lnSpc>
                <a:spcPct val="150000"/>
              </a:lnSpc>
            </a:pPr>
            <a:r>
              <a:rPr lang="zh-CN" altLang="en-US" dirty="0">
                <a:solidFill>
                  <a:srgbClr val="002060"/>
                </a:solidFill>
                <a:latin typeface="华文中宋" panose="02010600040101010101" pitchFamily="2" charset="-122"/>
                <a:ea typeface="华文中宋" panose="02010600040101010101" pitchFamily="2" charset="-122"/>
              </a:rPr>
              <a:t>主程序与子程序之优点</a:t>
            </a:r>
          </a:p>
          <a:p>
            <a:pPr lvl="1" eaLnBrk="1" hangingPunct="1">
              <a:lnSpc>
                <a:spcPct val="10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是一切软件结构的最本质、最基础的形式</a:t>
            </a:r>
          </a:p>
          <a:p>
            <a:pPr lvl="1" eaLnBrk="1" hangingPunct="1">
              <a:lnSpc>
                <a:spcPct val="10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代码的效率可以得到最大限度的发挥和提高。</a:t>
            </a:r>
          </a:p>
          <a:p>
            <a:pPr eaLnBrk="1" hangingPunct="1">
              <a:lnSpc>
                <a:spcPct val="150000"/>
              </a:lnSpc>
            </a:pPr>
            <a:r>
              <a:rPr lang="zh-CN" altLang="en-US" dirty="0">
                <a:solidFill>
                  <a:srgbClr val="002060"/>
                </a:solidFill>
                <a:latin typeface="华文中宋" panose="02010600040101010101" pitchFamily="2" charset="-122"/>
                <a:ea typeface="华文中宋" panose="02010600040101010101" pitchFamily="2" charset="-122"/>
              </a:rPr>
              <a:t>主程序与子程序之缺点</a:t>
            </a:r>
          </a:p>
          <a:p>
            <a:pPr lvl="1" eaLnBrk="1" hangingPunct="1">
              <a:lnSpc>
                <a:spcPct val="10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部件的连接关系不明显。 </a:t>
            </a:r>
            <a:endParaRPr lang="en-US" altLang="zh-CN" b="0" dirty="0">
              <a:solidFill>
                <a:schemeClr val="tx1"/>
              </a:solidFill>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l"/>
            </a:pPr>
            <a:r>
              <a:rPr lang="zh-CN" altLang="en-US" sz="1600" b="0" dirty="0">
                <a:solidFill>
                  <a:schemeClr val="tx1"/>
                </a:solidFill>
                <a:latin typeface="华文楷体" panose="02010600040101010101" pitchFamily="2" charset="-122"/>
                <a:ea typeface="华文楷体" panose="02010600040101010101" pitchFamily="2" charset="-122"/>
              </a:rPr>
              <a:t>简单的调用的背后实际上可能较为复杂。</a:t>
            </a:r>
          </a:p>
          <a:p>
            <a:pPr lvl="1" eaLnBrk="1" hangingPunct="1">
              <a:lnSpc>
                <a:spcPct val="10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代码维护性差。</a:t>
            </a:r>
            <a:endParaRPr lang="en-US" altLang="zh-CN" b="0" dirty="0">
              <a:solidFill>
                <a:schemeClr val="tx1"/>
              </a:solidFill>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l"/>
            </a:pPr>
            <a:r>
              <a:rPr lang="zh-CN" altLang="en-US" sz="1600" b="0" dirty="0">
                <a:solidFill>
                  <a:schemeClr val="tx1"/>
                </a:solidFill>
                <a:latin typeface="华文楷体" panose="02010600040101010101" pitchFamily="2" charset="-122"/>
                <a:ea typeface="华文楷体" panose="02010600040101010101" pitchFamily="2" charset="-122"/>
              </a:rPr>
              <a:t>简单的调用关系为维护带来了困难。</a:t>
            </a:r>
          </a:p>
          <a:p>
            <a:pPr lvl="1" eaLnBrk="1" hangingPunct="1">
              <a:lnSpc>
                <a:spcPct val="10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代码的复用性差。</a:t>
            </a:r>
            <a:endParaRPr lang="en-US" altLang="zh-CN" b="0" dirty="0">
              <a:solidFill>
                <a:schemeClr val="tx1"/>
              </a:solidFill>
              <a:latin typeface="华文中宋" panose="02010600040101010101" pitchFamily="2" charset="-122"/>
              <a:ea typeface="华文中宋" panose="02010600040101010101" pitchFamily="2" charset="-122"/>
            </a:endParaRPr>
          </a:p>
          <a:p>
            <a:pPr lvl="2" eaLnBrk="1" hangingPunct="1">
              <a:buFont typeface="Wingdings" panose="05000000000000000000" pitchFamily="2" charset="2"/>
              <a:buChar char="l"/>
            </a:pPr>
            <a:r>
              <a:rPr lang="zh-CN" altLang="en-US" sz="1600" b="0" dirty="0">
                <a:solidFill>
                  <a:schemeClr val="tx1"/>
                </a:solidFill>
                <a:latin typeface="华文楷体" panose="02010600040101010101" pitchFamily="2" charset="-122"/>
                <a:ea typeface="华文楷体" panose="02010600040101010101" pitchFamily="2" charset="-122"/>
              </a:rPr>
              <a:t>单纯的过程不能反映复杂的结构，难以成为复用的单元和基础</a:t>
            </a:r>
            <a:r>
              <a:rPr lang="zh-CN" altLang="en-US" b="0" dirty="0">
                <a:solidFill>
                  <a:schemeClr val="tx1"/>
                </a:solidFill>
                <a:latin typeface="华文楷体" panose="02010600040101010101" pitchFamily="2" charset="-122"/>
                <a:ea typeface="华文楷体" panose="02010600040101010101" pitchFamily="2" charset="-122"/>
              </a:rPr>
              <a:t>。</a:t>
            </a:r>
          </a:p>
          <a:p>
            <a:pPr eaLnBrk="1" hangingPunct="1">
              <a:lnSpc>
                <a:spcPct val="150000"/>
              </a:lnSpc>
            </a:pPr>
            <a:r>
              <a:rPr lang="zh-CN" altLang="en-US" dirty="0">
                <a:solidFill>
                  <a:srgbClr val="002060"/>
                </a:solidFill>
                <a:latin typeface="华文中宋" panose="02010600040101010101" pitchFamily="2" charset="-122"/>
                <a:ea typeface="华文中宋" panose="02010600040101010101" pitchFamily="2" charset="-122"/>
              </a:rPr>
              <a:t>结论</a:t>
            </a:r>
          </a:p>
          <a:p>
            <a:pPr lvl="1" eaLnBrk="1" hangingPunct="1">
              <a:lnSpc>
                <a:spcPct val="10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该方法存在的问题导致了各种软件设计方法的研究和提出，导致了对软件体系结构的研究和发展，</a:t>
            </a:r>
            <a:r>
              <a:rPr lang="en-US" altLang="zh-CN" b="0" dirty="0">
                <a:solidFill>
                  <a:schemeClr val="tx1"/>
                </a:solidFill>
                <a:latin typeface="华文中宋" panose="02010600040101010101" pitchFamily="2" charset="-122"/>
                <a:ea typeface="华文中宋" panose="02010600040101010101" pitchFamily="2" charset="-122"/>
              </a:rPr>
              <a:t>OO</a:t>
            </a:r>
            <a:r>
              <a:rPr lang="zh-CN" altLang="en-US" b="0" dirty="0">
                <a:solidFill>
                  <a:schemeClr val="tx1"/>
                </a:solidFill>
                <a:latin typeface="华文中宋" panose="02010600040101010101" pitchFamily="2" charset="-122"/>
                <a:ea typeface="华文中宋" panose="02010600040101010101" pitchFamily="2" charset="-122"/>
              </a:rPr>
              <a:t>方法是最主要的突破和发展。</a:t>
            </a:r>
          </a:p>
        </p:txBody>
      </p:sp>
    </p:spTree>
    <p:extLst>
      <p:ext uri="{BB962C8B-B14F-4D97-AF65-F5344CB8AC3E}">
        <p14:creationId xmlns:p14="http://schemas.microsoft.com/office/powerpoint/2010/main" val="327429211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14339" name="Rectangle 2"/>
          <p:cNvSpPr>
            <a:spLocks noGrp="1" noChangeArrowheads="1"/>
          </p:cNvSpPr>
          <p:nvPr>
            <p:ph type="title"/>
          </p:nvPr>
        </p:nvSpPr>
        <p:spPr/>
        <p:txBody>
          <a:bodyPr/>
          <a:lstStyle/>
          <a:p>
            <a:pPr eaLnBrk="1" hangingPunct="1"/>
            <a:r>
              <a:rPr lang="en-US" altLang="zh-CN">
                <a:latin typeface="华文中宋" panose="02010600040101010101" pitchFamily="2" charset="-122"/>
                <a:ea typeface="华文中宋" panose="02010600040101010101" pitchFamily="2" charset="-122"/>
              </a:rPr>
              <a:t>§6.2 </a:t>
            </a:r>
            <a:r>
              <a:rPr lang="zh-CN" altLang="en-US">
                <a:latin typeface="华文中宋" panose="02010600040101010101" pitchFamily="2" charset="-122"/>
                <a:ea typeface="华文中宋" panose="02010600040101010101" pitchFamily="2" charset="-122"/>
              </a:rPr>
              <a:t>数据抽象和面向对象</a:t>
            </a:r>
          </a:p>
        </p:txBody>
      </p:sp>
      <p:sp>
        <p:nvSpPr>
          <p:cNvPr id="14340" name="Rectangle 3"/>
          <p:cNvSpPr>
            <a:spLocks noGrp="1" noChangeArrowheads="1"/>
          </p:cNvSpPr>
          <p:nvPr>
            <p:ph type="body" idx="1"/>
          </p:nvPr>
        </p:nvSpPr>
        <p:spPr>
          <a:xfrm>
            <a:off x="617984" y="949624"/>
            <a:ext cx="10972800" cy="5065712"/>
          </a:xfrm>
        </p:spPr>
        <p:txBody>
          <a:bodyPr/>
          <a:lstStyle/>
          <a:p>
            <a:pPr eaLnBrk="1" hangingPunct="1">
              <a:lnSpc>
                <a:spcPct val="150000"/>
              </a:lnSpc>
            </a:pPr>
            <a:r>
              <a:rPr lang="zh-CN" altLang="en-US" sz="2800" dirty="0">
                <a:solidFill>
                  <a:srgbClr val="002060"/>
                </a:solidFill>
                <a:latin typeface="华文中宋" panose="02010600040101010101" pitchFamily="2" charset="-122"/>
                <a:ea typeface="华文中宋" panose="02010600040101010101" pitchFamily="2" charset="-122"/>
              </a:rPr>
              <a:t>概述</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数据抽象和面向对象设计是在主程序和子过程设计基础上建立和发展起来的重要的软件描述方法。</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数据抽象是面向对象设计的理论基础。</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类和对象是该描述方法的基础粒度，而非主子、模块或者包。</a:t>
            </a:r>
          </a:p>
          <a:p>
            <a:pPr lvl="2" eaLnBrk="1" hangingPunct="1">
              <a:lnSpc>
                <a:spcPct val="150000"/>
              </a:lnSpc>
              <a:buFont typeface="Wingdings" panose="05000000000000000000" pitchFamily="2" charset="2"/>
              <a:buChar char="l"/>
            </a:pPr>
            <a:r>
              <a:rPr lang="zh-CN" altLang="en-US" sz="2000" dirty="0">
                <a:solidFill>
                  <a:srgbClr val="004D8D"/>
                </a:solidFill>
                <a:latin typeface="华文楷体" panose="02010600040101010101" pitchFamily="2" charset="-122"/>
                <a:ea typeface="华文楷体" panose="02010600040101010101" pitchFamily="2" charset="-122"/>
              </a:rPr>
              <a:t>本质上没有逃出主子程序的思想。</a:t>
            </a:r>
          </a:p>
          <a:p>
            <a:pPr lvl="1" eaLnBrk="1" hangingPunct="1">
              <a:lnSpc>
                <a:spcPct val="150000"/>
              </a:lnSpc>
              <a:buFont typeface="Wingdings" panose="05000000000000000000" pitchFamily="2" charset="2"/>
              <a:buChar char="n"/>
            </a:pPr>
            <a:r>
              <a:rPr lang="zh-CN" altLang="en-US" sz="2400" dirty="0">
                <a:solidFill>
                  <a:schemeClr val="tx1"/>
                </a:solidFill>
                <a:latin typeface="华文中宋" panose="02010600040101010101" pitchFamily="2" charset="-122"/>
                <a:ea typeface="华文中宋" panose="02010600040101010101" pitchFamily="2" charset="-122"/>
              </a:rPr>
              <a:t>面向对象已经成为大多数软件系统设计的基础和出发点。</a:t>
            </a:r>
          </a:p>
          <a:p>
            <a:pPr lvl="2" eaLnBrk="1" hangingPunct="1">
              <a:lnSpc>
                <a:spcPct val="150000"/>
              </a:lnSpc>
              <a:buFont typeface="Wingdings" panose="05000000000000000000" pitchFamily="2" charset="2"/>
              <a:buChar char="l"/>
            </a:pPr>
            <a:r>
              <a:rPr lang="zh-CN" altLang="en-US" sz="2000" dirty="0">
                <a:solidFill>
                  <a:srgbClr val="004D8D"/>
                </a:solidFill>
                <a:latin typeface="华文楷体" panose="02010600040101010101" pitchFamily="2" charset="-122"/>
                <a:ea typeface="华文楷体" panose="02010600040101010101" pitchFamily="2" charset="-122"/>
              </a:rPr>
              <a:t>一些重要的软件设计思想都是在此基础上提出来的</a:t>
            </a:r>
            <a:r>
              <a:rPr lang="zh-CN" altLang="en-US" sz="2000" dirty="0">
                <a:solidFill>
                  <a:srgbClr val="C00000"/>
                </a:solidFill>
                <a:latin typeface="华文楷体" panose="02010600040101010101" pitchFamily="2" charset="-122"/>
                <a:ea typeface="华文楷体" panose="02010600040101010101" pitchFamily="2" charset="-122"/>
              </a:rPr>
              <a:t>（例如：</a:t>
            </a:r>
            <a:r>
              <a:rPr lang="en-US" altLang="zh-CN" sz="2000" dirty="0">
                <a:solidFill>
                  <a:srgbClr val="C00000"/>
                </a:solidFill>
                <a:latin typeface="华文楷体" panose="02010600040101010101" pitchFamily="2" charset="-122"/>
                <a:ea typeface="华文楷体" panose="02010600040101010101" pitchFamily="2" charset="-122"/>
              </a:rPr>
              <a:t>Design Pattern</a:t>
            </a:r>
            <a:r>
              <a:rPr lang="zh-CN" altLang="en-US" sz="2000" dirty="0">
                <a:solidFill>
                  <a:srgbClr val="C00000"/>
                </a:solidFill>
                <a:latin typeface="华文楷体" panose="02010600040101010101" pitchFamily="2" charset="-122"/>
                <a:ea typeface="华文楷体" panose="02010600040101010101" pitchFamily="2" charset="-122"/>
              </a:rPr>
              <a:t>）</a:t>
            </a:r>
            <a:r>
              <a:rPr lang="zh-CN" altLang="en-US" sz="2000" dirty="0">
                <a:solidFill>
                  <a:srgbClr val="004D8D"/>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392631428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15363"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§6.2 </a:t>
            </a:r>
            <a:r>
              <a:rPr lang="zh-CN" altLang="en-US" dirty="0">
                <a:latin typeface="华文中宋" panose="02010600040101010101" pitchFamily="2" charset="-122"/>
                <a:ea typeface="华文中宋" panose="02010600040101010101" pitchFamily="2" charset="-122"/>
              </a:rPr>
              <a:t>数据抽象和面向对象</a:t>
            </a:r>
          </a:p>
        </p:txBody>
      </p:sp>
      <p:sp>
        <p:nvSpPr>
          <p:cNvPr id="15364" name="Rectangle 3"/>
          <p:cNvSpPr>
            <a:spLocks noGrp="1" noChangeArrowheads="1"/>
          </p:cNvSpPr>
          <p:nvPr>
            <p:ph type="body" idx="1"/>
          </p:nvPr>
        </p:nvSpPr>
        <p:spPr>
          <a:xfrm>
            <a:off x="551384" y="764704"/>
            <a:ext cx="11305256" cy="5688632"/>
          </a:xfrm>
        </p:spPr>
        <p:txBody>
          <a:bodyPr/>
          <a:lstStyle/>
          <a:p>
            <a:pPr eaLnBrk="1" hangingPunct="1">
              <a:lnSpc>
                <a:spcPct val="150000"/>
              </a:lnSpc>
            </a:pPr>
            <a:r>
              <a:rPr lang="zh-CN" altLang="en-US" sz="2000" dirty="0">
                <a:solidFill>
                  <a:srgbClr val="002060"/>
                </a:solidFill>
                <a:latin typeface="华文中宋" panose="02010600040101010101" pitchFamily="2" charset="-122"/>
                <a:ea typeface="华文中宋" panose="02010600040101010101" pitchFamily="2" charset="-122"/>
              </a:rPr>
              <a:t>基本要点和特征</a:t>
            </a: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类是数据抽象的载体，类由数据成员和操作方法构成</a:t>
            </a:r>
            <a:r>
              <a:rPr lang="zh-CN" altLang="en-US" sz="1800" b="0" dirty="0">
                <a:solidFill>
                  <a:srgbClr val="C00000"/>
                </a:solidFill>
                <a:latin typeface="华文中宋" panose="02010600040101010101" pitchFamily="2" charset="-122"/>
                <a:ea typeface="华文中宋" panose="02010600040101010101" pitchFamily="2" charset="-122"/>
              </a:rPr>
              <a:t>（封装） </a:t>
            </a:r>
            <a:r>
              <a:rPr lang="zh-CN" altLang="en-US" sz="1800" b="0" dirty="0">
                <a:solidFill>
                  <a:schemeClr val="tx1"/>
                </a:solidFill>
                <a:latin typeface="华文中宋" panose="02010600040101010101" pitchFamily="2" charset="-122"/>
                <a:ea typeface="华文中宋" panose="02010600040101010101" pitchFamily="2" charset="-122"/>
              </a:rPr>
              <a:t>。</a:t>
            </a: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对象是类的实例，是软件系统的可运行实体。</a:t>
            </a: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类的继承性是一种复用机制。</a:t>
            </a:r>
          </a:p>
          <a:p>
            <a:pPr lvl="2" eaLnBrk="1" hangingPunct="1">
              <a:lnSpc>
                <a:spcPct val="150000"/>
              </a:lnSpc>
              <a:buFont typeface="Wingdings" panose="05000000000000000000" pitchFamily="2" charset="2"/>
              <a:buChar char="l"/>
            </a:pPr>
            <a:r>
              <a:rPr lang="zh-CN" altLang="en-US" sz="1600" b="0" dirty="0">
                <a:solidFill>
                  <a:srgbClr val="004D8D"/>
                </a:solidFill>
                <a:highlight>
                  <a:srgbClr val="FFFF00"/>
                </a:highlight>
                <a:latin typeface="华文楷体" panose="02010600040101010101" pitchFamily="2" charset="-122"/>
                <a:ea typeface="华文楷体" panose="02010600040101010101" pitchFamily="2" charset="-122"/>
              </a:rPr>
              <a:t>如果基类的行为已经是可证明的，那么证明导出类的正确性就变得简单多了。</a:t>
            </a:r>
            <a:r>
              <a:rPr lang="zh-CN" altLang="en-US" sz="1600" b="0" dirty="0">
                <a:solidFill>
                  <a:srgbClr val="FF0000"/>
                </a:solidFill>
                <a:highlight>
                  <a:srgbClr val="FFFF00"/>
                </a:highlight>
                <a:latin typeface="华文楷体" panose="02010600040101010101" pitchFamily="2" charset="-122"/>
                <a:ea typeface="华文楷体" panose="02010600040101010101" pitchFamily="2" charset="-122"/>
              </a:rPr>
              <a:t>若基类有问题呢？</a:t>
            </a: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多态：</a:t>
            </a:r>
            <a:endParaRPr lang="en-US" altLang="zh-CN" sz="1800" b="0" dirty="0">
              <a:solidFill>
                <a:schemeClr val="tx1"/>
              </a:solidFill>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l"/>
            </a:pPr>
            <a:r>
              <a:rPr lang="zh-CN" altLang="en-US" sz="1600" b="0" dirty="0">
                <a:solidFill>
                  <a:srgbClr val="004D8D"/>
                </a:solidFill>
                <a:latin typeface="华文楷体" panose="02010600040101010101" pitchFamily="2" charset="-122"/>
                <a:ea typeface="华文楷体" panose="02010600040101010101" pitchFamily="2" charset="-122"/>
              </a:rPr>
              <a:t>同一个行为名，作用在不同的对象上，操作细节不同的性质；</a:t>
            </a:r>
            <a:endParaRPr lang="en-US" altLang="zh-CN" sz="1600" b="0" dirty="0">
              <a:solidFill>
                <a:srgbClr val="004D8D"/>
              </a:solidFill>
              <a:latin typeface="华文楷体" panose="02010600040101010101" pitchFamily="2" charset="-122"/>
              <a:ea typeface="华文楷体" panose="02010600040101010101" pitchFamily="2" charset="-122"/>
            </a:endParaRPr>
          </a:p>
          <a:p>
            <a:pPr lvl="2" eaLnBrk="1" hangingPunct="1">
              <a:lnSpc>
                <a:spcPct val="150000"/>
              </a:lnSpc>
              <a:buFont typeface="Wingdings" panose="05000000000000000000" pitchFamily="2" charset="2"/>
              <a:buChar char="l"/>
            </a:pPr>
            <a:r>
              <a:rPr lang="zh-CN" altLang="en-US" sz="1600" b="0" dirty="0">
                <a:solidFill>
                  <a:srgbClr val="004D8D"/>
                </a:solidFill>
                <a:latin typeface="华文楷体" panose="02010600040101010101" pitchFamily="2" charset="-122"/>
                <a:ea typeface="华文楷体" panose="02010600040101010101" pitchFamily="2" charset="-122"/>
              </a:rPr>
              <a:t>同名方法对不同参数的处理过程不一样。</a:t>
            </a: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对象天然的并发性，作为独立可运行的实体，对象与对象之间是相互独立、同时存在的，各具生存状态的。</a:t>
            </a: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动态连接：关联性在运行时刻解决的机制</a:t>
            </a:r>
            <a:r>
              <a:rPr lang="zh-CN" altLang="en-US" sz="1800" b="0" dirty="0">
                <a:solidFill>
                  <a:srgbClr val="C00000"/>
                </a:solidFill>
                <a:latin typeface="华文中宋" panose="02010600040101010101" pitchFamily="2" charset="-122"/>
                <a:ea typeface="华文中宋" panose="02010600040101010101" pitchFamily="2" charset="-122"/>
              </a:rPr>
              <a:t>（</a:t>
            </a:r>
            <a:r>
              <a:rPr lang="en-US" altLang="zh-CN" sz="1800" b="0" dirty="0">
                <a:solidFill>
                  <a:srgbClr val="C00000"/>
                </a:solidFill>
                <a:latin typeface="华文中宋" panose="02010600040101010101" pitchFamily="2" charset="-122"/>
                <a:ea typeface="华文中宋" panose="02010600040101010101" pitchFamily="2" charset="-122"/>
              </a:rPr>
              <a:t>UML</a:t>
            </a:r>
            <a:r>
              <a:rPr lang="zh-CN" altLang="en-US" sz="1800" b="0" dirty="0">
                <a:solidFill>
                  <a:srgbClr val="C00000"/>
                </a:solidFill>
                <a:latin typeface="华文中宋" panose="02010600040101010101" pitchFamily="2" charset="-122"/>
                <a:ea typeface="华文中宋" panose="02010600040101010101" pitchFamily="2" charset="-122"/>
              </a:rPr>
              <a:t>中之：静态模型，动态模型</a:t>
            </a:r>
            <a:r>
              <a:rPr lang="zh-CN" altLang="en-US" sz="1800" b="0" dirty="0">
                <a:solidFill>
                  <a:schemeClr val="tx1"/>
                </a:solidFill>
                <a:latin typeface="华文中宋" panose="02010600040101010101" pitchFamily="2" charset="-122"/>
                <a:ea typeface="华文中宋" panose="02010600040101010101" pitchFamily="2" charset="-122"/>
              </a:rPr>
              <a:t>）。</a:t>
            </a: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软件系统概念的统一性、单一性。</a:t>
            </a:r>
            <a:endParaRPr lang="en-US" altLang="zh-CN" sz="1800" b="0" dirty="0">
              <a:solidFill>
                <a:schemeClr val="tx1"/>
              </a:solidFill>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l"/>
            </a:pPr>
            <a:r>
              <a:rPr lang="zh-CN" altLang="en-US" sz="1600" b="0" dirty="0">
                <a:solidFill>
                  <a:srgbClr val="004D8D"/>
                </a:solidFill>
                <a:latin typeface="华文楷体" panose="02010600040101010101" pitchFamily="2" charset="-122"/>
                <a:ea typeface="华文楷体" panose="02010600040101010101" pitchFamily="2" charset="-122"/>
              </a:rPr>
              <a:t>软件系统中的一切都是对象，</a:t>
            </a:r>
            <a:r>
              <a:rPr lang="en-US" altLang="zh-CN" sz="1600" dirty="0">
                <a:solidFill>
                  <a:srgbClr val="C00000"/>
                </a:solidFill>
                <a:latin typeface="华文楷体" panose="02010600040101010101" pitchFamily="2" charset="-122"/>
                <a:ea typeface="华文楷体" panose="02010600040101010101" pitchFamily="2" charset="-122"/>
              </a:rPr>
              <a:t>Everything is Object.</a:t>
            </a:r>
            <a:endParaRPr lang="zh-CN" altLang="en-US" sz="1600" dirty="0">
              <a:solidFill>
                <a:srgbClr val="C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03883034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6"/>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17411" name="Rectangle 2"/>
          <p:cNvSpPr>
            <a:spLocks noGrp="1" noChangeArrowheads="1"/>
          </p:cNvSpPr>
          <p:nvPr>
            <p:ph type="title"/>
          </p:nvPr>
        </p:nvSpPr>
        <p:spPr/>
        <p:txBody>
          <a:bodyPr/>
          <a:lstStyle/>
          <a:p>
            <a:pPr eaLnBrk="1" hangingPunct="1"/>
            <a:r>
              <a:rPr lang="en-US" altLang="zh-CN">
                <a:latin typeface="华文中宋" panose="02010600040101010101" pitchFamily="2" charset="-122"/>
                <a:ea typeface="华文中宋" panose="02010600040101010101" pitchFamily="2" charset="-122"/>
              </a:rPr>
              <a:t>§6.2 </a:t>
            </a:r>
            <a:r>
              <a:rPr lang="zh-CN" altLang="en-US">
                <a:latin typeface="华文中宋" panose="02010600040101010101" pitchFamily="2" charset="-122"/>
                <a:ea typeface="华文中宋" panose="02010600040101010101" pitchFamily="2" charset="-122"/>
              </a:rPr>
              <a:t>数据抽象和面向对象</a:t>
            </a:r>
          </a:p>
        </p:txBody>
      </p:sp>
      <p:sp>
        <p:nvSpPr>
          <p:cNvPr id="17412" name="Rectangle 3"/>
          <p:cNvSpPr>
            <a:spLocks noGrp="1" noChangeArrowheads="1"/>
          </p:cNvSpPr>
          <p:nvPr>
            <p:ph type="body" sz="half" idx="1"/>
          </p:nvPr>
        </p:nvSpPr>
        <p:spPr>
          <a:xfrm>
            <a:off x="623392" y="868365"/>
            <a:ext cx="11017224" cy="4967287"/>
          </a:xfrm>
        </p:spPr>
        <p:txBody>
          <a:bodyPr/>
          <a:lstStyle/>
          <a:p>
            <a:pPr eaLnBrk="1" hangingPunct="1">
              <a:lnSpc>
                <a:spcPct val="150000"/>
              </a:lnSpc>
            </a:pPr>
            <a:r>
              <a:rPr lang="zh-CN" altLang="en-US" sz="2800" dirty="0">
                <a:solidFill>
                  <a:srgbClr val="002060"/>
                </a:solidFill>
                <a:latin typeface="华文中宋" panose="02010600040101010101" pitchFamily="2" charset="-122"/>
                <a:ea typeface="华文中宋" panose="02010600040101010101" pitchFamily="2" charset="-122"/>
              </a:rPr>
              <a:t>对象的实现类型</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普通数据对象</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持久对象</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界面对象</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组件：实现软件系统运行模块组装和连接的技术。</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二进制对象</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基础类库：</a:t>
            </a:r>
            <a:r>
              <a:rPr lang="en-US" altLang="zh-CN" sz="2400" b="0" dirty="0">
                <a:solidFill>
                  <a:schemeClr val="tx1"/>
                </a:solidFill>
                <a:latin typeface="华文中宋" panose="02010600040101010101" pitchFamily="2" charset="-122"/>
                <a:ea typeface="华文中宋" panose="02010600040101010101" pitchFamily="2" charset="-122"/>
              </a:rPr>
              <a:t>MFC</a:t>
            </a:r>
            <a:r>
              <a:rPr lang="zh-CN" altLang="en-US" sz="2400" b="0" dirty="0">
                <a:solidFill>
                  <a:schemeClr val="tx1"/>
                </a:solidFill>
                <a:latin typeface="华文中宋" panose="02010600040101010101" pitchFamily="2" charset="-122"/>
                <a:ea typeface="华文中宋" panose="02010600040101010101" pitchFamily="2" charset="-122"/>
              </a:rPr>
              <a:t>、</a:t>
            </a:r>
            <a:r>
              <a:rPr lang="en-US" altLang="zh-CN" sz="2400" b="0" dirty="0">
                <a:solidFill>
                  <a:schemeClr val="tx1"/>
                </a:solidFill>
                <a:latin typeface="华文中宋" panose="02010600040101010101" pitchFamily="2" charset="-122"/>
                <a:ea typeface="华文中宋" panose="02010600040101010101" pitchFamily="2" charset="-122"/>
              </a:rPr>
              <a:t>JFC  etc.</a:t>
            </a:r>
          </a:p>
        </p:txBody>
      </p:sp>
    </p:spTree>
    <p:extLst>
      <p:ext uri="{BB962C8B-B14F-4D97-AF65-F5344CB8AC3E}">
        <p14:creationId xmlns:p14="http://schemas.microsoft.com/office/powerpoint/2010/main" val="330739504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18435"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§6.2 </a:t>
            </a:r>
            <a:r>
              <a:rPr lang="zh-CN" altLang="en-US" dirty="0">
                <a:latin typeface="华文中宋" panose="02010600040101010101" pitchFamily="2" charset="-122"/>
                <a:ea typeface="华文中宋" panose="02010600040101010101" pitchFamily="2" charset="-122"/>
              </a:rPr>
              <a:t>数据抽象和面向对象</a:t>
            </a:r>
          </a:p>
        </p:txBody>
      </p:sp>
      <p:sp>
        <p:nvSpPr>
          <p:cNvPr id="18436" name="Rectangle 3"/>
          <p:cNvSpPr>
            <a:spLocks noGrp="1" noChangeArrowheads="1"/>
          </p:cNvSpPr>
          <p:nvPr>
            <p:ph type="body" idx="1"/>
          </p:nvPr>
        </p:nvSpPr>
        <p:spPr>
          <a:xfrm>
            <a:off x="479376" y="949624"/>
            <a:ext cx="11305256" cy="5647728"/>
          </a:xfrm>
        </p:spPr>
        <p:txBody>
          <a:bodyPr/>
          <a:lstStyle/>
          <a:p>
            <a:pPr eaLnBrk="1" hangingPunct="1">
              <a:lnSpc>
                <a:spcPct val="150000"/>
              </a:lnSpc>
            </a:pPr>
            <a:r>
              <a:rPr lang="zh-CN" altLang="en-US" dirty="0">
                <a:solidFill>
                  <a:srgbClr val="002060"/>
                </a:solidFill>
                <a:latin typeface="华文中宋" panose="02010600040101010101" pitchFamily="2" charset="-122"/>
                <a:ea typeface="华文中宋" panose="02010600040101010101" pitchFamily="2" charset="-122"/>
              </a:rPr>
              <a:t>设计时的考虑</a:t>
            </a:r>
          </a:p>
          <a:p>
            <a:pPr lvl="1"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在以下情况下可以考虑使用面向对象的设计方法</a:t>
            </a:r>
          </a:p>
          <a:p>
            <a:pPr lvl="2" eaLnBrk="1" hangingPunct="1">
              <a:lnSpc>
                <a:spcPct val="150000"/>
              </a:lnSpc>
              <a:buFont typeface="Wingdings" panose="05000000000000000000" pitchFamily="2" charset="2"/>
              <a:buChar char="l"/>
            </a:pPr>
            <a:r>
              <a:rPr lang="zh-CN" altLang="en-US" sz="2000" b="0" dirty="0">
                <a:solidFill>
                  <a:schemeClr val="tx1"/>
                </a:solidFill>
                <a:latin typeface="华文中宋" panose="02010600040101010101" pitchFamily="2" charset="-122"/>
                <a:ea typeface="华文中宋" panose="02010600040101010101" pitchFamily="2" charset="-122"/>
              </a:rPr>
              <a:t>设计问题允许被分解成经过封装而独立运行，而又相互关联的对象集合。</a:t>
            </a:r>
          </a:p>
          <a:p>
            <a:pPr lvl="2" eaLnBrk="1" hangingPunct="1">
              <a:lnSpc>
                <a:spcPct val="150000"/>
              </a:lnSpc>
              <a:buFont typeface="Wingdings" panose="05000000000000000000" pitchFamily="2" charset="2"/>
              <a:buChar char="l"/>
            </a:pPr>
            <a:r>
              <a:rPr lang="zh-CN" altLang="en-US" sz="2000" b="0" dirty="0">
                <a:solidFill>
                  <a:schemeClr val="tx1"/>
                </a:solidFill>
                <a:latin typeface="华文中宋" panose="02010600040101010101" pitchFamily="2" charset="-122"/>
                <a:ea typeface="华文中宋" panose="02010600040101010101" pitchFamily="2" charset="-122"/>
              </a:rPr>
              <a:t>相同的部件在同一系统中出现多次。</a:t>
            </a:r>
            <a:endParaRPr lang="en-US" altLang="zh-CN" sz="2000" b="0" dirty="0">
              <a:solidFill>
                <a:schemeClr val="tx1"/>
              </a:solidFill>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l"/>
            </a:pPr>
            <a:r>
              <a:rPr lang="zh-CN" altLang="en-US" sz="2000" b="0" dirty="0">
                <a:solidFill>
                  <a:schemeClr val="tx1"/>
                </a:solidFill>
                <a:latin typeface="华文中宋" panose="02010600040101010101" pitchFamily="2" charset="-122"/>
                <a:ea typeface="华文中宋" panose="02010600040101010101" pitchFamily="2" charset="-122"/>
              </a:rPr>
              <a:t>相同的部件可能在不同的系统中获得应用。</a:t>
            </a:r>
          </a:p>
          <a:p>
            <a:pPr lvl="2" eaLnBrk="1" hangingPunct="1">
              <a:lnSpc>
                <a:spcPct val="150000"/>
              </a:lnSpc>
              <a:buFont typeface="Wingdings" panose="05000000000000000000" pitchFamily="2" charset="2"/>
              <a:buChar char="l"/>
            </a:pPr>
            <a:r>
              <a:rPr lang="zh-CN" altLang="en-US" sz="2000" b="0" dirty="0">
                <a:solidFill>
                  <a:schemeClr val="tx1"/>
                </a:solidFill>
                <a:latin typeface="华文中宋" panose="02010600040101010101" pitchFamily="2" charset="-122"/>
                <a:ea typeface="华文中宋" panose="02010600040101010101" pitchFamily="2" charset="-122"/>
              </a:rPr>
              <a:t>系统开发工作需要团队完成时候，把系统分割为对象的集合有利于工作的划分和实施，有利于保证开发的质量。</a:t>
            </a:r>
          </a:p>
          <a:p>
            <a:pPr lvl="2" eaLnBrk="1" hangingPunct="1">
              <a:lnSpc>
                <a:spcPct val="150000"/>
              </a:lnSpc>
              <a:buFont typeface="Wingdings" panose="05000000000000000000" pitchFamily="2" charset="2"/>
              <a:buChar char="l"/>
            </a:pPr>
            <a:r>
              <a:rPr lang="zh-CN" altLang="en-US" sz="2000" b="0" dirty="0">
                <a:solidFill>
                  <a:schemeClr val="tx1"/>
                </a:solidFill>
                <a:latin typeface="华文中宋" panose="02010600040101010101" pitchFamily="2" charset="-122"/>
                <a:ea typeface="华文中宋" panose="02010600040101010101" pitchFamily="2" charset="-122"/>
              </a:rPr>
              <a:t>系统元素之间的关联错综复杂以至于妨碍了系统的清晰结构和划分。这时候尝试以对象的观点对系统进行重新分解以期获得突破</a:t>
            </a:r>
            <a:r>
              <a:rPr lang="zh-CN" altLang="en-US" sz="2000" b="0" dirty="0">
                <a:solidFill>
                  <a:srgbClr val="C00000"/>
                </a:solidFill>
                <a:latin typeface="华文中宋" panose="02010600040101010101" pitchFamily="2" charset="-122"/>
                <a:ea typeface="华文中宋" panose="02010600040101010101" pitchFamily="2" charset="-122"/>
              </a:rPr>
              <a:t>（系统切割或者分解的一种方法）</a:t>
            </a:r>
            <a:r>
              <a:rPr lang="zh-CN" altLang="en-US" sz="2000" b="0" dirty="0">
                <a:solidFill>
                  <a:schemeClr val="tx1"/>
                </a:solidFill>
                <a:latin typeface="华文中宋" panose="02010600040101010101" pitchFamily="2" charset="-122"/>
                <a:ea typeface="华文中宋" panose="02010600040101010101" pitchFamily="2" charset="-122"/>
              </a:rPr>
              <a:t>。</a:t>
            </a:r>
            <a:endParaRPr lang="zh-CN" altLang="en-US" sz="2000" b="0" dirty="0">
              <a:solidFill>
                <a:srgbClr val="C00000"/>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43025095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20483"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§6.2 </a:t>
            </a:r>
            <a:r>
              <a:rPr lang="zh-CN" altLang="en-US" dirty="0">
                <a:latin typeface="华文中宋" panose="02010600040101010101" pitchFamily="2" charset="-122"/>
                <a:ea typeface="华文中宋" panose="02010600040101010101" pitchFamily="2" charset="-122"/>
              </a:rPr>
              <a:t>数据抽象和面向对象</a:t>
            </a:r>
          </a:p>
        </p:txBody>
      </p:sp>
      <p:sp>
        <p:nvSpPr>
          <p:cNvPr id="20484" name="Rectangle 3"/>
          <p:cNvSpPr>
            <a:spLocks noGrp="1" noChangeArrowheads="1"/>
          </p:cNvSpPr>
          <p:nvPr>
            <p:ph type="body" idx="1"/>
          </p:nvPr>
        </p:nvSpPr>
        <p:spPr>
          <a:xfrm>
            <a:off x="551384" y="934033"/>
            <a:ext cx="11089232" cy="5111751"/>
          </a:xfrm>
        </p:spPr>
        <p:txBody>
          <a:bodyPr/>
          <a:lstStyle/>
          <a:p>
            <a:pPr eaLnBrk="1" hangingPunct="1">
              <a:lnSpc>
                <a:spcPct val="150000"/>
              </a:lnSpc>
            </a:pPr>
            <a:r>
              <a:rPr lang="zh-CN" altLang="en-US" dirty="0">
                <a:solidFill>
                  <a:srgbClr val="002060"/>
                </a:solidFill>
                <a:latin typeface="华文中宋" panose="02010600040101010101" pitchFamily="2" charset="-122"/>
                <a:ea typeface="华文中宋" panose="02010600040101010101" pitchFamily="2" charset="-122"/>
              </a:rPr>
              <a:t>对象的运行机制</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对象的生存表现在它所占用的存储空间和状态的变化 </a:t>
            </a:r>
            <a:r>
              <a:rPr lang="en-US" altLang="zh-CN" b="0" dirty="0">
                <a:solidFill>
                  <a:srgbClr val="C00000"/>
                </a:solidFill>
                <a:latin typeface="华文中宋" panose="02010600040101010101" pitchFamily="2" charset="-122"/>
                <a:ea typeface="华文中宋" panose="02010600040101010101" pitchFamily="2" charset="-122"/>
              </a:rPr>
              <a:t>(</a:t>
            </a:r>
            <a:r>
              <a:rPr lang="zh-CN" altLang="en-US" b="0" dirty="0">
                <a:solidFill>
                  <a:srgbClr val="C00000"/>
                </a:solidFill>
                <a:latin typeface="华文中宋" panose="02010600040101010101" pitchFamily="2" charset="-122"/>
                <a:ea typeface="华文中宋" panose="02010600040101010101" pitchFamily="2" charset="-122"/>
              </a:rPr>
              <a:t>对象的生命周期</a:t>
            </a:r>
            <a:r>
              <a:rPr lang="en-US" altLang="zh-CN" b="0" dirty="0">
                <a:solidFill>
                  <a:srgbClr val="C00000"/>
                </a:solidFill>
                <a:latin typeface="华文中宋" panose="02010600040101010101" pitchFamily="2" charset="-122"/>
                <a:ea typeface="华文中宋" panose="02010600040101010101" pitchFamily="2" charset="-122"/>
              </a:rPr>
              <a:t>)</a:t>
            </a:r>
            <a:r>
              <a:rPr lang="zh-CN" altLang="en-US" b="0" dirty="0">
                <a:solidFill>
                  <a:srgbClr val="C00000"/>
                </a:solidFill>
                <a:latin typeface="华文中宋" panose="02010600040101010101" pitchFamily="2" charset="-122"/>
                <a:ea typeface="华文中宋" panose="02010600040101010101" pitchFamily="2" charset="-122"/>
              </a:rPr>
              <a:t>：</a:t>
            </a:r>
            <a:endParaRPr lang="en-US" altLang="zh-CN" b="0" dirty="0">
              <a:solidFill>
                <a:srgbClr val="C00000"/>
              </a:solidFill>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在发生方法调用和获得处理器控制权之前，对象是处在生存的冻结状态</a:t>
            </a:r>
            <a:r>
              <a:rPr lang="zh-CN" altLang="en-US" sz="1800" b="0" dirty="0">
                <a:solidFill>
                  <a:schemeClr val="tx1"/>
                </a:solidFill>
                <a:highlight>
                  <a:srgbClr val="FFFF00"/>
                </a:highlight>
                <a:latin typeface="华文楷体" panose="02010600040101010101" pitchFamily="2" charset="-122"/>
                <a:ea typeface="华文楷体" panose="02010600040101010101" pitchFamily="2" charset="-122"/>
              </a:rPr>
              <a:t>（</a:t>
            </a:r>
            <a:r>
              <a:rPr lang="en-US" altLang="zh-CN" sz="1800" b="0" dirty="0">
                <a:solidFill>
                  <a:schemeClr val="tx1"/>
                </a:solidFill>
                <a:highlight>
                  <a:srgbClr val="FFFF00"/>
                </a:highlight>
                <a:latin typeface="华文楷体" panose="02010600040101010101" pitchFamily="2" charset="-122"/>
                <a:ea typeface="华文楷体" panose="02010600040101010101" pitchFamily="2" charset="-122"/>
              </a:rPr>
              <a:t>Newborn</a:t>
            </a:r>
            <a:r>
              <a:rPr lang="zh-CN" altLang="en-US" sz="1800" b="0" dirty="0">
                <a:solidFill>
                  <a:schemeClr val="tx1"/>
                </a:solidFill>
                <a:highlight>
                  <a:srgbClr val="FFFF00"/>
                </a:highlight>
                <a:latin typeface="华文楷体" panose="02010600040101010101" pitchFamily="2" charset="-122"/>
                <a:ea typeface="华文楷体" panose="02010600040101010101" pitchFamily="2" charset="-122"/>
              </a:rPr>
              <a:t>）</a:t>
            </a:r>
            <a:r>
              <a:rPr lang="zh-CN" altLang="en-US" sz="1800" b="0" dirty="0">
                <a:solidFill>
                  <a:schemeClr val="tx1"/>
                </a:solidFill>
                <a:latin typeface="华文楷体" panose="02010600040101010101" pitchFamily="2" charset="-122"/>
                <a:ea typeface="华文楷体" panose="02010600040101010101" pitchFamily="2" charset="-122"/>
              </a:rPr>
              <a:t>。</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激发对象处于活跃状态的唯一方法就是调用其操作方法（消息机制）。</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在复杂系统中，对象不仅起到信息保存和传递的作用。它更是构成系统存在和生命力表现的部件和连接关系的基础形式。</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系统的各种部件都是对象。他们在系统中起到的作用不同、发挥的效用的时刻不同、受到的控制不同，但在计算机系统中运行都会受到操作系统的调用、外来事件的激发、其他部件的服务请求。</a:t>
            </a:r>
          </a:p>
        </p:txBody>
      </p:sp>
    </p:spTree>
    <p:extLst>
      <p:ext uri="{BB962C8B-B14F-4D97-AF65-F5344CB8AC3E}">
        <p14:creationId xmlns:p14="http://schemas.microsoft.com/office/powerpoint/2010/main" val="409326009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22531"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§6.2 </a:t>
            </a:r>
            <a:r>
              <a:rPr lang="zh-CN" altLang="en-US" dirty="0">
                <a:latin typeface="华文中宋" panose="02010600040101010101" pitchFamily="2" charset="-122"/>
                <a:ea typeface="华文中宋" panose="02010600040101010101" pitchFamily="2" charset="-122"/>
              </a:rPr>
              <a:t>数据抽象和面向对象</a:t>
            </a:r>
          </a:p>
        </p:txBody>
      </p:sp>
      <p:sp>
        <p:nvSpPr>
          <p:cNvPr id="22532" name="Rectangle 3"/>
          <p:cNvSpPr>
            <a:spLocks noGrp="1" noChangeArrowheads="1"/>
          </p:cNvSpPr>
          <p:nvPr>
            <p:ph type="body" idx="1"/>
          </p:nvPr>
        </p:nvSpPr>
        <p:spPr>
          <a:xfrm>
            <a:off x="479376" y="692696"/>
            <a:ext cx="11161240" cy="5976664"/>
          </a:xfrm>
        </p:spPr>
        <p:txBody>
          <a:bodyPr/>
          <a:lstStyle/>
          <a:p>
            <a:pPr eaLnBrk="1" hangingPunct="1">
              <a:lnSpc>
                <a:spcPct val="100000"/>
              </a:lnSpc>
            </a:pPr>
            <a:r>
              <a:rPr lang="zh-CN" altLang="en-US" dirty="0">
                <a:solidFill>
                  <a:srgbClr val="002060"/>
                </a:solidFill>
                <a:latin typeface="华文中宋" panose="02010600040101010101" pitchFamily="2" charset="-122"/>
                <a:ea typeface="华文中宋" panose="02010600040101010101" pitchFamily="2" charset="-122"/>
              </a:rPr>
              <a:t>面向对象的优缺点</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优点</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信息隐藏保证了对象行为的可靠性，</a:t>
            </a:r>
            <a:r>
              <a:rPr lang="en-US" altLang="zh-CN" sz="2000" b="0" dirty="0">
                <a:solidFill>
                  <a:schemeClr val="tx1"/>
                </a:solidFill>
                <a:highlight>
                  <a:srgbClr val="FFFF00"/>
                </a:highlight>
                <a:latin typeface="华文楷体" panose="02010600040101010101" pitchFamily="2" charset="-122"/>
                <a:ea typeface="华文楷体" panose="02010600040101010101" pitchFamily="2" charset="-122"/>
              </a:rPr>
              <a:t>Called By Methods</a:t>
            </a:r>
            <a:r>
              <a:rPr lang="zh-CN" altLang="en-US" sz="2000" b="0" dirty="0">
                <a:solidFill>
                  <a:schemeClr val="tx1"/>
                </a:solidFill>
                <a:highlight>
                  <a:srgbClr val="FFFF00"/>
                </a:highlight>
                <a:latin typeface="华文楷体" panose="02010600040101010101" pitchFamily="2" charset="-122"/>
                <a:ea typeface="华文楷体" panose="02010600040101010101" pitchFamily="2" charset="-122"/>
              </a:rPr>
              <a:t>（</a:t>
            </a:r>
            <a:r>
              <a:rPr lang="en-US" altLang="zh-CN" sz="2000" b="0" dirty="0">
                <a:solidFill>
                  <a:schemeClr val="tx1"/>
                </a:solidFill>
                <a:highlight>
                  <a:srgbClr val="FFFF00"/>
                </a:highlight>
                <a:latin typeface="华文楷体" panose="02010600040101010101" pitchFamily="2" charset="-122"/>
                <a:ea typeface="华文楷体" panose="02010600040101010101" pitchFamily="2" charset="-122"/>
              </a:rPr>
              <a:t>getter</a:t>
            </a:r>
            <a:r>
              <a:rPr lang="zh-CN" altLang="en-US" sz="2000" b="0" dirty="0">
                <a:solidFill>
                  <a:schemeClr val="tx1"/>
                </a:solidFill>
                <a:highlight>
                  <a:srgbClr val="FFFF00"/>
                </a:highlight>
                <a:latin typeface="华文楷体" panose="02010600040101010101" pitchFamily="2" charset="-122"/>
                <a:ea typeface="华文楷体" panose="02010600040101010101" pitchFamily="2" charset="-122"/>
              </a:rPr>
              <a:t>、</a:t>
            </a:r>
            <a:r>
              <a:rPr lang="en-US" altLang="zh-CN" sz="2000" b="0" dirty="0">
                <a:solidFill>
                  <a:schemeClr val="tx1"/>
                </a:solidFill>
                <a:highlight>
                  <a:srgbClr val="FFFF00"/>
                </a:highlight>
                <a:latin typeface="华文楷体" panose="02010600040101010101" pitchFamily="2" charset="-122"/>
                <a:ea typeface="华文楷体" panose="02010600040101010101" pitchFamily="2" charset="-122"/>
              </a:rPr>
              <a:t>setter</a:t>
            </a:r>
            <a:r>
              <a:rPr lang="zh-CN" altLang="en-US" sz="2000" b="0" dirty="0">
                <a:solidFill>
                  <a:schemeClr val="tx1"/>
                </a:solidFill>
                <a:highlight>
                  <a:srgbClr val="FFFF00"/>
                </a:highlight>
                <a:latin typeface="华文楷体" panose="02010600040101010101" pitchFamily="2" charset="-122"/>
                <a:ea typeface="华文楷体" panose="02010600040101010101" pitchFamily="2" charset="-122"/>
              </a:rPr>
              <a:t>方法）</a:t>
            </a:r>
            <a:r>
              <a:rPr lang="zh-CN" altLang="en-US" sz="2000" b="0" dirty="0">
                <a:solidFill>
                  <a:schemeClr val="tx1"/>
                </a:solidFill>
                <a:latin typeface="华文楷体" panose="02010600040101010101" pitchFamily="2" charset="-122"/>
                <a:ea typeface="华文楷体" panose="02010600040101010101" pitchFamily="2" charset="-122"/>
              </a:rPr>
              <a:t>。</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受封装的独立运行对象把数据和操作捆绑在一起，提高了对象作为一种模块的内聚力，使系统更容易分解成相互作用又相互独立的对象集合</a:t>
            </a:r>
            <a:r>
              <a:rPr lang="zh-CN" altLang="en-US" sz="2000" b="0" dirty="0">
                <a:solidFill>
                  <a:schemeClr val="tx1"/>
                </a:solidFill>
                <a:highlight>
                  <a:srgbClr val="FFFF00"/>
                </a:highlight>
                <a:latin typeface="华文楷体" panose="02010600040101010101" pitchFamily="2" charset="-122"/>
                <a:ea typeface="华文楷体" panose="02010600040101010101" pitchFamily="2" charset="-122"/>
              </a:rPr>
              <a:t>（高内聚、弱耦合）</a:t>
            </a:r>
            <a:r>
              <a:rPr lang="zh-CN" altLang="en-US" sz="2000" b="0" dirty="0">
                <a:solidFill>
                  <a:schemeClr val="tx1"/>
                </a:solidFill>
                <a:latin typeface="华文楷体" panose="02010600040101010101" pitchFamily="2" charset="-122"/>
                <a:ea typeface="华文楷体" panose="02010600040101010101" pitchFamily="2" charset="-122"/>
              </a:rPr>
              <a:t>。</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将操作请求（</a:t>
            </a:r>
            <a:r>
              <a:rPr lang="en-US" altLang="zh-CN" sz="2000" b="0" dirty="0">
                <a:solidFill>
                  <a:schemeClr val="tx1"/>
                </a:solidFill>
                <a:latin typeface="华文楷体" panose="02010600040101010101" pitchFamily="2" charset="-122"/>
                <a:ea typeface="华文楷体" panose="02010600040101010101" pitchFamily="2" charset="-122"/>
              </a:rPr>
              <a:t>API</a:t>
            </a:r>
            <a:r>
              <a:rPr lang="zh-CN" altLang="en-US" sz="2000" b="0" dirty="0">
                <a:solidFill>
                  <a:schemeClr val="tx1"/>
                </a:solidFill>
                <a:latin typeface="华文楷体" panose="02010600040101010101" pitchFamily="2" charset="-122"/>
                <a:ea typeface="华文楷体" panose="02010600040101010101" pitchFamily="2" charset="-122"/>
              </a:rPr>
              <a:t>）和实现细节的分离使得可能在不影响调用者情况下改变操作的实现，为</a:t>
            </a:r>
            <a:r>
              <a:rPr lang="zh-CN" altLang="en-US" sz="2000" b="0" dirty="0">
                <a:solidFill>
                  <a:schemeClr val="tx1"/>
                </a:solidFill>
                <a:highlight>
                  <a:srgbClr val="FFFF00"/>
                </a:highlight>
                <a:latin typeface="华文楷体" panose="02010600040101010101" pitchFamily="2" charset="-122"/>
                <a:ea typeface="华文楷体" panose="02010600040101010101" pitchFamily="2" charset="-122"/>
              </a:rPr>
              <a:t>系统的维护和升级</a:t>
            </a:r>
            <a:r>
              <a:rPr lang="zh-CN" altLang="en-US" sz="2000" b="0" dirty="0">
                <a:solidFill>
                  <a:schemeClr val="tx1"/>
                </a:solidFill>
                <a:latin typeface="华文楷体" panose="02010600040101010101" pitchFamily="2" charset="-122"/>
                <a:ea typeface="华文楷体" panose="02010600040101010101" pitchFamily="2" charset="-122"/>
              </a:rPr>
              <a:t>提供了良好的条件。</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继承性和封装性提高了</a:t>
            </a:r>
            <a:r>
              <a:rPr lang="zh-CN" altLang="en-US" sz="2000" b="0" dirty="0">
                <a:solidFill>
                  <a:schemeClr val="tx1"/>
                </a:solidFill>
                <a:highlight>
                  <a:srgbClr val="FFFF00"/>
                </a:highlight>
                <a:latin typeface="华文楷体" panose="02010600040101010101" pitchFamily="2" charset="-122"/>
                <a:ea typeface="华文楷体" panose="02010600040101010101" pitchFamily="2" charset="-122"/>
              </a:rPr>
              <a:t>复用</a:t>
            </a:r>
            <a:r>
              <a:rPr lang="zh-CN" altLang="en-US" sz="2000" b="0" dirty="0">
                <a:solidFill>
                  <a:schemeClr val="tx1"/>
                </a:solidFill>
                <a:latin typeface="华文楷体" panose="02010600040101010101" pitchFamily="2" charset="-122"/>
                <a:ea typeface="华文楷体" panose="02010600040101010101" pitchFamily="2" charset="-122"/>
              </a:rPr>
              <a:t>的可能性和方便性。</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缺点</a:t>
            </a:r>
          </a:p>
          <a:p>
            <a:pPr lvl="2" eaLnBrk="1" hangingPunct="1">
              <a:lnSpc>
                <a:spcPct val="150000"/>
              </a:lnSpc>
              <a:buFont typeface="Wingdings" panose="05000000000000000000" pitchFamily="2" charset="2"/>
              <a:buChar char="l"/>
            </a:pPr>
            <a:r>
              <a:rPr lang="zh-CN" altLang="en-US" sz="2000" b="0" dirty="0">
                <a:solidFill>
                  <a:schemeClr val="tx1"/>
                </a:solidFill>
                <a:highlight>
                  <a:srgbClr val="FFFF00"/>
                </a:highlight>
                <a:latin typeface="华文楷体" panose="02010600040101010101" pitchFamily="2" charset="-122"/>
                <a:ea typeface="华文楷体" panose="02010600040101010101" pitchFamily="2" charset="-122"/>
              </a:rPr>
              <a:t>兴一利必兴一弊</a:t>
            </a:r>
            <a:r>
              <a:rPr lang="zh-CN" altLang="en-US" sz="2000" b="0" dirty="0">
                <a:solidFill>
                  <a:schemeClr val="tx1"/>
                </a:solidFill>
                <a:latin typeface="华文楷体" panose="02010600040101010101" pitchFamily="2" charset="-122"/>
                <a:ea typeface="华文楷体" panose="02010600040101010101" pitchFamily="2" charset="-122"/>
              </a:rPr>
              <a:t>。</a:t>
            </a:r>
            <a:endParaRPr lang="en-US" altLang="zh-CN" sz="2000" b="0" dirty="0">
              <a:solidFill>
                <a:schemeClr val="tx1"/>
              </a:solidFill>
              <a:latin typeface="华文楷体" panose="02010600040101010101" pitchFamily="2" charset="-122"/>
              <a:ea typeface="华文楷体" panose="02010600040101010101" pitchFamily="2" charset="-122"/>
            </a:endParaRP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对象之间方法的调用必须知道被调用者的标识，造成系统维护上的困难。</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如果系统分析初期就使用面向对象的方法则可能大大加剧系统分析的复杂性。</a:t>
            </a:r>
          </a:p>
        </p:txBody>
      </p:sp>
    </p:spTree>
    <p:extLst>
      <p:ext uri="{BB962C8B-B14F-4D97-AF65-F5344CB8AC3E}">
        <p14:creationId xmlns:p14="http://schemas.microsoft.com/office/powerpoint/2010/main" val="180857502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23555"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23556" name="Rectangle 3"/>
          <p:cNvSpPr>
            <a:spLocks noGrp="1" noChangeArrowheads="1"/>
          </p:cNvSpPr>
          <p:nvPr>
            <p:ph type="body" idx="1"/>
          </p:nvPr>
        </p:nvSpPr>
        <p:spPr>
          <a:xfrm>
            <a:off x="407368" y="836712"/>
            <a:ext cx="10972800" cy="5688632"/>
          </a:xfrm>
        </p:spPr>
        <p:txBody>
          <a:bodyPr/>
          <a:lstStyle/>
          <a:p>
            <a:pPr eaLnBrk="1" hangingPunct="1">
              <a:lnSpc>
                <a:spcPct val="150000"/>
              </a:lnSpc>
            </a:pPr>
            <a:r>
              <a:rPr lang="zh-CN" altLang="en-US" b="0" dirty="0">
                <a:ea typeface="华文中宋" panose="02010600040101010101" pitchFamily="2" charset="-122"/>
              </a:rPr>
              <a:t>概述</a:t>
            </a:r>
          </a:p>
          <a:p>
            <a:pPr lvl="1" eaLnBrk="1" hangingPunct="1">
              <a:lnSpc>
                <a:spcPct val="150000"/>
              </a:lnSpc>
              <a:buFont typeface="Wingdings" panose="05000000000000000000" pitchFamily="2" charset="2"/>
              <a:buChar char="n"/>
            </a:pPr>
            <a:r>
              <a:rPr lang="en-US" altLang="zh-CN" dirty="0">
                <a:solidFill>
                  <a:schemeClr val="tx1"/>
                </a:solidFill>
                <a:ea typeface="Gungsuh" pitchFamily="18" charset="-127"/>
              </a:rPr>
              <a:t>Layering is one of the most common techniques that software designers use to break apart a complicated software system. You see it in machine architectures where layers descend from a programming language with operating system calls, into device drivers and CPU instruction sets, into logic gates  inside chips. Networking has FTP layered on top of TCP, on top of IP, on top of Ethernet. </a:t>
            </a:r>
            <a:endParaRPr lang="zh-CN" altLang="en-US" dirty="0">
              <a:solidFill>
                <a:schemeClr val="tx1"/>
              </a:solidFill>
              <a:ea typeface="Gungsuh" pitchFamily="18" charset="-127"/>
            </a:endParaRPr>
          </a:p>
          <a:p>
            <a:pPr lvl="1" eaLnBrk="1" hangingPunct="1">
              <a:lnSpc>
                <a:spcPct val="150000"/>
              </a:lnSpc>
              <a:buFont typeface="Wingdings" panose="05000000000000000000" pitchFamily="2" charset="2"/>
              <a:buChar char="n"/>
            </a:pPr>
            <a:r>
              <a:rPr lang="zh-CN" altLang="en-US" b="0" dirty="0">
                <a:solidFill>
                  <a:schemeClr val="tx1"/>
                </a:solidFill>
                <a:ea typeface="华文中宋" panose="02010600040101010101" pitchFamily="2" charset="-122"/>
              </a:rPr>
              <a:t>层次化是一种复杂系统设计的带普遍性的设计原则。</a:t>
            </a:r>
          </a:p>
          <a:p>
            <a:pPr lvl="1" eaLnBrk="1" hangingPunct="1">
              <a:lnSpc>
                <a:spcPct val="150000"/>
              </a:lnSpc>
              <a:buFont typeface="Wingdings" panose="05000000000000000000" pitchFamily="2" charset="2"/>
              <a:buChar char="n"/>
            </a:pPr>
            <a:r>
              <a:rPr lang="zh-CN" altLang="en-US" b="0" dirty="0">
                <a:solidFill>
                  <a:schemeClr val="tx1"/>
                </a:solidFill>
                <a:ea typeface="华文中宋" panose="02010600040101010101" pitchFamily="2" charset="-122"/>
              </a:rPr>
              <a:t>层次化设计来源于</a:t>
            </a:r>
            <a:r>
              <a:rPr lang="en-US" altLang="zh-CN" b="0" dirty="0">
                <a:solidFill>
                  <a:schemeClr val="tx1"/>
                </a:solidFill>
                <a:ea typeface="华文中宋" panose="02010600040101010101" pitchFamily="2" charset="-122"/>
              </a:rPr>
              <a:t>2</a:t>
            </a:r>
            <a:r>
              <a:rPr lang="zh-CN" altLang="en-US" b="0" dirty="0">
                <a:solidFill>
                  <a:schemeClr val="tx1"/>
                </a:solidFill>
                <a:ea typeface="华文中宋" panose="02010600040101010101" pitchFamily="2" charset="-122"/>
              </a:rPr>
              <a:t>个原因：</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事物总是从最简单的、带基础的层次开始发生的；</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来自众多复杂软件设计的实践，几乎所有的系统都是从层次化结构建立起来的。</a:t>
            </a:r>
            <a:endParaRPr lang="en-US" altLang="zh-CN" sz="2000" b="0" dirty="0">
              <a:solidFill>
                <a:schemeClr val="tx1"/>
              </a:solidFill>
              <a:latin typeface="华文楷体" panose="02010600040101010101" pitchFamily="2" charset="-122"/>
              <a:ea typeface="华文楷体" panose="02010600040101010101" pitchFamily="2" charset="-122"/>
            </a:endParaRPr>
          </a:p>
          <a:p>
            <a:pPr lvl="2" eaLnBrk="1" hangingPunct="1">
              <a:lnSpc>
                <a:spcPct val="150000"/>
              </a:lnSpc>
              <a:buFont typeface="Wingdings" panose="05000000000000000000" pitchFamily="2" charset="2"/>
              <a:buChar char="l"/>
            </a:pPr>
            <a:r>
              <a:rPr lang="zh-CN" altLang="en-US" sz="2000" b="0" dirty="0">
                <a:solidFill>
                  <a:schemeClr val="tx1"/>
                </a:solidFill>
                <a:highlight>
                  <a:srgbClr val="FFFF00"/>
                </a:highlight>
                <a:latin typeface="华文楷体" panose="02010600040101010101" pitchFamily="2" charset="-122"/>
                <a:ea typeface="华文楷体" panose="02010600040101010101" pitchFamily="2" charset="-122"/>
              </a:rPr>
              <a:t>总得来说</a:t>
            </a:r>
            <a:r>
              <a:rPr lang="en-US" altLang="zh-CN" sz="2000" b="0" dirty="0">
                <a:solidFill>
                  <a:schemeClr val="tx1"/>
                </a:solidFill>
                <a:highlight>
                  <a:srgbClr val="FFFF00"/>
                </a:highlight>
                <a:latin typeface="华文楷体" panose="02010600040101010101" pitchFamily="2" charset="-122"/>
                <a:ea typeface="华文楷体" panose="02010600040101010101" pitchFamily="2" charset="-122"/>
              </a:rPr>
              <a:t>……</a:t>
            </a:r>
            <a:endParaRPr lang="zh-CN" altLang="en-US" sz="2000" b="0" dirty="0">
              <a:solidFill>
                <a:schemeClr val="tx1"/>
              </a:solidFill>
              <a:highlight>
                <a:srgbClr val="FFFF00"/>
              </a:highlight>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50759049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24579"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80899" name="Rectangle 3"/>
          <p:cNvSpPr>
            <a:spLocks noGrp="1" noChangeArrowheads="1"/>
          </p:cNvSpPr>
          <p:nvPr>
            <p:ph type="body" idx="1"/>
          </p:nvPr>
        </p:nvSpPr>
        <p:spPr>
          <a:xfrm>
            <a:off x="335360" y="836712"/>
            <a:ext cx="11737304" cy="5904656"/>
          </a:xfrm>
        </p:spPr>
        <p:txBody>
          <a:bodyPr/>
          <a:lstStyle/>
          <a:p>
            <a:pPr eaLnBrk="1" hangingPunct="1">
              <a:lnSpc>
                <a:spcPct val="150000"/>
              </a:lnSpc>
            </a:pPr>
            <a:r>
              <a:rPr lang="en-US" altLang="zh-CN" dirty="0"/>
              <a:t>Breaking down a system into layers has a number of important benefits :</a:t>
            </a:r>
          </a:p>
          <a:p>
            <a:pPr lvl="1" eaLnBrk="1" hangingPunct="1">
              <a:lnSpc>
                <a:spcPct val="150000"/>
              </a:lnSpc>
              <a:buFont typeface="Wingdings" panose="05000000000000000000" pitchFamily="2" charset="2"/>
              <a:buChar char="n"/>
            </a:pPr>
            <a:r>
              <a:rPr lang="en-US" altLang="zh-CN" sz="1800" dirty="0">
                <a:solidFill>
                  <a:schemeClr val="tx1"/>
                </a:solidFill>
              </a:rPr>
              <a:t>You can understand a single layer as a coherent whole without knowing much about the other layers. You can understand how to build an FTP service on top of TCP without knowing the details of how Ethernet works .</a:t>
            </a:r>
          </a:p>
          <a:p>
            <a:pPr lvl="1" eaLnBrk="1" hangingPunct="1">
              <a:lnSpc>
                <a:spcPct val="150000"/>
              </a:lnSpc>
              <a:buFont typeface="Wingdings" panose="05000000000000000000" pitchFamily="2" charset="2"/>
              <a:buChar char="n"/>
            </a:pPr>
            <a:r>
              <a:rPr lang="en-US" altLang="zh-CN" sz="1800" dirty="0">
                <a:solidFill>
                  <a:schemeClr val="tx1"/>
                </a:solidFill>
              </a:rPr>
              <a:t>You can substitute layers with alternative implementations of the same basic services. An FTP service can run over Ethernet, PPP, or whatever a cable company uses without change. </a:t>
            </a:r>
          </a:p>
          <a:p>
            <a:pPr lvl="1" eaLnBrk="1" hangingPunct="1">
              <a:lnSpc>
                <a:spcPct val="150000"/>
              </a:lnSpc>
              <a:buFont typeface="Wingdings" panose="05000000000000000000" pitchFamily="2" charset="2"/>
              <a:buChar char="n"/>
            </a:pPr>
            <a:r>
              <a:rPr lang="en-US" altLang="zh-CN" sz="1800" dirty="0">
                <a:solidFill>
                  <a:schemeClr val="tx1"/>
                </a:solidFill>
              </a:rPr>
              <a:t>You minimize dependencies between the layers. If the cable company changes its physical transmission system, providing they make IP work we don't have to alter our FTP service. </a:t>
            </a:r>
          </a:p>
          <a:p>
            <a:pPr lvl="1" eaLnBrk="1" hangingPunct="1">
              <a:lnSpc>
                <a:spcPct val="150000"/>
              </a:lnSpc>
              <a:buFont typeface="Wingdings" panose="05000000000000000000" pitchFamily="2" charset="2"/>
              <a:buChar char="n"/>
            </a:pPr>
            <a:r>
              <a:rPr lang="en-US" altLang="zh-CN" sz="1800" dirty="0">
                <a:solidFill>
                  <a:schemeClr val="tx1"/>
                </a:solidFill>
              </a:rPr>
              <a:t>Layers make good places for standardization. TCP and IP are standards because they define how their layers should operate. </a:t>
            </a:r>
          </a:p>
          <a:p>
            <a:pPr lvl="1" eaLnBrk="1" hangingPunct="1">
              <a:lnSpc>
                <a:spcPct val="150000"/>
              </a:lnSpc>
              <a:buFont typeface="Wingdings" panose="05000000000000000000" pitchFamily="2" charset="2"/>
              <a:buChar char="n"/>
            </a:pPr>
            <a:r>
              <a:rPr lang="en-US" altLang="zh-CN" sz="1800" dirty="0">
                <a:solidFill>
                  <a:schemeClr val="tx1"/>
                </a:solidFill>
              </a:rPr>
              <a:t>Once you have a layer built you can use it for many higher level services. So TCP/IP is used by FTP, telnet, SSH, http. Otherwise all of these higher level protocols would have to write their own lower level protocols</a:t>
            </a:r>
            <a:r>
              <a:rPr lang="en-US" altLang="zh-CN" sz="1600" dirty="0">
                <a:solidFill>
                  <a:schemeClr val="tx1"/>
                </a:solidFill>
              </a:rPr>
              <a:t> .</a:t>
            </a:r>
          </a:p>
        </p:txBody>
      </p:sp>
      <p:sp>
        <p:nvSpPr>
          <p:cNvPr id="80906" name="Line 10"/>
          <p:cNvSpPr>
            <a:spLocks noChangeShapeType="1"/>
          </p:cNvSpPr>
          <p:nvPr/>
        </p:nvSpPr>
        <p:spPr bwMode="auto">
          <a:xfrm>
            <a:off x="1127448" y="1412776"/>
            <a:ext cx="97930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Tree>
    <p:extLst>
      <p:ext uri="{BB962C8B-B14F-4D97-AF65-F5344CB8AC3E}">
        <p14:creationId xmlns:p14="http://schemas.microsoft.com/office/powerpoint/2010/main" val="7319089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7" presetClass="entr" presetSubtype="8" fill="hold" nodeType="afterEffect">
                                  <p:stCondLst>
                                    <p:cond delay="0"/>
                                  </p:stCondLst>
                                  <p:childTnLst>
                                    <p:set>
                                      <p:cBhvr>
                                        <p:cTn id="6" dur="1" fill="hold">
                                          <p:stCondLst>
                                            <p:cond delay="0"/>
                                          </p:stCondLst>
                                        </p:cTn>
                                        <p:tgtEl>
                                          <p:spTgt spid="80906"/>
                                        </p:tgtEl>
                                        <p:attrNameLst>
                                          <p:attrName>style.visibility</p:attrName>
                                        </p:attrNameLst>
                                      </p:cBhvr>
                                      <p:to>
                                        <p:strVal val="visible"/>
                                      </p:to>
                                    </p:set>
                                    <p:anim calcmode="lin" valueType="num">
                                      <p:cBhvr>
                                        <p:cTn id="7" dur="1000" fill="hold"/>
                                        <p:tgtEl>
                                          <p:spTgt spid="80906"/>
                                        </p:tgtEl>
                                        <p:attrNameLst>
                                          <p:attrName>ppt_x</p:attrName>
                                        </p:attrNameLst>
                                      </p:cBhvr>
                                      <p:tavLst>
                                        <p:tav tm="0">
                                          <p:val>
                                            <p:strVal val="#ppt_x-#ppt_w/2"/>
                                          </p:val>
                                        </p:tav>
                                        <p:tav tm="100000">
                                          <p:val>
                                            <p:strVal val="#ppt_x"/>
                                          </p:val>
                                        </p:tav>
                                      </p:tavLst>
                                    </p:anim>
                                    <p:anim calcmode="lin" valueType="num">
                                      <p:cBhvr>
                                        <p:cTn id="8" dur="1000" fill="hold"/>
                                        <p:tgtEl>
                                          <p:spTgt spid="80906"/>
                                        </p:tgtEl>
                                        <p:attrNameLst>
                                          <p:attrName>ppt_y</p:attrName>
                                        </p:attrNameLst>
                                      </p:cBhvr>
                                      <p:tavLst>
                                        <p:tav tm="0">
                                          <p:val>
                                            <p:strVal val="#ppt_y"/>
                                          </p:val>
                                        </p:tav>
                                        <p:tav tm="100000">
                                          <p:val>
                                            <p:strVal val="#ppt_y"/>
                                          </p:val>
                                        </p:tav>
                                      </p:tavLst>
                                    </p:anim>
                                    <p:anim calcmode="lin" valueType="num">
                                      <p:cBhvr>
                                        <p:cTn id="9" dur="1000" fill="hold"/>
                                        <p:tgtEl>
                                          <p:spTgt spid="80906"/>
                                        </p:tgtEl>
                                        <p:attrNameLst>
                                          <p:attrName>ppt_w</p:attrName>
                                        </p:attrNameLst>
                                      </p:cBhvr>
                                      <p:tavLst>
                                        <p:tav tm="0">
                                          <p:val>
                                            <p:fltVal val="0"/>
                                          </p:val>
                                        </p:tav>
                                        <p:tav tm="100000">
                                          <p:val>
                                            <p:strVal val="#ppt_w"/>
                                          </p:val>
                                        </p:tav>
                                      </p:tavLst>
                                    </p:anim>
                                    <p:anim calcmode="lin" valueType="num">
                                      <p:cBhvr>
                                        <p:cTn id="10" dur="1000" fill="hold"/>
                                        <p:tgtEl>
                                          <p:spTgt spid="8090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25603"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81923" name="Rectangle 3"/>
          <p:cNvSpPr>
            <a:spLocks noGrp="1" noChangeArrowheads="1"/>
          </p:cNvSpPr>
          <p:nvPr>
            <p:ph type="body" idx="1"/>
          </p:nvPr>
        </p:nvSpPr>
        <p:spPr>
          <a:xfrm>
            <a:off x="695400" y="836712"/>
            <a:ext cx="10873208" cy="5832648"/>
          </a:xfrm>
        </p:spPr>
        <p:txBody>
          <a:bodyPr/>
          <a:lstStyle/>
          <a:p>
            <a:pPr eaLnBrk="1" hangingPunct="1">
              <a:lnSpc>
                <a:spcPct val="150000"/>
              </a:lnSpc>
            </a:pPr>
            <a:r>
              <a:rPr lang="en-US" altLang="zh-CN" dirty="0"/>
              <a:t>Layering is an important technique, but there are downsides</a:t>
            </a:r>
            <a:r>
              <a:rPr lang="zh-CN" altLang="en-US" dirty="0"/>
              <a:t>：</a:t>
            </a:r>
            <a:endParaRPr lang="en-US" altLang="zh-CN" dirty="0"/>
          </a:p>
          <a:p>
            <a:pPr lvl="1" eaLnBrk="1" hangingPunct="1">
              <a:lnSpc>
                <a:spcPct val="150000"/>
              </a:lnSpc>
              <a:buFont typeface="Wingdings" panose="05000000000000000000" pitchFamily="2" charset="2"/>
              <a:buChar char="n"/>
            </a:pPr>
            <a:r>
              <a:rPr lang="en-US" altLang="zh-CN" dirty="0">
                <a:solidFill>
                  <a:schemeClr val="tx1"/>
                </a:solidFill>
              </a:rPr>
              <a:t>Layers encapsulate some things well, but not all. As a result you sometimes get cascading changes. The classic example of this in a layered enterprise application is adding a field that needs to display on the UI, be in the database, and thus be added to every layer in between. </a:t>
            </a:r>
          </a:p>
          <a:p>
            <a:pPr lvl="1" eaLnBrk="1" hangingPunct="1">
              <a:lnSpc>
                <a:spcPct val="150000"/>
              </a:lnSpc>
              <a:buFont typeface="Wingdings" panose="05000000000000000000" pitchFamily="2" charset="2"/>
              <a:buChar char="n"/>
            </a:pPr>
            <a:r>
              <a:rPr lang="en-US" altLang="zh-CN" dirty="0">
                <a:solidFill>
                  <a:schemeClr val="tx1"/>
                </a:solidFill>
              </a:rPr>
              <a:t>Extra layers can harm performance. At every layer things typically need to be transformed from one representation to another. </a:t>
            </a:r>
          </a:p>
          <a:p>
            <a:pPr lvl="1" eaLnBrk="1" hangingPunct="1">
              <a:lnSpc>
                <a:spcPct val="150000"/>
              </a:lnSpc>
              <a:buFont typeface="Wingdings" panose="05000000000000000000" pitchFamily="2" charset="2"/>
              <a:buChar char="n"/>
            </a:pPr>
            <a:r>
              <a:rPr lang="en-US" altLang="zh-CN" dirty="0">
                <a:solidFill>
                  <a:schemeClr val="tx1"/>
                </a:solidFill>
              </a:rPr>
              <a:t>But the hardest part of a layered architecture is deciding what layers to have and what the responsibility of each layer should be. </a:t>
            </a:r>
            <a:endParaRPr lang="zh-CN" altLang="en-US" dirty="0">
              <a:solidFill>
                <a:schemeClr val="tx1"/>
              </a:solidFill>
            </a:endParaRPr>
          </a:p>
          <a:p>
            <a:pPr eaLnBrk="1" hangingPunct="1">
              <a:lnSpc>
                <a:spcPct val="80000"/>
              </a:lnSpc>
            </a:pPr>
            <a:endParaRPr lang="zh-CN" altLang="en-US" sz="1800" dirty="0">
              <a:latin typeface="Berlin Sans FB Demi" panose="020E0802020502020306" pitchFamily="34" charset="0"/>
            </a:endParaRPr>
          </a:p>
        </p:txBody>
      </p:sp>
      <p:sp>
        <p:nvSpPr>
          <p:cNvPr id="81924" name="Line 4"/>
          <p:cNvSpPr>
            <a:spLocks noChangeShapeType="1"/>
          </p:cNvSpPr>
          <p:nvPr/>
        </p:nvSpPr>
        <p:spPr bwMode="auto">
          <a:xfrm>
            <a:off x="1199456" y="1412776"/>
            <a:ext cx="813690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Tree>
    <p:extLst>
      <p:ext uri="{BB962C8B-B14F-4D97-AF65-F5344CB8AC3E}">
        <p14:creationId xmlns:p14="http://schemas.microsoft.com/office/powerpoint/2010/main" val="39342021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8" fill="hold" nodeType="afterEffect">
                                  <p:stCondLst>
                                    <p:cond delay="0"/>
                                  </p:stCondLst>
                                  <p:childTnLst>
                                    <p:set>
                                      <p:cBhvr>
                                        <p:cTn id="6" dur="1" fill="hold">
                                          <p:stCondLst>
                                            <p:cond delay="0"/>
                                          </p:stCondLst>
                                        </p:cTn>
                                        <p:tgtEl>
                                          <p:spTgt spid="81924"/>
                                        </p:tgtEl>
                                        <p:attrNameLst>
                                          <p:attrName>style.visibility</p:attrName>
                                        </p:attrNameLst>
                                      </p:cBhvr>
                                      <p:to>
                                        <p:strVal val="visible"/>
                                      </p:to>
                                    </p:set>
                                    <p:anim calcmode="lin" valueType="num">
                                      <p:cBhvr>
                                        <p:cTn id="7" dur="1000" fill="hold"/>
                                        <p:tgtEl>
                                          <p:spTgt spid="81924"/>
                                        </p:tgtEl>
                                        <p:attrNameLst>
                                          <p:attrName>ppt_x</p:attrName>
                                        </p:attrNameLst>
                                      </p:cBhvr>
                                      <p:tavLst>
                                        <p:tav tm="0">
                                          <p:val>
                                            <p:strVal val="#ppt_x-#ppt_w/2"/>
                                          </p:val>
                                        </p:tav>
                                        <p:tav tm="100000">
                                          <p:val>
                                            <p:strVal val="#ppt_x"/>
                                          </p:val>
                                        </p:tav>
                                      </p:tavLst>
                                    </p:anim>
                                    <p:anim calcmode="lin" valueType="num">
                                      <p:cBhvr>
                                        <p:cTn id="8" dur="1000" fill="hold"/>
                                        <p:tgtEl>
                                          <p:spTgt spid="81924"/>
                                        </p:tgtEl>
                                        <p:attrNameLst>
                                          <p:attrName>ppt_y</p:attrName>
                                        </p:attrNameLst>
                                      </p:cBhvr>
                                      <p:tavLst>
                                        <p:tav tm="0">
                                          <p:val>
                                            <p:strVal val="#ppt_y"/>
                                          </p:val>
                                        </p:tav>
                                        <p:tav tm="100000">
                                          <p:val>
                                            <p:strVal val="#ppt_y"/>
                                          </p:val>
                                        </p:tav>
                                      </p:tavLst>
                                    </p:anim>
                                    <p:anim calcmode="lin" valueType="num">
                                      <p:cBhvr>
                                        <p:cTn id="9" dur="1000" fill="hold"/>
                                        <p:tgtEl>
                                          <p:spTgt spid="81924"/>
                                        </p:tgtEl>
                                        <p:attrNameLst>
                                          <p:attrName>ppt_w</p:attrName>
                                        </p:attrNameLst>
                                      </p:cBhvr>
                                      <p:tavLst>
                                        <p:tav tm="0">
                                          <p:val>
                                            <p:fltVal val="0"/>
                                          </p:val>
                                        </p:tav>
                                        <p:tav tm="100000">
                                          <p:val>
                                            <p:strVal val="#ppt_w"/>
                                          </p:val>
                                        </p:tav>
                                      </p:tavLst>
                                    </p:anim>
                                    <p:anim calcmode="lin" valueType="num">
                                      <p:cBhvr>
                                        <p:cTn id="10" dur="1000" fill="hold"/>
                                        <p:tgtEl>
                                          <p:spTgt spid="81924"/>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1923">
                                            <p:txEl>
                                              <p:pRg st="1" end="1"/>
                                            </p:txEl>
                                          </p:spTgt>
                                        </p:tgtEl>
                                        <p:attrNameLst>
                                          <p:attrName>style.visibility</p:attrName>
                                        </p:attrNameLst>
                                      </p:cBhvr>
                                      <p:to>
                                        <p:strVal val="visible"/>
                                      </p:to>
                                    </p:set>
                                    <p:animEffect transition="in" filter="blinds(horizontal)">
                                      <p:cBhvr>
                                        <p:cTn id="15" dur="500"/>
                                        <p:tgtEl>
                                          <p:spTgt spid="81923">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81923">
                                            <p:txEl>
                                              <p:pRg st="2" end="2"/>
                                            </p:txEl>
                                          </p:spTgt>
                                        </p:tgtEl>
                                        <p:attrNameLst>
                                          <p:attrName>style.visibility</p:attrName>
                                        </p:attrNameLst>
                                      </p:cBhvr>
                                      <p:to>
                                        <p:strVal val="visible"/>
                                      </p:to>
                                    </p:set>
                                    <p:animEffect transition="in" filter="blinds(horizontal)">
                                      <p:cBhvr>
                                        <p:cTn id="20" dur="500"/>
                                        <p:tgtEl>
                                          <p:spTgt spid="8192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81923">
                                            <p:txEl>
                                              <p:pRg st="3" end="3"/>
                                            </p:txEl>
                                          </p:spTgt>
                                        </p:tgtEl>
                                        <p:attrNameLst>
                                          <p:attrName>style.visibility</p:attrName>
                                        </p:attrNameLst>
                                      </p:cBhvr>
                                      <p:to>
                                        <p:strVal val="visible"/>
                                      </p:to>
                                    </p:set>
                                    <p:animEffect transition="in" filter="blinds(horizontal)">
                                      <p:cBhvr>
                                        <p:cTn id="25" dur="500"/>
                                        <p:tgtEl>
                                          <p:spTgt spid="819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26627"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26628" name="Rectangle 3"/>
          <p:cNvSpPr>
            <a:spLocks noGrp="1" noChangeArrowheads="1"/>
          </p:cNvSpPr>
          <p:nvPr>
            <p:ph type="body" idx="1"/>
          </p:nvPr>
        </p:nvSpPr>
        <p:spPr>
          <a:xfrm>
            <a:off x="479376" y="605136"/>
            <a:ext cx="11305256" cy="6136231"/>
          </a:xfrm>
        </p:spPr>
        <p:txBody>
          <a:bodyPr/>
          <a:lstStyle/>
          <a:p>
            <a:pPr eaLnBrk="1" hangingPunct="1">
              <a:lnSpc>
                <a:spcPct val="150000"/>
              </a:lnSpc>
            </a:pPr>
            <a:r>
              <a:rPr lang="zh-CN" altLang="en-US" dirty="0">
                <a:latin typeface="华文中宋" panose="02010600040101010101" pitchFamily="2" charset="-122"/>
                <a:ea typeface="华文中宋" panose="02010600040101010101" pitchFamily="2" charset="-122"/>
              </a:rPr>
              <a:t>适应的设计问题</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高层太高，底层太低。</a:t>
            </a:r>
            <a:endParaRPr lang="en-US" altLang="zh-CN" b="0" dirty="0">
              <a:solidFill>
                <a:schemeClr val="tx1"/>
              </a:solidFill>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一个系统的设计是由一系列高层和低层处理构成的，高层操作依赖于低层，低层的操作要处理诸如硬件操作、传感、从通信线路中读信号等。</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系统需求描述了高层的任务，高层任务不能直接映射在平台上，因为他们太复杂不能在平台上直接运行。</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为了完成系统设计需要考虑的因素：</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源代码的修改会影响整个系统，应该被限定在一个部件内部而不造成其他影响；</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接口应当稳定，甚至可以标准化；</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系统的构成应该灵活、可更换；</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将来有必要用当前的低层设计来支持其他系统的设计；</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穿越部件边界的操作会降低系统性能</a:t>
            </a:r>
            <a:r>
              <a:rPr lang="zh-CN" altLang="en-US" sz="1800" dirty="0">
                <a:solidFill>
                  <a:schemeClr val="tx1"/>
                </a:solidFill>
                <a:highlight>
                  <a:srgbClr val="FFFF00"/>
                </a:highlight>
                <a:latin typeface="华文楷体" panose="02010600040101010101" pitchFamily="2" charset="-122"/>
                <a:ea typeface="华文楷体" panose="02010600040101010101" pitchFamily="2" charset="-122"/>
              </a:rPr>
              <a:t>（有优点，也有缺点）</a:t>
            </a:r>
            <a:r>
              <a:rPr lang="zh-CN" altLang="en-US" sz="1800" b="0" dirty="0">
                <a:solidFill>
                  <a:schemeClr val="tx1"/>
                </a:solidFill>
                <a:latin typeface="华文楷体" panose="02010600040101010101" pitchFamily="2" charset="-122"/>
                <a:ea typeface="华文楷体" panose="02010600040101010101" pitchFamily="2" charset="-122"/>
              </a:rPr>
              <a:t>；</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系统的开发需要划分成多个部分，比如由团队人员开发时。</a:t>
            </a:r>
          </a:p>
        </p:txBody>
      </p:sp>
    </p:spTree>
    <p:extLst>
      <p:ext uri="{BB962C8B-B14F-4D97-AF65-F5344CB8AC3E}">
        <p14:creationId xmlns:p14="http://schemas.microsoft.com/office/powerpoint/2010/main" val="417390024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20493" name="Line 13"/>
          <p:cNvSpPr>
            <a:spLocks noChangeShapeType="1"/>
          </p:cNvSpPr>
          <p:nvPr/>
        </p:nvSpPr>
        <p:spPr bwMode="auto">
          <a:xfrm>
            <a:off x="8950896" y="1916708"/>
            <a:ext cx="115252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27652"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r>
              <a:rPr lang="en-US" altLang="zh-CN">
                <a:latin typeface="华文中宋" panose="02010600040101010101" pitchFamily="2" charset="-122"/>
                <a:ea typeface="华文中宋" panose="02010600040101010101" pitchFamily="2" charset="-122"/>
              </a:rPr>
              <a:t>//20260407</a:t>
            </a:r>
            <a:endParaRPr lang="zh-CN" altLang="en-US" dirty="0">
              <a:latin typeface="华文中宋" panose="02010600040101010101" pitchFamily="2" charset="-122"/>
              <a:ea typeface="华文中宋" panose="02010600040101010101" pitchFamily="2" charset="-122"/>
            </a:endParaRPr>
          </a:p>
        </p:txBody>
      </p:sp>
      <p:sp>
        <p:nvSpPr>
          <p:cNvPr id="27653" name="Rectangle 3"/>
          <p:cNvSpPr>
            <a:spLocks noGrp="1" noChangeArrowheads="1"/>
          </p:cNvSpPr>
          <p:nvPr>
            <p:ph type="body" idx="1"/>
          </p:nvPr>
        </p:nvSpPr>
        <p:spPr>
          <a:xfrm>
            <a:off x="623392" y="908720"/>
            <a:ext cx="6449591" cy="5184775"/>
          </a:xfrm>
        </p:spPr>
        <p:txBody>
          <a:bodyPr/>
          <a:lstStyle/>
          <a:p>
            <a:pPr eaLnBrk="1" hangingPunct="1">
              <a:lnSpc>
                <a:spcPct val="150000"/>
              </a:lnSpc>
            </a:pPr>
            <a:r>
              <a:rPr lang="zh-CN" altLang="en-US" sz="2800" dirty="0">
                <a:latin typeface="华文中宋" panose="02010600040101010101" pitchFamily="2" charset="-122"/>
                <a:ea typeface="华文中宋" panose="02010600040101010101" pitchFamily="2" charset="-122"/>
              </a:rPr>
              <a:t>设计结构</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系统分成几个层次并且他们一层层地叠加起来。</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最下面的抽象层称为第一层，是系统的基础。</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最上面的层次一般称为</a:t>
            </a:r>
            <a:r>
              <a:rPr lang="en-US" altLang="zh-CN" b="0" dirty="0">
                <a:solidFill>
                  <a:schemeClr val="tx1"/>
                </a:solidFill>
                <a:latin typeface="华文中宋" panose="02010600040101010101" pitchFamily="2" charset="-122"/>
                <a:ea typeface="华文中宋" panose="02010600040101010101" pitchFamily="2" charset="-122"/>
              </a:rPr>
              <a:t>N</a:t>
            </a:r>
            <a:r>
              <a:rPr lang="zh-CN" altLang="en-US" b="0" dirty="0">
                <a:solidFill>
                  <a:schemeClr val="tx1"/>
                </a:solidFill>
                <a:latin typeface="华文中宋" panose="02010600040101010101" pitchFamily="2" charset="-122"/>
                <a:ea typeface="华文中宋" panose="02010600040101010101" pitchFamily="2" charset="-122"/>
              </a:rPr>
              <a:t>层。</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这种结构类似于堆栈或者洋葱的层结构，每一独立的层都保护着较低层次不被更高层次直接访问。</a:t>
            </a:r>
            <a:endParaRPr lang="en-US" altLang="zh-CN" b="0" dirty="0">
              <a:solidFill>
                <a:schemeClr val="tx1"/>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solidFill>
                  <a:schemeClr val="tx1"/>
                </a:solidFill>
                <a:highlight>
                  <a:srgbClr val="FFFF00"/>
                </a:highlight>
                <a:latin typeface="华文中宋" panose="02010600040101010101" pitchFamily="2" charset="-122"/>
                <a:ea typeface="华文中宋" panose="02010600040101010101" pitchFamily="2" charset="-122"/>
              </a:rPr>
              <a:t>你问</a:t>
            </a:r>
            <a:r>
              <a:rPr lang="en-US" altLang="zh-CN" b="0" dirty="0">
                <a:solidFill>
                  <a:schemeClr val="tx1"/>
                </a:solidFill>
                <a:highlight>
                  <a:srgbClr val="FFFF00"/>
                </a:highlight>
                <a:latin typeface="华文中宋" panose="02010600040101010101" pitchFamily="2" charset="-122"/>
                <a:ea typeface="华文中宋" panose="02010600040101010101" pitchFamily="2" charset="-122"/>
              </a:rPr>
              <a:t>TA</a:t>
            </a:r>
            <a:r>
              <a:rPr lang="zh-CN" altLang="en-US" b="0" dirty="0">
                <a:solidFill>
                  <a:schemeClr val="tx1"/>
                </a:solidFill>
                <a:highlight>
                  <a:srgbClr val="FFFF00"/>
                </a:highlight>
                <a:latin typeface="华文中宋" panose="02010600040101010101" pitchFamily="2" charset="-122"/>
                <a:ea typeface="华文中宋" panose="02010600040101010101" pitchFamily="2" charset="-122"/>
              </a:rPr>
              <a:t>心，若剥洋葱。</a:t>
            </a:r>
          </a:p>
        </p:txBody>
      </p:sp>
      <p:sp>
        <p:nvSpPr>
          <p:cNvPr id="20484" name="Rectangle 4"/>
          <p:cNvSpPr>
            <a:spLocks noChangeArrowheads="1"/>
          </p:cNvSpPr>
          <p:nvPr/>
        </p:nvSpPr>
        <p:spPr bwMode="auto">
          <a:xfrm>
            <a:off x="7366569" y="1700808"/>
            <a:ext cx="1655763" cy="431800"/>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客户</a:t>
            </a:r>
          </a:p>
        </p:txBody>
      </p:sp>
      <p:sp>
        <p:nvSpPr>
          <p:cNvPr id="20485" name="Rectangle 5"/>
          <p:cNvSpPr>
            <a:spLocks noChangeArrowheads="1"/>
          </p:cNvSpPr>
          <p:nvPr/>
        </p:nvSpPr>
        <p:spPr bwMode="auto">
          <a:xfrm>
            <a:off x="9958958" y="1700808"/>
            <a:ext cx="1655763" cy="431800"/>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en-US" altLang="zh-CN" sz="1800">
                <a:latin typeface="Times New Roman" panose="02020603050405020304" pitchFamily="18" charset="0"/>
                <a:ea typeface="宋体" panose="02010600030101010101" pitchFamily="2" charset="-122"/>
              </a:rPr>
              <a:t>N</a:t>
            </a:r>
            <a:r>
              <a:rPr kumimoji="0" lang="zh-CN" altLang="en-US" sz="1800">
                <a:latin typeface="Times New Roman" panose="02020603050405020304" pitchFamily="18" charset="0"/>
                <a:ea typeface="宋体" panose="02010600030101010101" pitchFamily="2" charset="-122"/>
              </a:rPr>
              <a:t>层</a:t>
            </a:r>
          </a:p>
        </p:txBody>
      </p:sp>
      <p:sp>
        <p:nvSpPr>
          <p:cNvPr id="20486" name="Rectangle 6"/>
          <p:cNvSpPr>
            <a:spLocks noChangeArrowheads="1"/>
          </p:cNvSpPr>
          <p:nvPr/>
        </p:nvSpPr>
        <p:spPr bwMode="auto">
          <a:xfrm>
            <a:off x="9958958" y="2421533"/>
            <a:ext cx="1655763" cy="431800"/>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en-US" altLang="zh-CN" sz="1800">
                <a:latin typeface="Times New Roman" panose="02020603050405020304" pitchFamily="18" charset="0"/>
                <a:ea typeface="宋体" panose="02010600030101010101" pitchFamily="2" charset="-122"/>
              </a:rPr>
              <a:t>N</a:t>
            </a:r>
            <a:r>
              <a:rPr kumimoji="0" lang="zh-CN" altLang="en-US" sz="1800">
                <a:latin typeface="Times New Roman" panose="02020603050405020304" pitchFamily="18" charset="0"/>
                <a:ea typeface="宋体" panose="02010600030101010101" pitchFamily="2" charset="-122"/>
              </a:rPr>
              <a:t>－</a:t>
            </a:r>
            <a:r>
              <a:rPr kumimoji="0" lang="en-US" altLang="zh-CN" sz="1800">
                <a:latin typeface="Times New Roman" panose="02020603050405020304" pitchFamily="18" charset="0"/>
                <a:ea typeface="宋体" panose="02010600030101010101" pitchFamily="2" charset="-122"/>
              </a:rPr>
              <a:t>1</a:t>
            </a:r>
            <a:r>
              <a:rPr kumimoji="0" lang="zh-CN" altLang="en-US" sz="1800">
                <a:latin typeface="Times New Roman" panose="02020603050405020304" pitchFamily="18" charset="0"/>
                <a:ea typeface="宋体" panose="02010600030101010101" pitchFamily="2" charset="-122"/>
              </a:rPr>
              <a:t>层</a:t>
            </a:r>
          </a:p>
        </p:txBody>
      </p:sp>
      <p:sp>
        <p:nvSpPr>
          <p:cNvPr id="20487" name="Rectangle 7"/>
          <p:cNvSpPr>
            <a:spLocks noChangeArrowheads="1"/>
          </p:cNvSpPr>
          <p:nvPr/>
        </p:nvSpPr>
        <p:spPr bwMode="auto">
          <a:xfrm>
            <a:off x="10031982" y="4798021"/>
            <a:ext cx="1655763" cy="431800"/>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en-US" altLang="zh-CN" sz="1800">
                <a:latin typeface="Times New Roman" panose="02020603050405020304" pitchFamily="18" charset="0"/>
                <a:ea typeface="宋体" panose="02010600030101010101" pitchFamily="2" charset="-122"/>
              </a:rPr>
              <a:t>1</a:t>
            </a:r>
            <a:r>
              <a:rPr kumimoji="0" lang="zh-CN" altLang="en-US" sz="1800">
                <a:latin typeface="Times New Roman" panose="02020603050405020304" pitchFamily="18" charset="0"/>
                <a:ea typeface="宋体" panose="02010600030101010101" pitchFamily="2" charset="-122"/>
              </a:rPr>
              <a:t>层</a:t>
            </a:r>
          </a:p>
        </p:txBody>
      </p:sp>
      <p:sp>
        <p:nvSpPr>
          <p:cNvPr id="27658" name="Rectangle 8"/>
          <p:cNvSpPr>
            <a:spLocks noChangeArrowheads="1"/>
          </p:cNvSpPr>
          <p:nvPr/>
        </p:nvSpPr>
        <p:spPr bwMode="auto">
          <a:xfrm>
            <a:off x="8196039" y="5692402"/>
            <a:ext cx="367188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dirty="0">
                <a:latin typeface="华文楷体" panose="02010600040101010101" pitchFamily="2" charset="-122"/>
                <a:ea typeface="华文楷体" panose="02010600040101010101" pitchFamily="2" charset="-122"/>
              </a:rPr>
              <a:t>     </a:t>
            </a:r>
            <a:r>
              <a:rPr kumimoji="0" lang="zh-CN" altLang="en-US" sz="1800" b="1" dirty="0">
                <a:latin typeface="华文楷体" panose="02010600040101010101" pitchFamily="2" charset="-122"/>
                <a:ea typeface="华文楷体" panose="02010600040101010101" pitchFamily="2" charset="-122"/>
              </a:rPr>
              <a:t>层次模型的结构关系</a:t>
            </a:r>
          </a:p>
        </p:txBody>
      </p:sp>
      <p:sp>
        <p:nvSpPr>
          <p:cNvPr id="20489" name="Line 9"/>
          <p:cNvSpPr>
            <a:spLocks noChangeShapeType="1"/>
          </p:cNvSpPr>
          <p:nvPr/>
        </p:nvSpPr>
        <p:spPr bwMode="auto">
          <a:xfrm>
            <a:off x="10751120" y="2853333"/>
            <a:ext cx="0" cy="1944688"/>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20490" name="Line 10"/>
          <p:cNvSpPr>
            <a:spLocks noChangeShapeType="1"/>
          </p:cNvSpPr>
          <p:nvPr/>
        </p:nvSpPr>
        <p:spPr bwMode="auto">
          <a:xfrm>
            <a:off x="10751120" y="2132610"/>
            <a:ext cx="0"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20492" name="Rectangle 12"/>
          <p:cNvSpPr>
            <a:spLocks noChangeArrowheads="1"/>
          </p:cNvSpPr>
          <p:nvPr/>
        </p:nvSpPr>
        <p:spPr bwMode="auto">
          <a:xfrm>
            <a:off x="7726932" y="1629373"/>
            <a:ext cx="367188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dirty="0">
                <a:solidFill>
                  <a:srgbClr val="FF0000"/>
                </a:solidFill>
                <a:latin typeface="Times New Roman" panose="02020603050405020304" pitchFamily="18" charset="0"/>
                <a:ea typeface="宋体" panose="02010600030101010101" pitchFamily="2" charset="-122"/>
              </a:rPr>
              <a:t>使用</a:t>
            </a:r>
          </a:p>
        </p:txBody>
      </p:sp>
    </p:spTree>
    <p:extLst>
      <p:ext uri="{BB962C8B-B14F-4D97-AF65-F5344CB8AC3E}">
        <p14:creationId xmlns:p14="http://schemas.microsoft.com/office/powerpoint/2010/main" val="2112124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0484"/>
                                        </p:tgtEl>
                                        <p:attrNameLst>
                                          <p:attrName>style.visibility</p:attrName>
                                        </p:attrNameLst>
                                      </p:cBhvr>
                                      <p:to>
                                        <p:strVal val="visible"/>
                                      </p:to>
                                    </p:set>
                                    <p:animEffect transition="in" filter="box(in)">
                                      <p:cBhvr>
                                        <p:cTn id="7" dur="500"/>
                                        <p:tgtEl>
                                          <p:spTgt spid="20484"/>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0492"/>
                                        </p:tgtEl>
                                        <p:attrNameLst>
                                          <p:attrName>style.visibility</p:attrName>
                                        </p:attrNameLst>
                                      </p:cBhvr>
                                      <p:to>
                                        <p:strVal val="visible"/>
                                      </p:to>
                                    </p:set>
                                    <p:animEffect transition="in" filter="blinds(horizontal)">
                                      <p:cBhvr>
                                        <p:cTn id="11" dur="500"/>
                                        <p:tgtEl>
                                          <p:spTgt spid="20492"/>
                                        </p:tgtEl>
                                      </p:cBhvr>
                                    </p:animEffect>
                                  </p:childTnLst>
                                </p:cTn>
                              </p:par>
                            </p:childTnLst>
                          </p:cTn>
                        </p:par>
                        <p:par>
                          <p:cTn id="12" fill="hold" nodeType="afterGroup">
                            <p:stCondLst>
                              <p:cond delay="1000"/>
                            </p:stCondLst>
                            <p:childTnLst>
                              <p:par>
                                <p:cTn id="13" presetID="17" presetClass="entr" presetSubtype="8" fill="hold" nodeType="afterEffect">
                                  <p:stCondLst>
                                    <p:cond delay="0"/>
                                  </p:stCondLst>
                                  <p:childTnLst>
                                    <p:set>
                                      <p:cBhvr>
                                        <p:cTn id="14" dur="1" fill="hold">
                                          <p:stCondLst>
                                            <p:cond delay="0"/>
                                          </p:stCondLst>
                                        </p:cTn>
                                        <p:tgtEl>
                                          <p:spTgt spid="20493"/>
                                        </p:tgtEl>
                                        <p:attrNameLst>
                                          <p:attrName>style.visibility</p:attrName>
                                        </p:attrNameLst>
                                      </p:cBhvr>
                                      <p:to>
                                        <p:strVal val="visible"/>
                                      </p:to>
                                    </p:set>
                                    <p:anim calcmode="lin" valueType="num">
                                      <p:cBhvr>
                                        <p:cTn id="15" dur="1000" fill="hold"/>
                                        <p:tgtEl>
                                          <p:spTgt spid="20493"/>
                                        </p:tgtEl>
                                        <p:attrNameLst>
                                          <p:attrName>ppt_x</p:attrName>
                                        </p:attrNameLst>
                                      </p:cBhvr>
                                      <p:tavLst>
                                        <p:tav tm="0">
                                          <p:val>
                                            <p:strVal val="#ppt_x-#ppt_w/2"/>
                                          </p:val>
                                        </p:tav>
                                        <p:tav tm="100000">
                                          <p:val>
                                            <p:strVal val="#ppt_x"/>
                                          </p:val>
                                        </p:tav>
                                      </p:tavLst>
                                    </p:anim>
                                    <p:anim calcmode="lin" valueType="num">
                                      <p:cBhvr>
                                        <p:cTn id="16" dur="1000" fill="hold"/>
                                        <p:tgtEl>
                                          <p:spTgt spid="20493"/>
                                        </p:tgtEl>
                                        <p:attrNameLst>
                                          <p:attrName>ppt_y</p:attrName>
                                        </p:attrNameLst>
                                      </p:cBhvr>
                                      <p:tavLst>
                                        <p:tav tm="0">
                                          <p:val>
                                            <p:strVal val="#ppt_y"/>
                                          </p:val>
                                        </p:tav>
                                        <p:tav tm="100000">
                                          <p:val>
                                            <p:strVal val="#ppt_y"/>
                                          </p:val>
                                        </p:tav>
                                      </p:tavLst>
                                    </p:anim>
                                    <p:anim calcmode="lin" valueType="num">
                                      <p:cBhvr>
                                        <p:cTn id="17" dur="1000" fill="hold"/>
                                        <p:tgtEl>
                                          <p:spTgt spid="20493"/>
                                        </p:tgtEl>
                                        <p:attrNameLst>
                                          <p:attrName>ppt_w</p:attrName>
                                        </p:attrNameLst>
                                      </p:cBhvr>
                                      <p:tavLst>
                                        <p:tav tm="0">
                                          <p:val>
                                            <p:fltVal val="0"/>
                                          </p:val>
                                        </p:tav>
                                        <p:tav tm="100000">
                                          <p:val>
                                            <p:strVal val="#ppt_w"/>
                                          </p:val>
                                        </p:tav>
                                      </p:tavLst>
                                    </p:anim>
                                    <p:anim calcmode="lin" valueType="num">
                                      <p:cBhvr>
                                        <p:cTn id="18" dur="1000" fill="hold"/>
                                        <p:tgtEl>
                                          <p:spTgt spid="20493"/>
                                        </p:tgtEl>
                                        <p:attrNameLst>
                                          <p:attrName>ppt_h</p:attrName>
                                        </p:attrNameLst>
                                      </p:cBhvr>
                                      <p:tavLst>
                                        <p:tav tm="0">
                                          <p:val>
                                            <p:strVal val="#ppt_h"/>
                                          </p:val>
                                        </p:tav>
                                        <p:tav tm="100000">
                                          <p:val>
                                            <p:strVal val="#ppt_h"/>
                                          </p:val>
                                        </p:tav>
                                      </p:tavLst>
                                    </p:anim>
                                  </p:childTnLst>
                                </p:cTn>
                              </p:par>
                            </p:childTnLst>
                          </p:cTn>
                        </p:par>
                        <p:par>
                          <p:cTn id="19" fill="hold" nodeType="afterGroup">
                            <p:stCondLst>
                              <p:cond delay="2000"/>
                            </p:stCondLst>
                            <p:childTnLst>
                              <p:par>
                                <p:cTn id="20" presetID="3" presetClass="entr" presetSubtype="10" fill="hold" grpId="0" nodeType="afterEffect">
                                  <p:stCondLst>
                                    <p:cond delay="0"/>
                                  </p:stCondLst>
                                  <p:childTnLst>
                                    <p:set>
                                      <p:cBhvr>
                                        <p:cTn id="21" dur="1" fill="hold">
                                          <p:stCondLst>
                                            <p:cond delay="0"/>
                                          </p:stCondLst>
                                        </p:cTn>
                                        <p:tgtEl>
                                          <p:spTgt spid="20485"/>
                                        </p:tgtEl>
                                        <p:attrNameLst>
                                          <p:attrName>style.visibility</p:attrName>
                                        </p:attrNameLst>
                                      </p:cBhvr>
                                      <p:to>
                                        <p:strVal val="visible"/>
                                      </p:to>
                                    </p:set>
                                    <p:animEffect transition="in" filter="blinds(horizontal)">
                                      <p:cBhvr>
                                        <p:cTn id="22" dur="500"/>
                                        <p:tgtEl>
                                          <p:spTgt spid="20485"/>
                                        </p:tgtEl>
                                      </p:cBhvr>
                                    </p:animEffect>
                                  </p:childTnLst>
                                </p:cTn>
                              </p:par>
                            </p:childTnLst>
                          </p:cTn>
                        </p:par>
                        <p:par>
                          <p:cTn id="23" fill="hold" nodeType="afterGroup">
                            <p:stCondLst>
                              <p:cond delay="2500"/>
                            </p:stCondLst>
                            <p:childTnLst>
                              <p:par>
                                <p:cTn id="24" presetID="3" presetClass="entr" presetSubtype="10" fill="hold" nodeType="afterEffect">
                                  <p:stCondLst>
                                    <p:cond delay="0"/>
                                  </p:stCondLst>
                                  <p:childTnLst>
                                    <p:set>
                                      <p:cBhvr>
                                        <p:cTn id="25" dur="1" fill="hold">
                                          <p:stCondLst>
                                            <p:cond delay="0"/>
                                          </p:stCondLst>
                                        </p:cTn>
                                        <p:tgtEl>
                                          <p:spTgt spid="20490"/>
                                        </p:tgtEl>
                                        <p:attrNameLst>
                                          <p:attrName>style.visibility</p:attrName>
                                        </p:attrNameLst>
                                      </p:cBhvr>
                                      <p:to>
                                        <p:strVal val="visible"/>
                                      </p:to>
                                    </p:set>
                                    <p:animEffect transition="in" filter="blinds(horizontal)">
                                      <p:cBhvr>
                                        <p:cTn id="26" dur="500"/>
                                        <p:tgtEl>
                                          <p:spTgt spid="20490"/>
                                        </p:tgtEl>
                                      </p:cBhvr>
                                    </p:animEffect>
                                  </p:childTnLst>
                                </p:cTn>
                              </p:par>
                            </p:childTnLst>
                          </p:cTn>
                        </p:par>
                        <p:par>
                          <p:cTn id="27" fill="hold" nodeType="afterGroup">
                            <p:stCondLst>
                              <p:cond delay="3000"/>
                            </p:stCondLst>
                            <p:childTnLst>
                              <p:par>
                                <p:cTn id="28" presetID="3" presetClass="entr" presetSubtype="10" fill="hold" grpId="0" nodeType="afterEffect">
                                  <p:stCondLst>
                                    <p:cond delay="0"/>
                                  </p:stCondLst>
                                  <p:childTnLst>
                                    <p:set>
                                      <p:cBhvr>
                                        <p:cTn id="29" dur="1" fill="hold">
                                          <p:stCondLst>
                                            <p:cond delay="0"/>
                                          </p:stCondLst>
                                        </p:cTn>
                                        <p:tgtEl>
                                          <p:spTgt spid="20486"/>
                                        </p:tgtEl>
                                        <p:attrNameLst>
                                          <p:attrName>style.visibility</p:attrName>
                                        </p:attrNameLst>
                                      </p:cBhvr>
                                      <p:to>
                                        <p:strVal val="visible"/>
                                      </p:to>
                                    </p:set>
                                    <p:animEffect transition="in" filter="blinds(horizontal)">
                                      <p:cBhvr>
                                        <p:cTn id="30" dur="500"/>
                                        <p:tgtEl>
                                          <p:spTgt spid="20486"/>
                                        </p:tgtEl>
                                      </p:cBhvr>
                                    </p:animEffect>
                                  </p:childTnLst>
                                </p:cTn>
                              </p:par>
                            </p:childTnLst>
                          </p:cTn>
                        </p:par>
                        <p:par>
                          <p:cTn id="31" fill="hold" nodeType="afterGroup">
                            <p:stCondLst>
                              <p:cond delay="3500"/>
                            </p:stCondLst>
                            <p:childTnLst>
                              <p:par>
                                <p:cTn id="32" presetID="3" presetClass="entr" presetSubtype="10" fill="hold" nodeType="afterEffect">
                                  <p:stCondLst>
                                    <p:cond delay="0"/>
                                  </p:stCondLst>
                                  <p:childTnLst>
                                    <p:set>
                                      <p:cBhvr>
                                        <p:cTn id="33" dur="1" fill="hold">
                                          <p:stCondLst>
                                            <p:cond delay="0"/>
                                          </p:stCondLst>
                                        </p:cTn>
                                        <p:tgtEl>
                                          <p:spTgt spid="20489"/>
                                        </p:tgtEl>
                                        <p:attrNameLst>
                                          <p:attrName>style.visibility</p:attrName>
                                        </p:attrNameLst>
                                      </p:cBhvr>
                                      <p:to>
                                        <p:strVal val="visible"/>
                                      </p:to>
                                    </p:set>
                                    <p:animEffect transition="in" filter="blinds(horizontal)">
                                      <p:cBhvr>
                                        <p:cTn id="34" dur="500"/>
                                        <p:tgtEl>
                                          <p:spTgt spid="20489"/>
                                        </p:tgtEl>
                                      </p:cBhvr>
                                    </p:animEffect>
                                  </p:childTnLst>
                                </p:cTn>
                              </p:par>
                            </p:childTnLst>
                          </p:cTn>
                        </p:par>
                        <p:par>
                          <p:cTn id="35" fill="hold" nodeType="afterGroup">
                            <p:stCondLst>
                              <p:cond delay="4000"/>
                            </p:stCondLst>
                            <p:childTnLst>
                              <p:par>
                                <p:cTn id="36" presetID="3" presetClass="entr" presetSubtype="10" fill="hold" grpId="0" nodeType="afterEffect">
                                  <p:stCondLst>
                                    <p:cond delay="0"/>
                                  </p:stCondLst>
                                  <p:childTnLst>
                                    <p:set>
                                      <p:cBhvr>
                                        <p:cTn id="37" dur="1" fill="hold">
                                          <p:stCondLst>
                                            <p:cond delay="0"/>
                                          </p:stCondLst>
                                        </p:cTn>
                                        <p:tgtEl>
                                          <p:spTgt spid="20487"/>
                                        </p:tgtEl>
                                        <p:attrNameLst>
                                          <p:attrName>style.visibility</p:attrName>
                                        </p:attrNameLst>
                                      </p:cBhvr>
                                      <p:to>
                                        <p:strVal val="visible"/>
                                      </p:to>
                                    </p:set>
                                    <p:animEffect transition="in" filter="blinds(horizontal)">
                                      <p:cBhvr>
                                        <p:cTn id="38" dur="500"/>
                                        <p:tgtEl>
                                          <p:spTgt spid="20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animBg="1"/>
      <p:bldP spid="20485" grpId="0" animBg="1"/>
      <p:bldP spid="20486" grpId="0" animBg="1"/>
      <p:bldP spid="20487" grpId="0" animBg="1"/>
      <p:bldP spid="2049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29699" name="Rectangle 4"/>
          <p:cNvSpPr>
            <a:spLocks noChangeArrowheads="1"/>
          </p:cNvSpPr>
          <p:nvPr/>
        </p:nvSpPr>
        <p:spPr bwMode="auto">
          <a:xfrm>
            <a:off x="1415825" y="2347640"/>
            <a:ext cx="6408739"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eaLnBrk="1" latinLnBrk="0" hangingPunct="1">
              <a:spcBef>
                <a:spcPct val="0"/>
              </a:spcBef>
              <a:buFontTx/>
              <a:buNone/>
            </a:pPr>
            <a:r>
              <a:rPr kumimoji="0" lang="en-US" altLang="zh-CN" sz="1800">
                <a:latin typeface="Times New Roman" panose="02020603050405020304" pitchFamily="18" charset="0"/>
                <a:ea typeface="宋体" panose="02010600030101010101" pitchFamily="2" charset="-122"/>
              </a:rPr>
              <a:t>3</a:t>
            </a:r>
            <a:r>
              <a:rPr kumimoji="0" lang="zh-CN" altLang="en-US" sz="1800">
                <a:latin typeface="Times New Roman" panose="02020603050405020304" pitchFamily="18" charset="0"/>
                <a:ea typeface="宋体" panose="02010600030101010101" pitchFamily="2" charset="-122"/>
              </a:rPr>
              <a:t>层</a:t>
            </a:r>
          </a:p>
        </p:txBody>
      </p:sp>
      <p:sp>
        <p:nvSpPr>
          <p:cNvPr id="29700" name="Rectangle 5"/>
          <p:cNvSpPr>
            <a:spLocks noChangeArrowheads="1"/>
          </p:cNvSpPr>
          <p:nvPr/>
        </p:nvSpPr>
        <p:spPr bwMode="auto">
          <a:xfrm>
            <a:off x="1415825" y="3644630"/>
            <a:ext cx="6408739" cy="6492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eaLnBrk="1" latinLnBrk="0" hangingPunct="1">
              <a:spcBef>
                <a:spcPct val="0"/>
              </a:spcBef>
              <a:buFontTx/>
              <a:buNone/>
            </a:pPr>
            <a:r>
              <a:rPr kumimoji="0" lang="en-US" altLang="zh-CN" sz="1800">
                <a:latin typeface="Times New Roman" panose="02020603050405020304" pitchFamily="18" charset="0"/>
                <a:ea typeface="宋体" panose="02010600030101010101" pitchFamily="2" charset="-122"/>
              </a:rPr>
              <a:t>2</a:t>
            </a:r>
            <a:r>
              <a:rPr kumimoji="0" lang="zh-CN" altLang="en-US" sz="1800">
                <a:latin typeface="Times New Roman" panose="02020603050405020304" pitchFamily="18" charset="0"/>
                <a:ea typeface="宋体" panose="02010600030101010101" pitchFamily="2" charset="-122"/>
              </a:rPr>
              <a:t>层</a:t>
            </a:r>
          </a:p>
        </p:txBody>
      </p:sp>
      <p:sp>
        <p:nvSpPr>
          <p:cNvPr id="29701" name="Rectangle 6"/>
          <p:cNvSpPr>
            <a:spLocks noChangeArrowheads="1"/>
          </p:cNvSpPr>
          <p:nvPr/>
        </p:nvSpPr>
        <p:spPr bwMode="auto">
          <a:xfrm>
            <a:off x="1487265" y="4868591"/>
            <a:ext cx="6408737"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eaLnBrk="1" latinLnBrk="0" hangingPunct="1">
              <a:spcBef>
                <a:spcPct val="0"/>
              </a:spcBef>
              <a:buFontTx/>
              <a:buNone/>
            </a:pPr>
            <a:r>
              <a:rPr kumimoji="0" lang="en-US" altLang="zh-CN" sz="1800">
                <a:latin typeface="Times New Roman" panose="02020603050405020304" pitchFamily="18" charset="0"/>
                <a:ea typeface="宋体" panose="02010600030101010101" pitchFamily="2" charset="-122"/>
              </a:rPr>
              <a:t>1</a:t>
            </a:r>
            <a:r>
              <a:rPr kumimoji="0" lang="zh-CN" altLang="en-US" sz="1800">
                <a:latin typeface="Times New Roman" panose="02020603050405020304" pitchFamily="18" charset="0"/>
                <a:ea typeface="宋体" panose="02010600030101010101" pitchFamily="2" charset="-122"/>
              </a:rPr>
              <a:t>层</a:t>
            </a:r>
          </a:p>
        </p:txBody>
      </p:sp>
      <p:sp>
        <p:nvSpPr>
          <p:cNvPr id="29702" name="Rectangle 2"/>
          <p:cNvSpPr>
            <a:spLocks noGrp="1" noChangeArrowheads="1"/>
          </p:cNvSpPr>
          <p:nvPr>
            <p:ph type="title"/>
          </p:nvPr>
        </p:nvSpPr>
        <p:spPr>
          <a:xfrm>
            <a:off x="71439" y="148433"/>
            <a:ext cx="12192000" cy="688975"/>
          </a:xfrm>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29703" name="Rectangle 3"/>
          <p:cNvSpPr>
            <a:spLocks noGrp="1" noChangeArrowheads="1"/>
          </p:cNvSpPr>
          <p:nvPr>
            <p:ph type="body" idx="1"/>
          </p:nvPr>
        </p:nvSpPr>
        <p:spPr/>
        <p:txBody>
          <a:bodyPr/>
          <a:lstStyle/>
          <a:p>
            <a:pPr eaLnBrk="1" hangingPunct="1"/>
            <a:r>
              <a:rPr lang="zh-CN" altLang="en-US" dirty="0">
                <a:latin typeface="华文中宋" panose="02010600040101010101" pitchFamily="2" charset="-122"/>
                <a:ea typeface="华文中宋" panose="02010600040101010101" pitchFamily="2" charset="-122"/>
              </a:rPr>
              <a:t>设计结构（续）</a:t>
            </a:r>
          </a:p>
          <a:p>
            <a:pPr eaLnBrk="1" hangingPunct="1"/>
            <a:endParaRPr lang="zh-CN" altLang="en-US" dirty="0">
              <a:latin typeface="华文中宋" panose="02010600040101010101" pitchFamily="2" charset="-122"/>
              <a:ea typeface="华文中宋" panose="02010600040101010101" pitchFamily="2" charset="-122"/>
            </a:endParaRPr>
          </a:p>
        </p:txBody>
      </p:sp>
      <p:sp>
        <p:nvSpPr>
          <p:cNvPr id="29704" name="Rectangle 7"/>
          <p:cNvSpPr>
            <a:spLocks noChangeArrowheads="1"/>
          </p:cNvSpPr>
          <p:nvPr/>
        </p:nvSpPr>
        <p:spPr bwMode="auto">
          <a:xfrm>
            <a:off x="2063526" y="2420666"/>
            <a:ext cx="1079500" cy="503239"/>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部件</a:t>
            </a:r>
            <a:r>
              <a:rPr kumimoji="0" lang="en-US" altLang="zh-CN" sz="1800">
                <a:latin typeface="Times New Roman" panose="02020603050405020304" pitchFamily="18" charset="0"/>
                <a:ea typeface="宋体" panose="02010600030101010101" pitchFamily="2" charset="-122"/>
              </a:rPr>
              <a:t>3.1</a:t>
            </a:r>
            <a:endParaRPr kumimoji="0" lang="zh-CN" altLang="en-US" sz="1800">
              <a:latin typeface="Times New Roman" panose="02020603050405020304" pitchFamily="18" charset="0"/>
              <a:ea typeface="宋体" panose="02010600030101010101" pitchFamily="2" charset="-122"/>
            </a:endParaRPr>
          </a:p>
        </p:txBody>
      </p:sp>
      <p:sp>
        <p:nvSpPr>
          <p:cNvPr id="29705" name="Rectangle 8"/>
          <p:cNvSpPr>
            <a:spLocks noChangeArrowheads="1"/>
          </p:cNvSpPr>
          <p:nvPr/>
        </p:nvSpPr>
        <p:spPr bwMode="auto">
          <a:xfrm>
            <a:off x="3935189" y="2420666"/>
            <a:ext cx="1079500" cy="503239"/>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部件</a:t>
            </a:r>
            <a:r>
              <a:rPr kumimoji="0" lang="en-US" altLang="zh-CN" sz="1800">
                <a:latin typeface="Times New Roman" panose="02020603050405020304" pitchFamily="18" charset="0"/>
                <a:ea typeface="宋体" panose="02010600030101010101" pitchFamily="2" charset="-122"/>
              </a:rPr>
              <a:t>3.2</a:t>
            </a:r>
            <a:endParaRPr kumimoji="0" lang="zh-CN" altLang="en-US" sz="1800">
              <a:latin typeface="Times New Roman" panose="02020603050405020304" pitchFamily="18" charset="0"/>
              <a:ea typeface="宋体" panose="02010600030101010101" pitchFamily="2" charset="-122"/>
            </a:endParaRPr>
          </a:p>
        </p:txBody>
      </p:sp>
      <p:sp>
        <p:nvSpPr>
          <p:cNvPr id="29706" name="Rectangle 9"/>
          <p:cNvSpPr>
            <a:spLocks noChangeArrowheads="1"/>
          </p:cNvSpPr>
          <p:nvPr/>
        </p:nvSpPr>
        <p:spPr bwMode="auto">
          <a:xfrm>
            <a:off x="5806851" y="2420666"/>
            <a:ext cx="1079500" cy="503239"/>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部件</a:t>
            </a:r>
            <a:r>
              <a:rPr kumimoji="0" lang="en-US" altLang="zh-CN" sz="1800">
                <a:latin typeface="Times New Roman" panose="02020603050405020304" pitchFamily="18" charset="0"/>
                <a:ea typeface="宋体" panose="02010600030101010101" pitchFamily="2" charset="-122"/>
              </a:rPr>
              <a:t>3.3</a:t>
            </a:r>
            <a:endParaRPr kumimoji="0" lang="zh-CN" altLang="en-US" sz="1800">
              <a:latin typeface="Times New Roman" panose="02020603050405020304" pitchFamily="18" charset="0"/>
              <a:ea typeface="宋体" panose="02010600030101010101" pitchFamily="2" charset="-122"/>
            </a:endParaRPr>
          </a:p>
        </p:txBody>
      </p:sp>
      <p:sp>
        <p:nvSpPr>
          <p:cNvPr id="29707" name="Rectangle 10"/>
          <p:cNvSpPr>
            <a:spLocks noChangeArrowheads="1"/>
          </p:cNvSpPr>
          <p:nvPr/>
        </p:nvSpPr>
        <p:spPr bwMode="auto">
          <a:xfrm>
            <a:off x="2063526" y="3716066"/>
            <a:ext cx="1079500" cy="503239"/>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部件</a:t>
            </a:r>
            <a:r>
              <a:rPr kumimoji="0" lang="en-US" altLang="zh-CN" sz="1800">
                <a:latin typeface="Times New Roman" panose="02020603050405020304" pitchFamily="18" charset="0"/>
                <a:ea typeface="宋体" panose="02010600030101010101" pitchFamily="2" charset="-122"/>
              </a:rPr>
              <a:t>2.1</a:t>
            </a:r>
            <a:endParaRPr kumimoji="0" lang="zh-CN" altLang="en-US" sz="1800">
              <a:latin typeface="Times New Roman" panose="02020603050405020304" pitchFamily="18" charset="0"/>
              <a:ea typeface="宋体" panose="02010600030101010101" pitchFamily="2" charset="-122"/>
            </a:endParaRPr>
          </a:p>
        </p:txBody>
      </p:sp>
      <p:sp>
        <p:nvSpPr>
          <p:cNvPr id="29708" name="Rectangle 11"/>
          <p:cNvSpPr>
            <a:spLocks noChangeArrowheads="1"/>
          </p:cNvSpPr>
          <p:nvPr/>
        </p:nvSpPr>
        <p:spPr bwMode="auto">
          <a:xfrm>
            <a:off x="3935189" y="3716066"/>
            <a:ext cx="1079500" cy="503239"/>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部件</a:t>
            </a:r>
            <a:r>
              <a:rPr kumimoji="0" lang="en-US" altLang="zh-CN" sz="1800">
                <a:latin typeface="Times New Roman" panose="02020603050405020304" pitchFamily="18" charset="0"/>
                <a:ea typeface="宋体" panose="02010600030101010101" pitchFamily="2" charset="-122"/>
              </a:rPr>
              <a:t>2.2</a:t>
            </a:r>
            <a:endParaRPr kumimoji="0" lang="zh-CN" altLang="en-US" sz="1800">
              <a:latin typeface="Times New Roman" panose="02020603050405020304" pitchFamily="18" charset="0"/>
              <a:ea typeface="宋体" panose="02010600030101010101" pitchFamily="2" charset="-122"/>
            </a:endParaRPr>
          </a:p>
        </p:txBody>
      </p:sp>
      <p:sp>
        <p:nvSpPr>
          <p:cNvPr id="29709" name="Rectangle 12"/>
          <p:cNvSpPr>
            <a:spLocks noChangeArrowheads="1"/>
          </p:cNvSpPr>
          <p:nvPr/>
        </p:nvSpPr>
        <p:spPr bwMode="auto">
          <a:xfrm>
            <a:off x="5806851" y="3716066"/>
            <a:ext cx="1079500" cy="503239"/>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部件</a:t>
            </a:r>
            <a:r>
              <a:rPr kumimoji="0" lang="en-US" altLang="zh-CN" sz="1800">
                <a:latin typeface="Times New Roman" panose="02020603050405020304" pitchFamily="18" charset="0"/>
                <a:ea typeface="宋体" panose="02010600030101010101" pitchFamily="2" charset="-122"/>
              </a:rPr>
              <a:t>2.3</a:t>
            </a:r>
            <a:endParaRPr kumimoji="0" lang="zh-CN" altLang="en-US" sz="1800">
              <a:latin typeface="Times New Roman" panose="02020603050405020304" pitchFamily="18" charset="0"/>
              <a:ea typeface="宋体" panose="02010600030101010101" pitchFamily="2" charset="-122"/>
            </a:endParaRPr>
          </a:p>
        </p:txBody>
      </p:sp>
      <p:sp>
        <p:nvSpPr>
          <p:cNvPr id="29710" name="Rectangle 13"/>
          <p:cNvSpPr>
            <a:spLocks noChangeArrowheads="1"/>
          </p:cNvSpPr>
          <p:nvPr/>
        </p:nvSpPr>
        <p:spPr bwMode="auto">
          <a:xfrm>
            <a:off x="2063526" y="4940030"/>
            <a:ext cx="1079500" cy="503237"/>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部件</a:t>
            </a:r>
            <a:r>
              <a:rPr kumimoji="0" lang="en-US" altLang="zh-CN" sz="1800">
                <a:latin typeface="Times New Roman" panose="02020603050405020304" pitchFamily="18" charset="0"/>
                <a:ea typeface="宋体" panose="02010600030101010101" pitchFamily="2" charset="-122"/>
              </a:rPr>
              <a:t>1.1</a:t>
            </a:r>
            <a:endParaRPr kumimoji="0" lang="zh-CN" altLang="en-US" sz="1800">
              <a:latin typeface="Times New Roman" panose="02020603050405020304" pitchFamily="18" charset="0"/>
              <a:ea typeface="宋体" panose="02010600030101010101" pitchFamily="2" charset="-122"/>
            </a:endParaRPr>
          </a:p>
        </p:txBody>
      </p:sp>
      <p:sp>
        <p:nvSpPr>
          <p:cNvPr id="29711" name="Rectangle 14"/>
          <p:cNvSpPr>
            <a:spLocks noChangeArrowheads="1"/>
          </p:cNvSpPr>
          <p:nvPr/>
        </p:nvSpPr>
        <p:spPr bwMode="auto">
          <a:xfrm>
            <a:off x="3935189" y="4940030"/>
            <a:ext cx="1079500" cy="503237"/>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部件</a:t>
            </a:r>
            <a:r>
              <a:rPr kumimoji="0" lang="en-US" altLang="zh-CN" sz="1800">
                <a:latin typeface="Times New Roman" panose="02020603050405020304" pitchFamily="18" charset="0"/>
                <a:ea typeface="宋体" panose="02010600030101010101" pitchFamily="2" charset="-122"/>
              </a:rPr>
              <a:t>1.2</a:t>
            </a:r>
            <a:endParaRPr kumimoji="0" lang="zh-CN" altLang="en-US" sz="1800">
              <a:latin typeface="Times New Roman" panose="02020603050405020304" pitchFamily="18" charset="0"/>
              <a:ea typeface="宋体" panose="02010600030101010101" pitchFamily="2" charset="-122"/>
            </a:endParaRPr>
          </a:p>
        </p:txBody>
      </p:sp>
      <p:sp>
        <p:nvSpPr>
          <p:cNvPr id="29712" name="Rectangle 15"/>
          <p:cNvSpPr>
            <a:spLocks noChangeArrowheads="1"/>
          </p:cNvSpPr>
          <p:nvPr/>
        </p:nvSpPr>
        <p:spPr bwMode="auto">
          <a:xfrm>
            <a:off x="5806851" y="4940030"/>
            <a:ext cx="1079500" cy="503237"/>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部件</a:t>
            </a:r>
            <a:r>
              <a:rPr kumimoji="0" lang="en-US" altLang="zh-CN" sz="1800">
                <a:latin typeface="Times New Roman" panose="02020603050405020304" pitchFamily="18" charset="0"/>
                <a:ea typeface="宋体" panose="02010600030101010101" pitchFamily="2" charset="-122"/>
              </a:rPr>
              <a:t>1.3</a:t>
            </a:r>
            <a:endParaRPr kumimoji="0" lang="zh-CN" altLang="en-US" sz="1800">
              <a:latin typeface="Times New Roman" panose="02020603050405020304" pitchFamily="18" charset="0"/>
              <a:ea typeface="宋体" panose="02010600030101010101" pitchFamily="2" charset="-122"/>
            </a:endParaRPr>
          </a:p>
        </p:txBody>
      </p:sp>
      <p:sp>
        <p:nvSpPr>
          <p:cNvPr id="29713" name="Line 17"/>
          <p:cNvSpPr>
            <a:spLocks noChangeShapeType="1"/>
          </p:cNvSpPr>
          <p:nvPr/>
        </p:nvSpPr>
        <p:spPr bwMode="auto">
          <a:xfrm>
            <a:off x="2566763" y="2923903"/>
            <a:ext cx="0" cy="7921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29714" name="Line 18"/>
          <p:cNvSpPr>
            <a:spLocks noChangeShapeType="1"/>
          </p:cNvSpPr>
          <p:nvPr/>
        </p:nvSpPr>
        <p:spPr bwMode="auto">
          <a:xfrm>
            <a:off x="2566763" y="4220889"/>
            <a:ext cx="0" cy="71913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29715" name="Line 19"/>
          <p:cNvSpPr>
            <a:spLocks noChangeShapeType="1"/>
          </p:cNvSpPr>
          <p:nvPr/>
        </p:nvSpPr>
        <p:spPr bwMode="auto">
          <a:xfrm flipH="1">
            <a:off x="2711226" y="2923903"/>
            <a:ext cx="1728788" cy="7921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29716" name="Line 20"/>
          <p:cNvSpPr>
            <a:spLocks noChangeShapeType="1"/>
          </p:cNvSpPr>
          <p:nvPr/>
        </p:nvSpPr>
        <p:spPr bwMode="auto">
          <a:xfrm>
            <a:off x="2639790" y="2923903"/>
            <a:ext cx="1800225" cy="7921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29717" name="Line 21"/>
          <p:cNvSpPr>
            <a:spLocks noChangeShapeType="1"/>
          </p:cNvSpPr>
          <p:nvPr/>
        </p:nvSpPr>
        <p:spPr bwMode="auto">
          <a:xfrm flipH="1">
            <a:off x="4582890" y="2923903"/>
            <a:ext cx="1800225" cy="7921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29718" name="Line 22"/>
          <p:cNvSpPr>
            <a:spLocks noChangeShapeType="1"/>
          </p:cNvSpPr>
          <p:nvPr/>
        </p:nvSpPr>
        <p:spPr bwMode="auto">
          <a:xfrm>
            <a:off x="4655914" y="2923903"/>
            <a:ext cx="1871663" cy="7921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29719" name="Line 23"/>
          <p:cNvSpPr>
            <a:spLocks noChangeShapeType="1"/>
          </p:cNvSpPr>
          <p:nvPr/>
        </p:nvSpPr>
        <p:spPr bwMode="auto">
          <a:xfrm>
            <a:off x="4511451" y="4220889"/>
            <a:ext cx="0" cy="71913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29720" name="Line 24"/>
          <p:cNvSpPr>
            <a:spLocks noChangeShapeType="1"/>
          </p:cNvSpPr>
          <p:nvPr/>
        </p:nvSpPr>
        <p:spPr bwMode="auto">
          <a:xfrm flipH="1">
            <a:off x="2639788" y="4220889"/>
            <a:ext cx="1727200" cy="71913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29721" name="Line 25"/>
          <p:cNvSpPr>
            <a:spLocks noChangeShapeType="1"/>
          </p:cNvSpPr>
          <p:nvPr/>
        </p:nvSpPr>
        <p:spPr bwMode="auto">
          <a:xfrm flipH="1">
            <a:off x="2782666" y="4220889"/>
            <a:ext cx="3457575" cy="71913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29722" name="Line 26"/>
          <p:cNvSpPr>
            <a:spLocks noChangeShapeType="1"/>
          </p:cNvSpPr>
          <p:nvPr/>
        </p:nvSpPr>
        <p:spPr bwMode="auto">
          <a:xfrm>
            <a:off x="3143027" y="4004991"/>
            <a:ext cx="7921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29723" name="Rectangle 27"/>
          <p:cNvSpPr>
            <a:spLocks noChangeArrowheads="1"/>
          </p:cNvSpPr>
          <p:nvPr/>
        </p:nvSpPr>
        <p:spPr bwMode="auto">
          <a:xfrm>
            <a:off x="2566763" y="5876654"/>
            <a:ext cx="41767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dirty="0">
                <a:latin typeface="Times New Roman" panose="02020603050405020304" pitchFamily="18" charset="0"/>
                <a:ea typeface="华文楷体" panose="02010600040101010101" pitchFamily="2" charset="-122"/>
              </a:rPr>
              <a:t>层次模型结构举例</a:t>
            </a:r>
          </a:p>
        </p:txBody>
      </p:sp>
      <p:sp>
        <p:nvSpPr>
          <p:cNvPr id="29724" name="AutoShape 28"/>
          <p:cNvSpPr>
            <a:spLocks noChangeArrowheads="1"/>
          </p:cNvSpPr>
          <p:nvPr/>
        </p:nvSpPr>
        <p:spPr bwMode="auto">
          <a:xfrm>
            <a:off x="6456140" y="188640"/>
            <a:ext cx="2016125" cy="1150939"/>
          </a:xfrm>
          <a:prstGeom prst="wedgeRoundRectCallout">
            <a:avLst>
              <a:gd name="adj1" fmla="val -146852"/>
              <a:gd name="adj2" fmla="val 260620"/>
              <a:gd name="adj3" fmla="val 16667"/>
            </a:avLst>
          </a:prstGeom>
          <a:solidFill>
            <a:srgbClr val="CCFFCC"/>
          </a:solidFill>
          <a:ln w="9525">
            <a:solidFill>
              <a:schemeClr val="tx1"/>
            </a:solidFill>
            <a:miter lim="800000"/>
            <a:headEnd/>
            <a:tailEnd/>
          </a:ln>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solidFill>
                  <a:srgbClr val="000000"/>
                </a:solidFill>
                <a:latin typeface="Times New Roman" panose="02020603050405020304" pitchFamily="18" charset="0"/>
                <a:ea typeface="宋体" panose="02010600030101010101" pitchFamily="2" charset="-122"/>
              </a:rPr>
              <a:t>通过设计统一的层调用接口对层进行保护</a:t>
            </a:r>
          </a:p>
        </p:txBody>
      </p:sp>
      <p:sp>
        <p:nvSpPr>
          <p:cNvPr id="29725" name="AutoShape 29"/>
          <p:cNvSpPr>
            <a:spLocks noChangeArrowheads="1"/>
          </p:cNvSpPr>
          <p:nvPr/>
        </p:nvSpPr>
        <p:spPr bwMode="auto">
          <a:xfrm>
            <a:off x="6456140" y="188640"/>
            <a:ext cx="2016125" cy="1150939"/>
          </a:xfrm>
          <a:prstGeom prst="wedgeRoundRectCallout">
            <a:avLst>
              <a:gd name="adj1" fmla="val -146852"/>
              <a:gd name="adj2" fmla="val 354412"/>
              <a:gd name="adj3" fmla="val 16667"/>
            </a:avLst>
          </a:prstGeom>
          <a:solidFill>
            <a:srgbClr val="CCFFCC"/>
          </a:solidFill>
          <a:ln w="9525">
            <a:solidFill>
              <a:schemeClr val="tx1"/>
            </a:solidFill>
            <a:miter lim="800000"/>
            <a:headEnd/>
            <a:tailEnd/>
          </a:ln>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solidFill>
                  <a:srgbClr val="000000"/>
                </a:solidFill>
                <a:latin typeface="Times New Roman" panose="02020603050405020304" pitchFamily="18" charset="0"/>
                <a:ea typeface="宋体" panose="02010600030101010101" pitchFamily="2" charset="-122"/>
              </a:rPr>
              <a:t>通过设计统一的层调用接口对层进行保护</a:t>
            </a:r>
          </a:p>
        </p:txBody>
      </p:sp>
      <p:sp>
        <p:nvSpPr>
          <p:cNvPr id="29726" name="AutoShape 30"/>
          <p:cNvSpPr>
            <a:spLocks noChangeArrowheads="1"/>
          </p:cNvSpPr>
          <p:nvPr/>
        </p:nvSpPr>
        <p:spPr bwMode="auto">
          <a:xfrm>
            <a:off x="6456140" y="188640"/>
            <a:ext cx="2016125" cy="1150939"/>
          </a:xfrm>
          <a:prstGeom prst="wedgeRoundRectCallout">
            <a:avLst>
              <a:gd name="adj1" fmla="val -146852"/>
              <a:gd name="adj2" fmla="val 260620"/>
              <a:gd name="adj3" fmla="val 16667"/>
            </a:avLst>
          </a:prstGeom>
          <a:solidFill>
            <a:srgbClr val="CCFFCC"/>
          </a:solidFill>
          <a:ln w="9525">
            <a:solidFill>
              <a:schemeClr val="tx1"/>
            </a:solidFill>
            <a:miter lim="800000"/>
            <a:headEnd/>
            <a:tailEnd/>
          </a:ln>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a:solidFill>
                  <a:srgbClr val="000000"/>
                </a:solidFill>
                <a:latin typeface="Times New Roman" panose="02020603050405020304" pitchFamily="18" charset="0"/>
                <a:ea typeface="宋体" panose="02010600030101010101" pitchFamily="2" charset="-122"/>
              </a:rPr>
              <a:t>应该通过设计统一的层调用接口对层进行保护</a:t>
            </a:r>
          </a:p>
        </p:txBody>
      </p:sp>
      <p:grpSp>
        <p:nvGrpSpPr>
          <p:cNvPr id="20" name="组合 19">
            <a:extLst>
              <a:ext uri="{FF2B5EF4-FFF2-40B4-BE49-F238E27FC236}">
                <a16:creationId xmlns:a16="http://schemas.microsoft.com/office/drawing/2014/main" id="{05569D00-127A-4C82-BDCC-2F73BCE927A2}"/>
              </a:ext>
            </a:extLst>
          </p:cNvPr>
          <p:cNvGrpSpPr/>
          <p:nvPr/>
        </p:nvGrpSpPr>
        <p:grpSpPr>
          <a:xfrm>
            <a:off x="8540308" y="2183196"/>
            <a:ext cx="2968920" cy="3142440"/>
            <a:chOff x="8540308" y="2183196"/>
            <a:chExt cx="2968920" cy="3142440"/>
          </a:xfrm>
        </p:grpSpPr>
        <mc:AlternateContent xmlns:mc="http://schemas.openxmlformats.org/markup-compatibility/2006" xmlns:p14="http://schemas.microsoft.com/office/powerpoint/2010/main">
          <mc:Choice Requires="p14">
            <p:contentPart p14:bwMode="auto" r:id="rId2">
              <p14:nvContentPartPr>
                <p14:cNvPr id="7" name="墨迹 6">
                  <a:extLst>
                    <a:ext uri="{FF2B5EF4-FFF2-40B4-BE49-F238E27FC236}">
                      <a16:creationId xmlns:a16="http://schemas.microsoft.com/office/drawing/2014/main" id="{5141B34B-55ED-4F13-BCEA-C31129F07747}"/>
                    </a:ext>
                  </a:extLst>
                </p14:cNvPr>
                <p14:cNvContentPartPr/>
                <p14:nvPr/>
              </p14:nvContentPartPr>
              <p14:xfrm>
                <a:off x="8820748" y="4917396"/>
                <a:ext cx="2604600" cy="408240"/>
              </p14:xfrm>
            </p:contentPart>
          </mc:Choice>
          <mc:Fallback xmlns="">
            <p:pic>
              <p:nvPicPr>
                <p:cNvPr id="7" name="墨迹 6">
                  <a:extLst>
                    <a:ext uri="{FF2B5EF4-FFF2-40B4-BE49-F238E27FC236}">
                      <a16:creationId xmlns:a16="http://schemas.microsoft.com/office/drawing/2014/main" id="{5141B34B-55ED-4F13-BCEA-C31129F07747}"/>
                    </a:ext>
                  </a:extLst>
                </p:cNvPr>
                <p:cNvPicPr/>
                <p:nvPr/>
              </p:nvPicPr>
              <p:blipFill>
                <a:blip r:embed="rId3"/>
                <a:stretch>
                  <a:fillRect/>
                </a:stretch>
              </p:blipFill>
              <p:spPr>
                <a:xfrm>
                  <a:off x="8811748" y="4908396"/>
                  <a:ext cx="2622240" cy="425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墨迹 7">
                  <a:extLst>
                    <a:ext uri="{FF2B5EF4-FFF2-40B4-BE49-F238E27FC236}">
                      <a16:creationId xmlns:a16="http://schemas.microsoft.com/office/drawing/2014/main" id="{6E511C05-163B-43BC-8AB1-758ECE20680B}"/>
                    </a:ext>
                  </a:extLst>
                </p14:cNvPr>
                <p14:cNvContentPartPr/>
                <p14:nvPr/>
              </p14:nvContentPartPr>
              <p14:xfrm>
                <a:off x="8973388" y="4699956"/>
                <a:ext cx="2492640" cy="288720"/>
              </p14:xfrm>
            </p:contentPart>
          </mc:Choice>
          <mc:Fallback xmlns="">
            <p:pic>
              <p:nvPicPr>
                <p:cNvPr id="8" name="墨迹 7">
                  <a:extLst>
                    <a:ext uri="{FF2B5EF4-FFF2-40B4-BE49-F238E27FC236}">
                      <a16:creationId xmlns:a16="http://schemas.microsoft.com/office/drawing/2014/main" id="{6E511C05-163B-43BC-8AB1-758ECE20680B}"/>
                    </a:ext>
                  </a:extLst>
                </p:cNvPr>
                <p:cNvPicPr/>
                <p:nvPr/>
              </p:nvPicPr>
              <p:blipFill>
                <a:blip r:embed="rId5"/>
                <a:stretch>
                  <a:fillRect/>
                </a:stretch>
              </p:blipFill>
              <p:spPr>
                <a:xfrm>
                  <a:off x="8964388" y="4691316"/>
                  <a:ext cx="251028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墨迹 12">
                  <a:extLst>
                    <a:ext uri="{FF2B5EF4-FFF2-40B4-BE49-F238E27FC236}">
                      <a16:creationId xmlns:a16="http://schemas.microsoft.com/office/drawing/2014/main" id="{EC1E79AD-3E40-4CFC-BFC3-6B73D936D473}"/>
                    </a:ext>
                  </a:extLst>
                </p14:cNvPr>
                <p14:cNvContentPartPr/>
                <p14:nvPr/>
              </p14:nvContentPartPr>
              <p14:xfrm>
                <a:off x="10001548" y="4569636"/>
                <a:ext cx="289440" cy="207000"/>
              </p14:xfrm>
            </p:contentPart>
          </mc:Choice>
          <mc:Fallback xmlns="">
            <p:pic>
              <p:nvPicPr>
                <p:cNvPr id="13" name="墨迹 12">
                  <a:extLst>
                    <a:ext uri="{FF2B5EF4-FFF2-40B4-BE49-F238E27FC236}">
                      <a16:creationId xmlns:a16="http://schemas.microsoft.com/office/drawing/2014/main" id="{EC1E79AD-3E40-4CFC-BFC3-6B73D936D473}"/>
                    </a:ext>
                  </a:extLst>
                </p:cNvPr>
                <p:cNvPicPr/>
                <p:nvPr/>
              </p:nvPicPr>
              <p:blipFill>
                <a:blip r:embed="rId7"/>
                <a:stretch>
                  <a:fillRect/>
                </a:stretch>
              </p:blipFill>
              <p:spPr>
                <a:xfrm>
                  <a:off x="9992548" y="4560636"/>
                  <a:ext cx="30708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 name="墨迹 1">
                  <a:extLst>
                    <a:ext uri="{FF2B5EF4-FFF2-40B4-BE49-F238E27FC236}">
                      <a16:creationId xmlns:a16="http://schemas.microsoft.com/office/drawing/2014/main" id="{2C99BC55-DC6E-4D8A-A839-1481300A3ED5}"/>
                    </a:ext>
                  </a:extLst>
                </p14:cNvPr>
                <p14:cNvContentPartPr/>
                <p14:nvPr/>
              </p14:nvContentPartPr>
              <p14:xfrm>
                <a:off x="8540308" y="2397396"/>
                <a:ext cx="2790360" cy="430920"/>
              </p14:xfrm>
            </p:contentPart>
          </mc:Choice>
          <mc:Fallback xmlns="">
            <p:pic>
              <p:nvPicPr>
                <p:cNvPr id="2" name="墨迹 1">
                  <a:extLst>
                    <a:ext uri="{FF2B5EF4-FFF2-40B4-BE49-F238E27FC236}">
                      <a16:creationId xmlns:a16="http://schemas.microsoft.com/office/drawing/2014/main" id="{2C99BC55-DC6E-4D8A-A839-1481300A3ED5}"/>
                    </a:ext>
                  </a:extLst>
                </p:cNvPr>
                <p:cNvPicPr/>
                <p:nvPr/>
              </p:nvPicPr>
              <p:blipFill>
                <a:blip r:embed="rId9"/>
                <a:stretch>
                  <a:fillRect/>
                </a:stretch>
              </p:blipFill>
              <p:spPr>
                <a:xfrm>
                  <a:off x="8531668" y="2388396"/>
                  <a:ext cx="2808000" cy="448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 name="墨迹 2">
                  <a:extLst>
                    <a:ext uri="{FF2B5EF4-FFF2-40B4-BE49-F238E27FC236}">
                      <a16:creationId xmlns:a16="http://schemas.microsoft.com/office/drawing/2014/main" id="{D1E7FCB0-7DFC-44A7-A685-EBA65AD67686}"/>
                    </a:ext>
                  </a:extLst>
                </p14:cNvPr>
                <p14:cNvContentPartPr/>
                <p14:nvPr/>
              </p14:nvContentPartPr>
              <p14:xfrm>
                <a:off x="8596828" y="2183196"/>
                <a:ext cx="2912400" cy="578520"/>
              </p14:xfrm>
            </p:contentPart>
          </mc:Choice>
          <mc:Fallback xmlns="">
            <p:pic>
              <p:nvPicPr>
                <p:cNvPr id="3" name="墨迹 2">
                  <a:extLst>
                    <a:ext uri="{FF2B5EF4-FFF2-40B4-BE49-F238E27FC236}">
                      <a16:creationId xmlns:a16="http://schemas.microsoft.com/office/drawing/2014/main" id="{D1E7FCB0-7DFC-44A7-A685-EBA65AD67686}"/>
                    </a:ext>
                  </a:extLst>
                </p:cNvPr>
                <p:cNvPicPr/>
                <p:nvPr/>
              </p:nvPicPr>
              <p:blipFill>
                <a:blip r:embed="rId11"/>
                <a:stretch>
                  <a:fillRect/>
                </a:stretch>
              </p:blipFill>
              <p:spPr>
                <a:xfrm>
                  <a:off x="8587828" y="2174196"/>
                  <a:ext cx="2930040" cy="59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墨迹 4">
                  <a:extLst>
                    <a:ext uri="{FF2B5EF4-FFF2-40B4-BE49-F238E27FC236}">
                      <a16:creationId xmlns:a16="http://schemas.microsoft.com/office/drawing/2014/main" id="{4A27FD54-6038-4E5C-83BF-7B3A8EF5D9EE}"/>
                    </a:ext>
                  </a:extLst>
                </p14:cNvPr>
                <p14:cNvContentPartPr/>
                <p14:nvPr/>
              </p14:nvContentPartPr>
              <p14:xfrm>
                <a:off x="8785108" y="3303156"/>
                <a:ext cx="2647440" cy="584640"/>
              </p14:xfrm>
            </p:contentPart>
          </mc:Choice>
          <mc:Fallback xmlns="">
            <p:pic>
              <p:nvPicPr>
                <p:cNvPr id="5" name="墨迹 4">
                  <a:extLst>
                    <a:ext uri="{FF2B5EF4-FFF2-40B4-BE49-F238E27FC236}">
                      <a16:creationId xmlns:a16="http://schemas.microsoft.com/office/drawing/2014/main" id="{4A27FD54-6038-4E5C-83BF-7B3A8EF5D9EE}"/>
                    </a:ext>
                  </a:extLst>
                </p:cNvPr>
                <p:cNvPicPr/>
                <p:nvPr/>
              </p:nvPicPr>
              <p:blipFill>
                <a:blip r:embed="rId13"/>
                <a:stretch>
                  <a:fillRect/>
                </a:stretch>
              </p:blipFill>
              <p:spPr>
                <a:xfrm>
                  <a:off x="8776468" y="3294156"/>
                  <a:ext cx="2665080" cy="602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 name="墨迹 5">
                  <a:extLst>
                    <a:ext uri="{FF2B5EF4-FFF2-40B4-BE49-F238E27FC236}">
                      <a16:creationId xmlns:a16="http://schemas.microsoft.com/office/drawing/2014/main" id="{DE921489-A92D-4473-936B-28CF968DB052}"/>
                    </a:ext>
                  </a:extLst>
                </p14:cNvPr>
                <p14:cNvContentPartPr/>
                <p14:nvPr/>
              </p14:nvContentPartPr>
              <p14:xfrm>
                <a:off x="8709508" y="3514836"/>
                <a:ext cx="2513520" cy="718920"/>
              </p14:xfrm>
            </p:contentPart>
          </mc:Choice>
          <mc:Fallback xmlns="">
            <p:pic>
              <p:nvPicPr>
                <p:cNvPr id="6" name="墨迹 5">
                  <a:extLst>
                    <a:ext uri="{FF2B5EF4-FFF2-40B4-BE49-F238E27FC236}">
                      <a16:creationId xmlns:a16="http://schemas.microsoft.com/office/drawing/2014/main" id="{DE921489-A92D-4473-936B-28CF968DB052}"/>
                    </a:ext>
                  </a:extLst>
                </p:cNvPr>
                <p:cNvPicPr/>
                <p:nvPr/>
              </p:nvPicPr>
              <p:blipFill>
                <a:blip r:embed="rId15"/>
                <a:stretch>
                  <a:fillRect/>
                </a:stretch>
              </p:blipFill>
              <p:spPr>
                <a:xfrm>
                  <a:off x="8700508" y="3506196"/>
                  <a:ext cx="2531160" cy="736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墨迹 10">
                  <a:extLst>
                    <a:ext uri="{FF2B5EF4-FFF2-40B4-BE49-F238E27FC236}">
                      <a16:creationId xmlns:a16="http://schemas.microsoft.com/office/drawing/2014/main" id="{958E3AE2-BE88-43AC-A6FA-5FB5866DD593}"/>
                    </a:ext>
                  </a:extLst>
                </p14:cNvPr>
                <p14:cNvContentPartPr/>
                <p14:nvPr/>
              </p14:nvContentPartPr>
              <p14:xfrm>
                <a:off x="9674668" y="2763876"/>
                <a:ext cx="313200" cy="195840"/>
              </p14:xfrm>
            </p:contentPart>
          </mc:Choice>
          <mc:Fallback xmlns="">
            <p:pic>
              <p:nvPicPr>
                <p:cNvPr id="11" name="墨迹 10">
                  <a:extLst>
                    <a:ext uri="{FF2B5EF4-FFF2-40B4-BE49-F238E27FC236}">
                      <a16:creationId xmlns:a16="http://schemas.microsoft.com/office/drawing/2014/main" id="{958E3AE2-BE88-43AC-A6FA-5FB5866DD593}"/>
                    </a:ext>
                  </a:extLst>
                </p:cNvPr>
                <p:cNvPicPr/>
                <p:nvPr/>
              </p:nvPicPr>
              <p:blipFill>
                <a:blip r:embed="rId17"/>
                <a:stretch>
                  <a:fillRect/>
                </a:stretch>
              </p:blipFill>
              <p:spPr>
                <a:xfrm>
                  <a:off x="9665668" y="2755236"/>
                  <a:ext cx="3308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墨迹 11">
                  <a:extLst>
                    <a:ext uri="{FF2B5EF4-FFF2-40B4-BE49-F238E27FC236}">
                      <a16:creationId xmlns:a16="http://schemas.microsoft.com/office/drawing/2014/main" id="{EB1E766F-AF18-41F1-9C8A-9E8D4871A087}"/>
                    </a:ext>
                  </a:extLst>
                </p14:cNvPr>
                <p14:cNvContentPartPr/>
                <p14:nvPr/>
              </p14:nvContentPartPr>
              <p14:xfrm>
                <a:off x="9836308" y="3265716"/>
                <a:ext cx="263880" cy="217080"/>
              </p14:xfrm>
            </p:contentPart>
          </mc:Choice>
          <mc:Fallback xmlns="">
            <p:pic>
              <p:nvPicPr>
                <p:cNvPr id="12" name="墨迹 11">
                  <a:extLst>
                    <a:ext uri="{FF2B5EF4-FFF2-40B4-BE49-F238E27FC236}">
                      <a16:creationId xmlns:a16="http://schemas.microsoft.com/office/drawing/2014/main" id="{EB1E766F-AF18-41F1-9C8A-9E8D4871A087}"/>
                    </a:ext>
                  </a:extLst>
                </p:cNvPr>
                <p:cNvPicPr/>
                <p:nvPr/>
              </p:nvPicPr>
              <p:blipFill>
                <a:blip r:embed="rId19"/>
                <a:stretch>
                  <a:fillRect/>
                </a:stretch>
              </p:blipFill>
              <p:spPr>
                <a:xfrm>
                  <a:off x="9827668" y="3257076"/>
                  <a:ext cx="28152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墨迹 13">
                  <a:extLst>
                    <a:ext uri="{FF2B5EF4-FFF2-40B4-BE49-F238E27FC236}">
                      <a16:creationId xmlns:a16="http://schemas.microsoft.com/office/drawing/2014/main" id="{D0673BDD-1AD9-4A98-BB7D-76A9F66DB33A}"/>
                    </a:ext>
                  </a:extLst>
                </p14:cNvPr>
                <p14:cNvContentPartPr/>
                <p14:nvPr/>
              </p14:nvContentPartPr>
              <p14:xfrm>
                <a:off x="9901828" y="3948636"/>
                <a:ext cx="300600" cy="260640"/>
              </p14:xfrm>
            </p:contentPart>
          </mc:Choice>
          <mc:Fallback xmlns="">
            <p:pic>
              <p:nvPicPr>
                <p:cNvPr id="14" name="墨迹 13">
                  <a:extLst>
                    <a:ext uri="{FF2B5EF4-FFF2-40B4-BE49-F238E27FC236}">
                      <a16:creationId xmlns:a16="http://schemas.microsoft.com/office/drawing/2014/main" id="{D0673BDD-1AD9-4A98-BB7D-76A9F66DB33A}"/>
                    </a:ext>
                  </a:extLst>
                </p:cNvPr>
                <p:cNvPicPr/>
                <p:nvPr/>
              </p:nvPicPr>
              <p:blipFill>
                <a:blip r:embed="rId21"/>
                <a:stretch>
                  <a:fillRect/>
                </a:stretch>
              </p:blipFill>
              <p:spPr>
                <a:xfrm>
                  <a:off x="9892828" y="3939636"/>
                  <a:ext cx="31824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墨迹 14">
                  <a:extLst>
                    <a:ext uri="{FF2B5EF4-FFF2-40B4-BE49-F238E27FC236}">
                      <a16:creationId xmlns:a16="http://schemas.microsoft.com/office/drawing/2014/main" id="{4AADBE8C-FB0B-4B15-A715-7CEB482D74A6}"/>
                    </a:ext>
                  </a:extLst>
                </p14:cNvPr>
                <p14:cNvContentPartPr/>
                <p14:nvPr/>
              </p14:nvContentPartPr>
              <p14:xfrm>
                <a:off x="9894268" y="2930556"/>
                <a:ext cx="360" cy="360"/>
              </p14:xfrm>
            </p:contentPart>
          </mc:Choice>
          <mc:Fallback xmlns="">
            <p:pic>
              <p:nvPicPr>
                <p:cNvPr id="15" name="墨迹 14">
                  <a:extLst>
                    <a:ext uri="{FF2B5EF4-FFF2-40B4-BE49-F238E27FC236}">
                      <a16:creationId xmlns:a16="http://schemas.microsoft.com/office/drawing/2014/main" id="{4AADBE8C-FB0B-4B15-A715-7CEB482D74A6}"/>
                    </a:ext>
                  </a:extLst>
                </p:cNvPr>
                <p:cNvPicPr/>
                <p:nvPr/>
              </p:nvPicPr>
              <p:blipFill>
                <a:blip r:embed="rId23"/>
                <a:stretch>
                  <a:fillRect/>
                </a:stretch>
              </p:blipFill>
              <p:spPr>
                <a:xfrm>
                  <a:off x="9885628" y="292191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墨迹 15">
                  <a:extLst>
                    <a:ext uri="{FF2B5EF4-FFF2-40B4-BE49-F238E27FC236}">
                      <a16:creationId xmlns:a16="http://schemas.microsoft.com/office/drawing/2014/main" id="{C893EA53-A9B8-4A70-A1D4-D484CB3E7A6D}"/>
                    </a:ext>
                  </a:extLst>
                </p14:cNvPr>
                <p14:cNvContentPartPr/>
                <p14:nvPr/>
              </p14:nvContentPartPr>
              <p14:xfrm>
                <a:off x="9856108" y="2942436"/>
                <a:ext cx="76680" cy="283320"/>
              </p14:xfrm>
            </p:contentPart>
          </mc:Choice>
          <mc:Fallback xmlns="">
            <p:pic>
              <p:nvPicPr>
                <p:cNvPr id="16" name="墨迹 15">
                  <a:extLst>
                    <a:ext uri="{FF2B5EF4-FFF2-40B4-BE49-F238E27FC236}">
                      <a16:creationId xmlns:a16="http://schemas.microsoft.com/office/drawing/2014/main" id="{C893EA53-A9B8-4A70-A1D4-D484CB3E7A6D}"/>
                    </a:ext>
                  </a:extLst>
                </p:cNvPr>
                <p:cNvPicPr/>
                <p:nvPr/>
              </p:nvPicPr>
              <p:blipFill>
                <a:blip r:embed="rId25"/>
                <a:stretch>
                  <a:fillRect/>
                </a:stretch>
              </p:blipFill>
              <p:spPr>
                <a:xfrm>
                  <a:off x="9847468" y="2933436"/>
                  <a:ext cx="9432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墨迹 18">
                  <a:extLst>
                    <a:ext uri="{FF2B5EF4-FFF2-40B4-BE49-F238E27FC236}">
                      <a16:creationId xmlns:a16="http://schemas.microsoft.com/office/drawing/2014/main" id="{C79CDF31-7C63-457B-BABD-14E61B473713}"/>
                    </a:ext>
                  </a:extLst>
                </p14:cNvPr>
                <p14:cNvContentPartPr/>
                <p14:nvPr/>
              </p14:nvContentPartPr>
              <p14:xfrm>
                <a:off x="10001548" y="4200636"/>
                <a:ext cx="87840" cy="362880"/>
              </p14:xfrm>
            </p:contentPart>
          </mc:Choice>
          <mc:Fallback xmlns="">
            <p:pic>
              <p:nvPicPr>
                <p:cNvPr id="19" name="墨迹 18">
                  <a:extLst>
                    <a:ext uri="{FF2B5EF4-FFF2-40B4-BE49-F238E27FC236}">
                      <a16:creationId xmlns:a16="http://schemas.microsoft.com/office/drawing/2014/main" id="{C79CDF31-7C63-457B-BABD-14E61B473713}"/>
                    </a:ext>
                  </a:extLst>
                </p:cNvPr>
                <p:cNvPicPr/>
                <p:nvPr/>
              </p:nvPicPr>
              <p:blipFill>
                <a:blip r:embed="rId27"/>
                <a:stretch>
                  <a:fillRect/>
                </a:stretch>
              </p:blipFill>
              <p:spPr>
                <a:xfrm>
                  <a:off x="9992908" y="4191996"/>
                  <a:ext cx="105480" cy="380520"/>
                </a:xfrm>
                <a:prstGeom prst="rect">
                  <a:avLst/>
                </a:prstGeom>
              </p:spPr>
            </p:pic>
          </mc:Fallback>
        </mc:AlternateContent>
      </p:grpSp>
      <p:grpSp>
        <p:nvGrpSpPr>
          <p:cNvPr id="23" name="组合 22">
            <a:extLst>
              <a:ext uri="{FF2B5EF4-FFF2-40B4-BE49-F238E27FC236}">
                <a16:creationId xmlns:a16="http://schemas.microsoft.com/office/drawing/2014/main" id="{A5F06D81-7CB5-43A9-9E16-1821BF5E74A6}"/>
              </a:ext>
            </a:extLst>
          </p:cNvPr>
          <p:cNvGrpSpPr/>
          <p:nvPr/>
        </p:nvGrpSpPr>
        <p:grpSpPr>
          <a:xfrm>
            <a:off x="8402068" y="982596"/>
            <a:ext cx="1394640" cy="1008720"/>
            <a:chOff x="8402068" y="982596"/>
            <a:chExt cx="1394640" cy="1008720"/>
          </a:xfrm>
        </p:grpSpPr>
        <mc:AlternateContent xmlns:mc="http://schemas.openxmlformats.org/markup-compatibility/2006" xmlns:p14="http://schemas.microsoft.com/office/powerpoint/2010/main">
          <mc:Choice Requires="p14">
            <p:contentPart p14:bwMode="auto" r:id="rId28">
              <p14:nvContentPartPr>
                <p14:cNvPr id="21" name="墨迹 20">
                  <a:extLst>
                    <a:ext uri="{FF2B5EF4-FFF2-40B4-BE49-F238E27FC236}">
                      <a16:creationId xmlns:a16="http://schemas.microsoft.com/office/drawing/2014/main" id="{DD75B012-B4F9-4553-B546-B4559C1437B1}"/>
                    </a:ext>
                  </a:extLst>
                </p14:cNvPr>
                <p14:cNvContentPartPr/>
                <p14:nvPr/>
              </p14:nvContentPartPr>
              <p14:xfrm>
                <a:off x="8402068" y="982596"/>
                <a:ext cx="1252800" cy="887760"/>
              </p14:xfrm>
            </p:contentPart>
          </mc:Choice>
          <mc:Fallback xmlns="">
            <p:pic>
              <p:nvPicPr>
                <p:cNvPr id="21" name="墨迹 20">
                  <a:extLst>
                    <a:ext uri="{FF2B5EF4-FFF2-40B4-BE49-F238E27FC236}">
                      <a16:creationId xmlns:a16="http://schemas.microsoft.com/office/drawing/2014/main" id="{DD75B012-B4F9-4553-B546-B4559C1437B1}"/>
                    </a:ext>
                  </a:extLst>
                </p:cNvPr>
                <p:cNvPicPr/>
                <p:nvPr/>
              </p:nvPicPr>
              <p:blipFill>
                <a:blip r:embed="rId29"/>
                <a:stretch>
                  <a:fillRect/>
                </a:stretch>
              </p:blipFill>
              <p:spPr>
                <a:xfrm>
                  <a:off x="8393068" y="973596"/>
                  <a:ext cx="1270440" cy="905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墨迹 21">
                  <a:extLst>
                    <a:ext uri="{FF2B5EF4-FFF2-40B4-BE49-F238E27FC236}">
                      <a16:creationId xmlns:a16="http://schemas.microsoft.com/office/drawing/2014/main" id="{74083488-E530-41E0-97D9-E9D6511E9324}"/>
                    </a:ext>
                  </a:extLst>
                </p14:cNvPr>
                <p14:cNvContentPartPr/>
                <p14:nvPr/>
              </p14:nvContentPartPr>
              <p14:xfrm>
                <a:off x="9444988" y="1771356"/>
                <a:ext cx="351720" cy="219960"/>
              </p14:xfrm>
            </p:contentPart>
          </mc:Choice>
          <mc:Fallback xmlns="">
            <p:pic>
              <p:nvPicPr>
                <p:cNvPr id="22" name="墨迹 21">
                  <a:extLst>
                    <a:ext uri="{FF2B5EF4-FFF2-40B4-BE49-F238E27FC236}">
                      <a16:creationId xmlns:a16="http://schemas.microsoft.com/office/drawing/2014/main" id="{74083488-E530-41E0-97D9-E9D6511E9324}"/>
                    </a:ext>
                  </a:extLst>
                </p:cNvPr>
                <p:cNvPicPr/>
                <p:nvPr/>
              </p:nvPicPr>
              <p:blipFill>
                <a:blip r:embed="rId31"/>
                <a:stretch>
                  <a:fillRect/>
                </a:stretch>
              </p:blipFill>
              <p:spPr>
                <a:xfrm>
                  <a:off x="9435988" y="1762716"/>
                  <a:ext cx="369360" cy="237600"/>
                </a:xfrm>
                <a:prstGeom prst="rect">
                  <a:avLst/>
                </a:prstGeom>
              </p:spPr>
            </p:pic>
          </mc:Fallback>
        </mc:AlternateContent>
      </p:grpSp>
    </p:spTree>
    <p:extLst>
      <p:ext uri="{BB962C8B-B14F-4D97-AF65-F5344CB8AC3E}">
        <p14:creationId xmlns:p14="http://schemas.microsoft.com/office/powerpoint/2010/main" val="108472667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30723"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30724" name="Rectangle 3"/>
          <p:cNvSpPr>
            <a:spLocks noGrp="1" noChangeArrowheads="1"/>
          </p:cNvSpPr>
          <p:nvPr>
            <p:ph type="body" idx="1"/>
          </p:nvPr>
        </p:nvSpPr>
        <p:spPr>
          <a:xfrm>
            <a:off x="623392" y="949624"/>
            <a:ext cx="11089232" cy="4895851"/>
          </a:xfrm>
        </p:spPr>
        <p:txBody>
          <a:bodyPr/>
          <a:lstStyle/>
          <a:p>
            <a:pPr eaLnBrk="1" hangingPunct="1">
              <a:lnSpc>
                <a:spcPct val="150000"/>
              </a:lnSpc>
            </a:pPr>
            <a:r>
              <a:rPr lang="zh-CN" altLang="en-US" dirty="0">
                <a:latin typeface="华文中宋" panose="02010600040101010101" pitchFamily="2" charset="-122"/>
                <a:ea typeface="华文中宋" panose="02010600040101010101" pitchFamily="2" charset="-122"/>
              </a:rPr>
              <a:t>层次结构的特性</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调用请求总是将高层请求映射成低层的更基础的操作。</a:t>
            </a:r>
            <a:r>
              <a:rPr lang="en-US" altLang="zh-CN" b="0" dirty="0">
                <a:solidFill>
                  <a:schemeClr val="tx1"/>
                </a:solidFill>
                <a:latin typeface="华文中宋" panose="02010600040101010101" pitchFamily="2" charset="-122"/>
                <a:ea typeface="华文中宋" panose="02010600040101010101" pitchFamily="2" charset="-122"/>
              </a:rPr>
              <a:t>N</a:t>
            </a:r>
            <a:r>
              <a:rPr lang="zh-CN" altLang="en-US" b="0" dirty="0">
                <a:solidFill>
                  <a:schemeClr val="tx1"/>
                </a:solidFill>
                <a:latin typeface="华文中宋" panose="02010600040101010101" pitchFamily="2" charset="-122"/>
                <a:ea typeface="华文中宋" panose="02010600040101010101" pitchFamily="2" charset="-122"/>
              </a:rPr>
              <a:t>     </a:t>
            </a:r>
            <a:r>
              <a:rPr lang="en-US" altLang="zh-CN" b="0" dirty="0">
                <a:solidFill>
                  <a:schemeClr val="tx1"/>
                </a:solidFill>
                <a:latin typeface="华文中宋" panose="02010600040101010101" pitchFamily="2" charset="-122"/>
                <a:ea typeface="华文中宋" panose="02010600040101010101" pitchFamily="2" charset="-122"/>
              </a:rPr>
              <a:t>N</a:t>
            </a:r>
            <a:r>
              <a:rPr lang="zh-CN" altLang="en-US" b="0" dirty="0">
                <a:solidFill>
                  <a:schemeClr val="tx1"/>
                </a:solidFill>
                <a:latin typeface="华文中宋" panose="02010600040101010101" pitchFamily="2" charset="-122"/>
                <a:ea typeface="华文中宋" panose="02010600040101010101" pitchFamily="2" charset="-122"/>
              </a:rPr>
              <a:t>－</a:t>
            </a:r>
            <a:r>
              <a:rPr lang="en-US" altLang="zh-CN" b="0" dirty="0">
                <a:solidFill>
                  <a:schemeClr val="tx1"/>
                </a:solidFill>
                <a:latin typeface="华文中宋" panose="02010600040101010101" pitchFamily="2" charset="-122"/>
                <a:ea typeface="华文中宋" panose="02010600040101010101" pitchFamily="2" charset="-122"/>
              </a:rPr>
              <a:t>1……2       1(</a:t>
            </a:r>
            <a:r>
              <a:rPr lang="zh-CN" altLang="en-US" b="0" dirty="0">
                <a:solidFill>
                  <a:schemeClr val="tx1"/>
                </a:solidFill>
                <a:latin typeface="华文中宋" panose="02010600040101010101" pitchFamily="2" charset="-122"/>
                <a:ea typeface="华文中宋" panose="02010600040101010101" pitchFamily="2" charset="-122"/>
              </a:rPr>
              <a:t>调用直到能完成任务为止</a:t>
            </a:r>
            <a:r>
              <a:rPr lang="en-US" altLang="zh-CN" b="0" dirty="0">
                <a:solidFill>
                  <a:schemeClr val="tx1"/>
                </a:solidFill>
                <a:latin typeface="华文中宋" panose="02010600040101010101" pitchFamily="2" charset="-122"/>
                <a:ea typeface="华文中宋" panose="02010600040101010101" pitchFamily="2" charset="-122"/>
              </a:rPr>
              <a:t>)</a:t>
            </a:r>
            <a:r>
              <a:rPr lang="zh-CN" altLang="en-US" b="0" dirty="0">
                <a:solidFill>
                  <a:schemeClr val="tx1"/>
                </a:solidFill>
                <a:latin typeface="华文中宋" panose="02010600040101010101" pitchFamily="2" charset="-122"/>
                <a:ea typeface="华文中宋" panose="02010600040101010101" pitchFamily="2" charset="-122"/>
              </a:rPr>
              <a:t>。自顶向下的信息和控制通常被描述成</a:t>
            </a:r>
            <a:r>
              <a:rPr lang="zh-CN" altLang="en-US" b="0" dirty="0">
                <a:solidFill>
                  <a:schemeClr val="tx1"/>
                </a:solidFill>
                <a:highlight>
                  <a:srgbClr val="FFFF00"/>
                </a:highlight>
                <a:latin typeface="华文中宋" panose="02010600040101010101" pitchFamily="2" charset="-122"/>
                <a:ea typeface="华文中宋" panose="02010600040101010101" pitchFamily="2" charset="-122"/>
              </a:rPr>
              <a:t>“请求”</a:t>
            </a:r>
            <a:r>
              <a:rPr lang="zh-CN" altLang="en-US" b="0" dirty="0">
                <a:solidFill>
                  <a:schemeClr val="tx1"/>
                </a:solidFill>
                <a:latin typeface="华文中宋" panose="02010600040101010101" pitchFamily="2" charset="-122"/>
                <a:ea typeface="华文中宋" panose="02010600040101010101" pitchFamily="2" charset="-122"/>
              </a:rPr>
              <a:t>。</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从层</a:t>
            </a:r>
            <a:r>
              <a:rPr lang="en-US" altLang="zh-CN" b="0" dirty="0">
                <a:solidFill>
                  <a:schemeClr val="tx1"/>
                </a:solidFill>
                <a:latin typeface="华文中宋" panose="02010600040101010101" pitchFamily="2" charset="-122"/>
                <a:ea typeface="华文中宋" panose="02010600040101010101" pitchFamily="2" charset="-122"/>
              </a:rPr>
              <a:t>1</a:t>
            </a:r>
            <a:r>
              <a:rPr lang="zh-CN" altLang="en-US" b="0" dirty="0">
                <a:solidFill>
                  <a:schemeClr val="tx1"/>
                </a:solidFill>
                <a:latin typeface="华文中宋" panose="02010600040101010101" pitchFamily="2" charset="-122"/>
                <a:ea typeface="华文中宋" panose="02010600040101010101" pitchFamily="2" charset="-122"/>
              </a:rPr>
              <a:t>开始的自底向上的操作链过程，通过这种方式数据穿过各层一直到达最高层（例如输入设备检测到输入动作） 。自底向上的方式被描述成</a:t>
            </a:r>
            <a:r>
              <a:rPr lang="zh-CN" altLang="en-US" b="0" dirty="0">
                <a:solidFill>
                  <a:schemeClr val="tx1"/>
                </a:solidFill>
                <a:highlight>
                  <a:srgbClr val="FFFF00"/>
                </a:highlight>
                <a:latin typeface="华文中宋" panose="02010600040101010101" pitchFamily="2" charset="-122"/>
                <a:ea typeface="华文中宋" panose="02010600040101010101" pitchFamily="2" charset="-122"/>
              </a:rPr>
              <a:t>“通知</a:t>
            </a:r>
            <a:r>
              <a:rPr lang="zh-CN" altLang="en-US" b="0" dirty="0">
                <a:solidFill>
                  <a:schemeClr val="tx1"/>
                </a:solidFill>
                <a:latin typeface="华文中宋" panose="02010600040101010101" pitchFamily="2" charset="-122"/>
                <a:ea typeface="华文中宋" panose="02010600040101010101" pitchFamily="2" charset="-122"/>
              </a:rPr>
              <a:t>”。</a:t>
            </a:r>
            <a:endParaRPr lang="en-US" altLang="zh-CN" b="0" dirty="0">
              <a:solidFill>
                <a:schemeClr val="tx1"/>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solidFill>
                  <a:schemeClr val="tx1"/>
                </a:solidFill>
                <a:highlight>
                  <a:srgbClr val="FFFF00"/>
                </a:highlight>
                <a:latin typeface="华文中宋" panose="02010600040101010101" pitchFamily="2" charset="-122"/>
                <a:ea typeface="华文中宋" panose="02010600040101010101" pitchFamily="2" charset="-122"/>
              </a:rPr>
              <a:t>“请求” </a:t>
            </a:r>
            <a:r>
              <a:rPr lang="zh-CN" altLang="en-US" b="0" dirty="0">
                <a:solidFill>
                  <a:schemeClr val="tx1"/>
                </a:solidFill>
                <a:latin typeface="华文中宋" panose="02010600040101010101" pitchFamily="2" charset="-122"/>
                <a:ea typeface="华文中宋" panose="02010600040101010101" pitchFamily="2" charset="-122"/>
              </a:rPr>
              <a:t>与</a:t>
            </a:r>
            <a:r>
              <a:rPr lang="zh-CN" altLang="en-US" b="0" dirty="0">
                <a:solidFill>
                  <a:schemeClr val="tx1"/>
                </a:solidFill>
                <a:highlight>
                  <a:srgbClr val="FFFF00"/>
                </a:highlight>
                <a:latin typeface="华文中宋" panose="02010600040101010101" pitchFamily="2" charset="-122"/>
                <a:ea typeface="华文中宋" panose="02010600040101010101" pitchFamily="2" charset="-122"/>
              </a:rPr>
              <a:t>“通知</a:t>
            </a:r>
            <a:r>
              <a:rPr lang="zh-CN" altLang="en-US" b="0" dirty="0">
                <a:solidFill>
                  <a:schemeClr val="tx1"/>
                </a:solidFill>
                <a:latin typeface="华文中宋" panose="02010600040101010101" pitchFamily="2" charset="-122"/>
                <a:ea typeface="华文中宋" panose="02010600040101010101" pitchFamily="2" charset="-122"/>
              </a:rPr>
              <a:t>”之美</a:t>
            </a:r>
            <a:r>
              <a:rPr lang="zh-CN" altLang="en-US" b="0" dirty="0">
                <a:solidFill>
                  <a:schemeClr val="tx1"/>
                </a:solidFill>
                <a:highlight>
                  <a:srgbClr val="FFFF00"/>
                </a:highlight>
                <a:latin typeface="华文中宋" panose="02010600040101010101" pitchFamily="2" charset="-122"/>
                <a:ea typeface="华文中宋" panose="02010600040101010101" pitchFamily="2" charset="-122"/>
              </a:rPr>
              <a:t>（暴力总是先从语言开始的）</a:t>
            </a:r>
            <a:r>
              <a:rPr lang="zh-CN" altLang="en-US" b="0" dirty="0">
                <a:solidFill>
                  <a:schemeClr val="tx1"/>
                </a:solidFill>
                <a:latin typeface="华文中宋" panose="02010600040101010101" pitchFamily="2" charset="-122"/>
                <a:ea typeface="华文中宋" panose="02010600040101010101" pitchFamily="2" charset="-122"/>
              </a:rPr>
              <a:t>。</a:t>
            </a:r>
          </a:p>
        </p:txBody>
      </p:sp>
    </p:spTree>
    <p:extLst>
      <p:ext uri="{BB962C8B-B14F-4D97-AF65-F5344CB8AC3E}">
        <p14:creationId xmlns:p14="http://schemas.microsoft.com/office/powerpoint/2010/main" val="262756194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6"/>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32771"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32772" name="Rectangle 3"/>
          <p:cNvSpPr>
            <a:spLocks noGrp="1" noChangeArrowheads="1"/>
          </p:cNvSpPr>
          <p:nvPr>
            <p:ph type="body" sz="half" idx="1"/>
          </p:nvPr>
        </p:nvSpPr>
        <p:spPr>
          <a:xfrm>
            <a:off x="551384" y="868364"/>
            <a:ext cx="11305256" cy="5400675"/>
          </a:xfrm>
        </p:spPr>
        <p:txBody>
          <a:bodyPr/>
          <a:lstStyle/>
          <a:p>
            <a:pPr eaLnBrk="1" hangingPunct="1">
              <a:lnSpc>
                <a:spcPct val="150000"/>
              </a:lnSpc>
            </a:pPr>
            <a:r>
              <a:rPr lang="zh-CN" altLang="en-US" dirty="0">
                <a:latin typeface="华文中宋" panose="02010600040101010101" pitchFamily="2" charset="-122"/>
                <a:ea typeface="华文中宋" panose="02010600040101010101" pitchFamily="2" charset="-122"/>
              </a:rPr>
              <a:t>层次结构的实现</a:t>
            </a: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定义为合适的分层而采取的抽象标准，这种标准通常反映了与平台概念的差距。</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例如，在软件开发中根据距硬件或应用接近的程度建立层次。</a:t>
            </a:r>
          </a:p>
          <a:p>
            <a:pPr lvl="1" eaLnBrk="1" hangingPunct="1">
              <a:lnSpc>
                <a:spcPct val="150000"/>
              </a:lnSpc>
              <a:buFont typeface="Wingdings" panose="05000000000000000000" pitchFamily="2" charset="2"/>
              <a:buChar char="n"/>
            </a:pPr>
            <a:r>
              <a:rPr lang="zh-CN" altLang="en-US" sz="1800" b="0" dirty="0">
                <a:solidFill>
                  <a:schemeClr val="tx1"/>
                </a:solidFill>
                <a:highlight>
                  <a:srgbClr val="FFFF00"/>
                </a:highlight>
                <a:latin typeface="华文中宋" panose="02010600040101010101" pitchFamily="2" charset="-122"/>
                <a:ea typeface="华文中宋" panose="02010600040101010101" pitchFamily="2" charset="-122"/>
              </a:rPr>
              <a:t>抽象标准决定模型层次的数目</a:t>
            </a:r>
            <a:r>
              <a:rPr lang="zh-CN" altLang="en-US" sz="1800" b="0" dirty="0">
                <a:solidFill>
                  <a:schemeClr val="tx1"/>
                </a:solidFill>
                <a:latin typeface="华文中宋" panose="02010600040101010101" pitchFamily="2" charset="-122"/>
                <a:ea typeface="华文中宋" panose="02010600040101010101" pitchFamily="2" charset="-122"/>
              </a:rPr>
              <a:t>，层次的过少或者过多都不好。</a:t>
            </a: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给各个层次命名和分配任务。</a:t>
            </a: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规范服务，层次之间要严格分开，确保没有部件会跨越两层以上。高层应该扩展以覆盖更大的可用性，低层应该设法保持瘦小（倒金字塔式的复用）。</a:t>
            </a: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为每个层次定义接口（黑盒法、白盒法、灰盒法）。</a:t>
            </a: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构建独立的层次，工作重点尽可能放在层次之间的接口上。</a:t>
            </a:r>
          </a:p>
        </p:txBody>
      </p:sp>
      <p:graphicFrame>
        <p:nvGraphicFramePr>
          <p:cNvPr id="23638" name="Group 86"/>
          <p:cNvGraphicFramePr>
            <a:graphicFrameLocks noGrp="1"/>
          </p:cNvGraphicFramePr>
          <p:nvPr>
            <p:ph sz="half" idx="2"/>
            <p:extLst>
              <p:ext uri="{D42A27DB-BD31-4B8C-83A1-F6EECF244321}">
                <p14:modId xmlns:p14="http://schemas.microsoft.com/office/powerpoint/2010/main" val="422326359"/>
              </p:ext>
            </p:extLst>
          </p:nvPr>
        </p:nvGraphicFramePr>
        <p:xfrm>
          <a:off x="7392144" y="4149081"/>
          <a:ext cx="4824536" cy="2711252"/>
        </p:xfrm>
        <a:graphic>
          <a:graphicData uri="http://schemas.openxmlformats.org/drawingml/2006/table">
            <a:tbl>
              <a:tblPr/>
              <a:tblGrid>
                <a:gridCol w="2201127">
                  <a:extLst>
                    <a:ext uri="{9D8B030D-6E8A-4147-A177-3AD203B41FA5}">
                      <a16:colId xmlns:a16="http://schemas.microsoft.com/office/drawing/2014/main" val="20000"/>
                    </a:ext>
                  </a:extLst>
                </a:gridCol>
                <a:gridCol w="2623409">
                  <a:extLst>
                    <a:ext uri="{9D8B030D-6E8A-4147-A177-3AD203B41FA5}">
                      <a16:colId xmlns:a16="http://schemas.microsoft.com/office/drawing/2014/main" val="20001"/>
                    </a:ext>
                  </a:extLst>
                </a:gridCol>
              </a:tblGrid>
              <a:tr h="420074">
                <a:tc>
                  <a:txBody>
                    <a:bodyPr/>
                    <a:lstStyle/>
                    <a:p>
                      <a:pPr marL="342900" marR="0" lvl="0" indent="-342900" algn="ctr" defTabSz="914400" rtl="0" eaLnBrk="1" fontAlgn="base" latinLnBrk="1" hangingPunct="1">
                        <a:lnSpc>
                          <a:spcPct val="100000"/>
                        </a:lnSpc>
                        <a:spcBef>
                          <a:spcPct val="0"/>
                        </a:spcBef>
                        <a:spcAft>
                          <a:spcPct val="0"/>
                        </a:spcAft>
                        <a:buClrTx/>
                        <a:buSzTx/>
                        <a:buFontTx/>
                        <a:buNone/>
                        <a:tabLst/>
                      </a:pPr>
                      <a:r>
                        <a:rPr kumimoji="1" lang="en-US" altLang="zh-CN" sz="1900" b="1" i="0" u="none" strike="noStrike" cap="none" normalizeH="0" baseline="0" dirty="0">
                          <a:ln>
                            <a:noFill/>
                          </a:ln>
                          <a:solidFill>
                            <a:srgbClr val="C00000"/>
                          </a:solidFill>
                          <a:effectLst/>
                          <a:latin typeface="ITC Avant Garde Gothic Demi" pitchFamily="34" charset="0"/>
                          <a:ea typeface="-윤고딕140" pitchFamily="18" charset="-127"/>
                        </a:rPr>
                        <a:t>Brown</a:t>
                      </a:r>
                      <a:endParaRPr kumimoji="1" lang="en-US" altLang="zh-CN" sz="1900" b="0" i="0" u="none" strike="noStrike" cap="none" normalizeH="0" baseline="0" dirty="0">
                        <a:ln>
                          <a:noFill/>
                        </a:ln>
                        <a:solidFill>
                          <a:srgbClr val="C00000"/>
                        </a:solidFill>
                        <a:effectLst/>
                        <a:latin typeface="ITC Avant Garde Gothic Demi" pitchFamily="34" charset="0"/>
                        <a:ea typeface="-윤고딕140" pitchFamily="18" charset="-127"/>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tabLst/>
                      </a:pPr>
                      <a:r>
                        <a:rPr kumimoji="1" lang="en-US" altLang="zh-CN" sz="1900" b="1" i="0" u="none" strike="noStrike" cap="none" normalizeH="0" baseline="0" dirty="0">
                          <a:ln>
                            <a:noFill/>
                          </a:ln>
                          <a:solidFill>
                            <a:srgbClr val="C00000"/>
                          </a:solidFill>
                          <a:effectLst/>
                          <a:latin typeface="ITC Avant Garde Gothic Demi" pitchFamily="34" charset="0"/>
                          <a:ea typeface="-윤고딕140" pitchFamily="18" charset="-127"/>
                        </a:rPr>
                        <a:t>Fowler</a:t>
                      </a:r>
                      <a:endParaRPr kumimoji="1" lang="en-US" altLang="zh-CN" sz="1900" b="0" i="0" u="none" strike="noStrike" cap="none" normalizeH="0" baseline="0" dirty="0">
                        <a:ln>
                          <a:noFill/>
                        </a:ln>
                        <a:solidFill>
                          <a:srgbClr val="C00000"/>
                        </a:solidFill>
                        <a:effectLst/>
                        <a:latin typeface="ITC Avant Garde Gothic Demi" pitchFamily="34" charset="0"/>
                        <a:ea typeface="-윤고딕140" pitchFamily="18" charset="-127"/>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000"/>
                  </a:ext>
                </a:extLst>
              </a:tr>
              <a:tr h="415809">
                <a:tc>
                  <a:txBody>
                    <a:bodyPr/>
                    <a:lstStyle/>
                    <a:p>
                      <a:pPr marL="342900" marR="0" lvl="0" indent="-342900" algn="l" defTabSz="914400" rtl="0" eaLnBrk="1" fontAlgn="base" latinLnBrk="1" hangingPunct="1">
                        <a:lnSpc>
                          <a:spcPct val="100000"/>
                        </a:lnSpc>
                        <a:spcBef>
                          <a:spcPct val="0"/>
                        </a:spcBef>
                        <a:spcAft>
                          <a:spcPct val="0"/>
                        </a:spcAft>
                        <a:buClrTx/>
                        <a:buSzTx/>
                        <a:buFontTx/>
                        <a:buNone/>
                        <a:tabLst/>
                      </a:pPr>
                      <a:r>
                        <a:rPr kumimoji="1" lang="en-US" altLang="zh-CN" sz="1900" b="1" i="0" u="none" strike="noStrike" cap="none" normalizeH="0" baseline="0" dirty="0">
                          <a:ln>
                            <a:noFill/>
                          </a:ln>
                          <a:solidFill>
                            <a:srgbClr val="324A7A"/>
                          </a:solidFill>
                          <a:effectLst/>
                          <a:latin typeface="Times New Roman" panose="02020603050405020304" pitchFamily="18" charset="0"/>
                          <a:ea typeface="华文楷体" pitchFamily="2" charset="-122"/>
                          <a:cs typeface="Times New Roman" panose="02020603050405020304" pitchFamily="18" charset="0"/>
                        </a:rPr>
                        <a:t>Presentation</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342900" marR="0" lvl="0" indent="-342900" algn="l" defTabSz="914400" rtl="0" eaLnBrk="1" fontAlgn="base" latinLnBrk="1" hangingPunct="1">
                        <a:lnSpc>
                          <a:spcPct val="100000"/>
                        </a:lnSpc>
                        <a:spcBef>
                          <a:spcPct val="0"/>
                        </a:spcBef>
                        <a:spcAft>
                          <a:spcPct val="0"/>
                        </a:spcAft>
                        <a:buClrTx/>
                        <a:buSzTx/>
                        <a:buFontTx/>
                        <a:buNone/>
                        <a:tabLst/>
                      </a:pPr>
                      <a:r>
                        <a:rPr kumimoji="1" lang="en-US" altLang="zh-CN" sz="1900" b="1" i="0" u="none" strike="noStrike" cap="none" normalizeH="0" baseline="0">
                          <a:ln>
                            <a:noFill/>
                          </a:ln>
                          <a:solidFill>
                            <a:srgbClr val="324A7A"/>
                          </a:solidFill>
                          <a:effectLst/>
                          <a:latin typeface="Times New Roman" panose="02020603050405020304" pitchFamily="18" charset="0"/>
                          <a:ea typeface="华文楷体" pitchFamily="2" charset="-122"/>
                          <a:cs typeface="Times New Roman" panose="02020603050405020304" pitchFamily="18" charset="0"/>
                        </a:rPr>
                        <a:t>Presentation</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001"/>
                  </a:ext>
                </a:extLst>
              </a:tr>
              <a:tr h="656355">
                <a:tc>
                  <a:txBody>
                    <a:bodyPr/>
                    <a:lstStyle/>
                    <a:p>
                      <a:pPr marL="342900" marR="0" lvl="0" indent="-342900" algn="l" defTabSz="914400" rtl="0" eaLnBrk="1" fontAlgn="base" latinLnBrk="1"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324A7A"/>
                          </a:solidFill>
                          <a:effectLst/>
                          <a:latin typeface="Times New Roman" panose="02020603050405020304" pitchFamily="18" charset="0"/>
                          <a:ea typeface="华文楷体" pitchFamily="2" charset="-122"/>
                          <a:cs typeface="Times New Roman" panose="02020603050405020304" pitchFamily="18" charset="0"/>
                        </a:rPr>
                        <a:t>Controller/Mediator</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342900" marR="0" lvl="0" indent="-342900" algn="l" defTabSz="914400" rtl="0" eaLnBrk="1" fontAlgn="base" latinLnBrk="1"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324A7A"/>
                          </a:solidFill>
                          <a:effectLst/>
                          <a:latin typeface="Times New Roman" panose="02020603050405020304" pitchFamily="18" charset="0"/>
                          <a:ea typeface="华文楷体" pitchFamily="2" charset="-122"/>
                          <a:cs typeface="Times New Roman" panose="02020603050405020304" pitchFamily="18" charset="0"/>
                        </a:rPr>
                        <a:t>Application Controller</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002"/>
                  </a:ext>
                </a:extLst>
              </a:tr>
              <a:tr h="420074">
                <a:tc>
                  <a:txBody>
                    <a:bodyPr/>
                    <a:lstStyle/>
                    <a:p>
                      <a:pPr marL="342900" marR="0" lvl="0" indent="-342900" algn="l" defTabSz="914400" rtl="0" eaLnBrk="1" fontAlgn="base" latinLnBrk="1" hangingPunct="1">
                        <a:lnSpc>
                          <a:spcPct val="100000"/>
                        </a:lnSpc>
                        <a:spcBef>
                          <a:spcPct val="0"/>
                        </a:spcBef>
                        <a:spcAft>
                          <a:spcPct val="0"/>
                        </a:spcAft>
                        <a:buClrTx/>
                        <a:buSzTx/>
                        <a:buFontTx/>
                        <a:buNone/>
                        <a:tabLst/>
                      </a:pPr>
                      <a:r>
                        <a:rPr kumimoji="1" lang="en-US" altLang="zh-CN" sz="1900" b="1" i="0" u="none" strike="noStrike" cap="none" normalizeH="0" baseline="0">
                          <a:ln>
                            <a:noFill/>
                          </a:ln>
                          <a:solidFill>
                            <a:srgbClr val="324A7A"/>
                          </a:solidFill>
                          <a:effectLst/>
                          <a:latin typeface="Times New Roman" panose="02020603050405020304" pitchFamily="18" charset="0"/>
                          <a:ea typeface="华文楷体" pitchFamily="2" charset="-122"/>
                          <a:cs typeface="Times New Roman" panose="02020603050405020304" pitchFamily="18" charset="0"/>
                        </a:rPr>
                        <a:t>Domain</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342900" marR="0" lvl="0" indent="-342900" algn="l" defTabSz="914400" rtl="0" eaLnBrk="1" fontAlgn="base" latinLnBrk="1" hangingPunct="1">
                        <a:lnSpc>
                          <a:spcPct val="100000"/>
                        </a:lnSpc>
                        <a:spcBef>
                          <a:spcPct val="0"/>
                        </a:spcBef>
                        <a:spcAft>
                          <a:spcPct val="0"/>
                        </a:spcAft>
                        <a:buClrTx/>
                        <a:buSzTx/>
                        <a:buFontTx/>
                        <a:buNone/>
                        <a:tabLst/>
                      </a:pPr>
                      <a:r>
                        <a:rPr kumimoji="1" lang="en-US" altLang="zh-CN" sz="1900" b="1" i="0" u="none" strike="noStrike" cap="none" normalizeH="0" baseline="0" dirty="0">
                          <a:ln>
                            <a:noFill/>
                          </a:ln>
                          <a:solidFill>
                            <a:srgbClr val="324A7A"/>
                          </a:solidFill>
                          <a:effectLst/>
                          <a:latin typeface="Times New Roman" panose="02020603050405020304" pitchFamily="18" charset="0"/>
                          <a:ea typeface="华文楷体" pitchFamily="2" charset="-122"/>
                          <a:cs typeface="Times New Roman" panose="02020603050405020304" pitchFamily="18" charset="0"/>
                        </a:rPr>
                        <a:t>Domain</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003"/>
                  </a:ext>
                </a:extLst>
              </a:tr>
              <a:tr h="417940">
                <a:tc>
                  <a:txBody>
                    <a:bodyPr/>
                    <a:lstStyle/>
                    <a:p>
                      <a:pPr marL="342900" marR="0" lvl="0" indent="-342900" algn="l" defTabSz="914400" rtl="0" eaLnBrk="1" fontAlgn="base" latinLnBrk="1" hangingPunct="1">
                        <a:lnSpc>
                          <a:spcPct val="100000"/>
                        </a:lnSpc>
                        <a:spcBef>
                          <a:spcPct val="0"/>
                        </a:spcBef>
                        <a:spcAft>
                          <a:spcPct val="0"/>
                        </a:spcAft>
                        <a:buClrTx/>
                        <a:buSzTx/>
                        <a:buFontTx/>
                        <a:buNone/>
                        <a:tabLst/>
                      </a:pPr>
                      <a:r>
                        <a:rPr kumimoji="1" lang="en-US" altLang="zh-CN" sz="1900" b="1" i="0" u="none" strike="noStrike" cap="none" normalizeH="0" baseline="0">
                          <a:ln>
                            <a:noFill/>
                          </a:ln>
                          <a:solidFill>
                            <a:srgbClr val="324A7A"/>
                          </a:solidFill>
                          <a:effectLst/>
                          <a:latin typeface="Times New Roman" panose="02020603050405020304" pitchFamily="18" charset="0"/>
                          <a:ea typeface="华文楷体" pitchFamily="2" charset="-122"/>
                          <a:cs typeface="Times New Roman" panose="02020603050405020304" pitchFamily="18" charset="0"/>
                        </a:rPr>
                        <a:t>Data Mapping</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342900" marR="0" lvl="0" indent="-342900" algn="l" defTabSz="914400" rtl="0" eaLnBrk="1" fontAlgn="base" latinLnBrk="1" hangingPunct="1">
                        <a:lnSpc>
                          <a:spcPct val="100000"/>
                        </a:lnSpc>
                        <a:spcBef>
                          <a:spcPct val="0"/>
                        </a:spcBef>
                        <a:spcAft>
                          <a:spcPct val="0"/>
                        </a:spcAft>
                        <a:buClrTx/>
                        <a:buSzTx/>
                        <a:buFontTx/>
                        <a:buNone/>
                        <a:tabLst/>
                      </a:pPr>
                      <a:r>
                        <a:rPr kumimoji="1" lang="en-US" altLang="zh-CN" sz="1900" b="1" i="0" u="none" strike="noStrike" cap="none" normalizeH="0" baseline="0" dirty="0">
                          <a:ln>
                            <a:noFill/>
                          </a:ln>
                          <a:solidFill>
                            <a:srgbClr val="324A7A"/>
                          </a:solidFill>
                          <a:effectLst/>
                          <a:latin typeface="Times New Roman" panose="02020603050405020304" pitchFamily="18" charset="0"/>
                          <a:ea typeface="华文楷体" pitchFamily="2" charset="-122"/>
                          <a:cs typeface="Times New Roman" panose="02020603050405020304" pitchFamily="18" charset="0"/>
                        </a:rPr>
                        <a:t>Data Mapper</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004"/>
                  </a:ext>
                </a:extLst>
              </a:tr>
              <a:tr h="378667">
                <a:tc>
                  <a:txBody>
                    <a:bodyPr/>
                    <a:lstStyle/>
                    <a:p>
                      <a:pPr marL="342900" marR="0" lvl="0" indent="-342900" algn="l" defTabSz="914400" rtl="0" eaLnBrk="1" fontAlgn="base" latinLnBrk="1" hangingPunct="1">
                        <a:lnSpc>
                          <a:spcPct val="100000"/>
                        </a:lnSpc>
                        <a:spcBef>
                          <a:spcPct val="0"/>
                        </a:spcBef>
                        <a:spcAft>
                          <a:spcPct val="0"/>
                        </a:spcAft>
                        <a:buClrTx/>
                        <a:buSzTx/>
                        <a:buFontTx/>
                        <a:buNone/>
                        <a:tabLst/>
                      </a:pPr>
                      <a:r>
                        <a:rPr kumimoji="1" lang="en-US" altLang="zh-CN" sz="1900" b="1" i="0" u="none" strike="noStrike" cap="none" normalizeH="0" baseline="0" dirty="0">
                          <a:ln>
                            <a:noFill/>
                          </a:ln>
                          <a:solidFill>
                            <a:srgbClr val="324A7A"/>
                          </a:solidFill>
                          <a:effectLst/>
                          <a:latin typeface="Times New Roman" panose="02020603050405020304" pitchFamily="18" charset="0"/>
                          <a:ea typeface="华文楷体" pitchFamily="2" charset="-122"/>
                          <a:cs typeface="Times New Roman" panose="02020603050405020304" pitchFamily="18" charset="0"/>
                        </a:rPr>
                        <a:t>Data Source</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342900" marR="0" lvl="0" indent="-342900" algn="l" defTabSz="914400" rtl="0" eaLnBrk="1" fontAlgn="base" latinLnBrk="1" hangingPunct="1">
                        <a:lnSpc>
                          <a:spcPct val="100000"/>
                        </a:lnSpc>
                        <a:spcBef>
                          <a:spcPct val="0"/>
                        </a:spcBef>
                        <a:spcAft>
                          <a:spcPct val="0"/>
                        </a:spcAft>
                        <a:buClrTx/>
                        <a:buSzTx/>
                        <a:buFontTx/>
                        <a:buNone/>
                        <a:tabLst/>
                      </a:pPr>
                      <a:r>
                        <a:rPr kumimoji="1" lang="en-US" altLang="zh-CN" sz="1900" b="1" i="0" u="none" strike="noStrike" cap="none" normalizeH="0" baseline="0" dirty="0">
                          <a:ln>
                            <a:noFill/>
                          </a:ln>
                          <a:solidFill>
                            <a:srgbClr val="324A7A"/>
                          </a:solidFill>
                          <a:effectLst/>
                          <a:latin typeface="Times New Roman" panose="02020603050405020304" pitchFamily="18" charset="0"/>
                          <a:ea typeface="华文楷体" pitchFamily="2" charset="-122"/>
                          <a:cs typeface="Times New Roman" panose="02020603050405020304" pitchFamily="18" charset="0"/>
                        </a:rPr>
                        <a:t>Data source</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3876053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6"/>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31747" name="Rectangle 2"/>
          <p:cNvSpPr>
            <a:spLocks noGrp="1" noChangeArrowheads="1"/>
          </p:cNvSpPr>
          <p:nvPr>
            <p:ph type="title"/>
          </p:nvPr>
        </p:nvSpPr>
        <p:spPr>
          <a:xfrm>
            <a:off x="9208" y="171133"/>
            <a:ext cx="12192000" cy="688975"/>
          </a:xfrm>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31748" name="Rectangle 3"/>
          <p:cNvSpPr>
            <a:spLocks noGrp="1" noChangeArrowheads="1"/>
          </p:cNvSpPr>
          <p:nvPr>
            <p:ph type="body" sz="half" idx="1"/>
          </p:nvPr>
        </p:nvSpPr>
        <p:spPr>
          <a:xfrm>
            <a:off x="695401" y="874995"/>
            <a:ext cx="6626225" cy="4724400"/>
          </a:xfrm>
        </p:spPr>
        <p:txBody>
          <a:bodyPr/>
          <a:lstStyle/>
          <a:p>
            <a:pPr eaLnBrk="1" hangingPunct="1"/>
            <a:r>
              <a:rPr lang="en-US" altLang="zh-CN" sz="2100" dirty="0">
                <a:latin typeface="华文中宋" panose="02010600040101010101" pitchFamily="2" charset="-122"/>
                <a:ea typeface="华文中宋" panose="02010600040101010101" pitchFamily="2" charset="-122"/>
              </a:rPr>
              <a:t>ISO</a:t>
            </a:r>
            <a:r>
              <a:rPr lang="zh-CN" altLang="en-US" sz="2100" dirty="0">
                <a:latin typeface="华文中宋" panose="02010600040101010101" pitchFamily="2" charset="-122"/>
                <a:ea typeface="华文中宋" panose="02010600040101010101" pitchFamily="2" charset="-122"/>
              </a:rPr>
              <a:t>的</a:t>
            </a:r>
            <a:r>
              <a:rPr lang="en-US" altLang="zh-CN" sz="2100" dirty="0">
                <a:latin typeface="华文中宋" panose="02010600040101010101" pitchFamily="2" charset="-122"/>
                <a:ea typeface="华文中宋" panose="02010600040101010101" pitchFamily="2" charset="-122"/>
              </a:rPr>
              <a:t>OSI</a:t>
            </a:r>
            <a:r>
              <a:rPr lang="zh-CN" altLang="en-US" sz="2100" dirty="0">
                <a:latin typeface="华文中宋" panose="02010600040101010101" pitchFamily="2" charset="-122"/>
                <a:ea typeface="华文中宋" panose="02010600040101010101" pitchFamily="2" charset="-122"/>
              </a:rPr>
              <a:t>模型的通讯</a:t>
            </a:r>
          </a:p>
          <a:p>
            <a:pPr lvl="1" eaLnBrk="1" hangingPunct="1"/>
            <a:endParaRPr lang="zh-CN" altLang="en-US" sz="1800" dirty="0">
              <a:latin typeface="华文中宋" panose="02010600040101010101" pitchFamily="2" charset="-122"/>
              <a:ea typeface="华文中宋" panose="02010600040101010101" pitchFamily="2" charset="-122"/>
            </a:endParaRPr>
          </a:p>
          <a:p>
            <a:pPr eaLnBrk="1" hangingPunct="1"/>
            <a:endParaRPr lang="zh-CN" altLang="en-US" sz="2100" dirty="0"/>
          </a:p>
        </p:txBody>
      </p:sp>
      <p:pic>
        <p:nvPicPr>
          <p:cNvPr id="31749" name="Picture 4" descr="OSI"/>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128789" y="1740182"/>
            <a:ext cx="9359700" cy="3859213"/>
          </a:xfrm>
          <a:noFill/>
        </p:spPr>
      </p:pic>
      <p:sp>
        <p:nvSpPr>
          <p:cNvPr id="6" name="Rectangle 28">
            <a:extLst>
              <a:ext uri="{FF2B5EF4-FFF2-40B4-BE49-F238E27FC236}">
                <a16:creationId xmlns:a16="http://schemas.microsoft.com/office/drawing/2014/main" id="{FD47BF47-1053-4622-9438-59A53BCBE516}"/>
              </a:ext>
            </a:extLst>
          </p:cNvPr>
          <p:cNvSpPr>
            <a:spLocks noChangeArrowheads="1"/>
          </p:cNvSpPr>
          <p:nvPr/>
        </p:nvSpPr>
        <p:spPr bwMode="auto">
          <a:xfrm>
            <a:off x="3575720" y="5910773"/>
            <a:ext cx="3600451"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en-US" altLang="zh-CN" sz="1800" b="1" dirty="0">
                <a:solidFill>
                  <a:schemeClr val="accent2"/>
                </a:solidFill>
                <a:latin typeface="华文楷体" panose="02010600040101010101" pitchFamily="2" charset="-122"/>
                <a:ea typeface="华文楷体" panose="02010600040101010101" pitchFamily="2" charset="-122"/>
              </a:rPr>
              <a:t>ISO</a:t>
            </a:r>
            <a:r>
              <a:rPr kumimoji="0" lang="zh-CN" altLang="en-US" sz="1800" b="1" dirty="0">
                <a:solidFill>
                  <a:schemeClr val="accent2"/>
                </a:solidFill>
                <a:latin typeface="华文楷体" panose="02010600040101010101" pitchFamily="2" charset="-122"/>
                <a:ea typeface="华文楷体" panose="02010600040101010101" pitchFamily="2" charset="-122"/>
              </a:rPr>
              <a:t>的</a:t>
            </a:r>
            <a:r>
              <a:rPr kumimoji="0" lang="en-US" altLang="zh-CN" sz="1800" b="1" dirty="0">
                <a:solidFill>
                  <a:schemeClr val="accent2"/>
                </a:solidFill>
                <a:latin typeface="华文楷体" panose="02010600040101010101" pitchFamily="2" charset="-122"/>
                <a:ea typeface="华文楷体" panose="02010600040101010101" pitchFamily="2" charset="-122"/>
              </a:rPr>
              <a:t>OSI</a:t>
            </a:r>
            <a:r>
              <a:rPr kumimoji="0" lang="zh-CN" altLang="en-US" sz="1800" b="1" dirty="0">
                <a:solidFill>
                  <a:schemeClr val="accent2"/>
                </a:solidFill>
                <a:latin typeface="华文楷体" panose="02010600040101010101" pitchFamily="2" charset="-122"/>
                <a:ea typeface="华文楷体" panose="02010600040101010101" pitchFamily="2" charset="-122"/>
              </a:rPr>
              <a:t>参考模型</a:t>
            </a:r>
          </a:p>
        </p:txBody>
      </p:sp>
      <mc:AlternateContent xmlns:mc="http://schemas.openxmlformats.org/markup-compatibility/2006">
        <mc:Choice xmlns:p14="http://schemas.microsoft.com/office/powerpoint/2010/main" Requires="p14">
          <p:contentPart p14:bwMode="auto" r:id="rId4">
            <p14:nvContentPartPr>
              <p14:cNvPr id="14" name="墨迹 13">
                <a:extLst>
                  <a:ext uri="{FF2B5EF4-FFF2-40B4-BE49-F238E27FC236}">
                    <a16:creationId xmlns:a16="http://schemas.microsoft.com/office/drawing/2014/main" id="{A663CA06-E9B8-4AA6-BB77-1081550291E5}"/>
                  </a:ext>
                </a:extLst>
              </p14:cNvPr>
              <p14:cNvContentPartPr/>
              <p14:nvPr/>
            </p14:nvContentPartPr>
            <p14:xfrm>
              <a:off x="4181788" y="1297956"/>
              <a:ext cx="1030320" cy="1400400"/>
            </p14:xfrm>
          </p:contentPart>
        </mc:Choice>
        <mc:Fallback>
          <p:pic>
            <p:nvPicPr>
              <p:cNvPr id="14" name="墨迹 13">
                <a:extLst>
                  <a:ext uri="{FF2B5EF4-FFF2-40B4-BE49-F238E27FC236}">
                    <a16:creationId xmlns:a16="http://schemas.microsoft.com/office/drawing/2014/main" id="{A663CA06-E9B8-4AA6-BB77-1081550291E5}"/>
                  </a:ext>
                </a:extLst>
              </p:cNvPr>
              <p:cNvPicPr/>
              <p:nvPr/>
            </p:nvPicPr>
            <p:blipFill>
              <a:blip r:embed="rId5"/>
              <a:stretch>
                <a:fillRect/>
              </a:stretch>
            </p:blipFill>
            <p:spPr>
              <a:xfrm>
                <a:off x="4173148" y="1288956"/>
                <a:ext cx="1047960" cy="1418040"/>
              </a:xfrm>
              <a:prstGeom prst="rect">
                <a:avLst/>
              </a:prstGeom>
            </p:spPr>
          </p:pic>
        </mc:Fallback>
      </mc:AlternateContent>
      <p:grpSp>
        <p:nvGrpSpPr>
          <p:cNvPr id="19" name="组合 18">
            <a:extLst>
              <a:ext uri="{FF2B5EF4-FFF2-40B4-BE49-F238E27FC236}">
                <a16:creationId xmlns:a16="http://schemas.microsoft.com/office/drawing/2014/main" id="{DFA59EAE-A5ED-441F-A233-CE6FFA8D9BC6}"/>
              </a:ext>
            </a:extLst>
          </p:cNvPr>
          <p:cNvGrpSpPr/>
          <p:nvPr/>
        </p:nvGrpSpPr>
        <p:grpSpPr>
          <a:xfrm>
            <a:off x="4947868" y="593796"/>
            <a:ext cx="706320" cy="568080"/>
            <a:chOff x="4947868" y="593796"/>
            <a:chExt cx="706320" cy="568080"/>
          </a:xfrm>
        </p:grpSpPr>
        <mc:AlternateContent xmlns:mc="http://schemas.openxmlformats.org/markup-compatibility/2006">
          <mc:Choice xmlns:p14="http://schemas.microsoft.com/office/powerpoint/2010/main" Requires="p14">
            <p:contentPart p14:bwMode="auto" r:id="rId6">
              <p14:nvContentPartPr>
                <p14:cNvPr id="15" name="墨迹 14">
                  <a:extLst>
                    <a:ext uri="{FF2B5EF4-FFF2-40B4-BE49-F238E27FC236}">
                      <a16:creationId xmlns:a16="http://schemas.microsoft.com/office/drawing/2014/main" id="{6BA738E3-CB15-448B-B3E1-4270ACE72CFB}"/>
                    </a:ext>
                  </a:extLst>
                </p14:cNvPr>
                <p14:cNvContentPartPr/>
                <p14:nvPr/>
              </p14:nvContentPartPr>
              <p14:xfrm>
                <a:off x="4947868" y="828876"/>
                <a:ext cx="399600" cy="315360"/>
              </p14:xfrm>
            </p:contentPart>
          </mc:Choice>
          <mc:Fallback>
            <p:pic>
              <p:nvPicPr>
                <p:cNvPr id="15" name="墨迹 14">
                  <a:extLst>
                    <a:ext uri="{FF2B5EF4-FFF2-40B4-BE49-F238E27FC236}">
                      <a16:creationId xmlns:a16="http://schemas.microsoft.com/office/drawing/2014/main" id="{6BA738E3-CB15-448B-B3E1-4270ACE72CFB}"/>
                    </a:ext>
                  </a:extLst>
                </p:cNvPr>
                <p:cNvPicPr/>
                <p:nvPr/>
              </p:nvPicPr>
              <p:blipFill>
                <a:blip r:embed="rId7"/>
                <a:stretch>
                  <a:fillRect/>
                </a:stretch>
              </p:blipFill>
              <p:spPr>
                <a:xfrm>
                  <a:off x="4939228" y="819876"/>
                  <a:ext cx="417240" cy="333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6" name="墨迹 15">
                  <a:extLst>
                    <a:ext uri="{FF2B5EF4-FFF2-40B4-BE49-F238E27FC236}">
                      <a16:creationId xmlns:a16="http://schemas.microsoft.com/office/drawing/2014/main" id="{1AC6DC4B-9C30-4988-8214-0FF49C2279AD}"/>
                    </a:ext>
                  </a:extLst>
                </p14:cNvPr>
                <p14:cNvContentPartPr/>
                <p14:nvPr/>
              </p14:nvContentPartPr>
              <p14:xfrm>
                <a:off x="5115268" y="593796"/>
                <a:ext cx="186480" cy="568080"/>
              </p14:xfrm>
            </p:contentPart>
          </mc:Choice>
          <mc:Fallback>
            <p:pic>
              <p:nvPicPr>
                <p:cNvPr id="16" name="墨迹 15">
                  <a:extLst>
                    <a:ext uri="{FF2B5EF4-FFF2-40B4-BE49-F238E27FC236}">
                      <a16:creationId xmlns:a16="http://schemas.microsoft.com/office/drawing/2014/main" id="{1AC6DC4B-9C30-4988-8214-0FF49C2279AD}"/>
                    </a:ext>
                  </a:extLst>
                </p:cNvPr>
                <p:cNvPicPr/>
                <p:nvPr/>
              </p:nvPicPr>
              <p:blipFill>
                <a:blip r:embed="rId9"/>
                <a:stretch>
                  <a:fillRect/>
                </a:stretch>
              </p:blipFill>
              <p:spPr>
                <a:xfrm>
                  <a:off x="5106268" y="584796"/>
                  <a:ext cx="204120" cy="585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7" name="墨迹 16">
                  <a:extLst>
                    <a:ext uri="{FF2B5EF4-FFF2-40B4-BE49-F238E27FC236}">
                      <a16:creationId xmlns:a16="http://schemas.microsoft.com/office/drawing/2014/main" id="{5E86B7E8-0885-406B-8A07-D241FE1ED68B}"/>
                    </a:ext>
                  </a:extLst>
                </p14:cNvPr>
                <p14:cNvContentPartPr/>
                <p14:nvPr/>
              </p14:nvContentPartPr>
              <p14:xfrm>
                <a:off x="5475988" y="839316"/>
                <a:ext cx="56880" cy="259560"/>
              </p14:xfrm>
            </p:contentPart>
          </mc:Choice>
          <mc:Fallback>
            <p:pic>
              <p:nvPicPr>
                <p:cNvPr id="17" name="墨迹 16">
                  <a:extLst>
                    <a:ext uri="{FF2B5EF4-FFF2-40B4-BE49-F238E27FC236}">
                      <a16:creationId xmlns:a16="http://schemas.microsoft.com/office/drawing/2014/main" id="{5E86B7E8-0885-406B-8A07-D241FE1ED68B}"/>
                    </a:ext>
                  </a:extLst>
                </p:cNvPr>
                <p:cNvPicPr/>
                <p:nvPr/>
              </p:nvPicPr>
              <p:blipFill>
                <a:blip r:embed="rId11"/>
                <a:stretch>
                  <a:fillRect/>
                </a:stretch>
              </p:blipFill>
              <p:spPr>
                <a:xfrm>
                  <a:off x="5466988" y="830676"/>
                  <a:ext cx="7452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8" name="墨迹 17">
                  <a:extLst>
                    <a:ext uri="{FF2B5EF4-FFF2-40B4-BE49-F238E27FC236}">
                      <a16:creationId xmlns:a16="http://schemas.microsoft.com/office/drawing/2014/main" id="{94F543FE-C710-419E-B845-D6C382C524D4}"/>
                    </a:ext>
                  </a:extLst>
                </p14:cNvPr>
                <p14:cNvContentPartPr/>
                <p14:nvPr/>
              </p14:nvContentPartPr>
              <p14:xfrm>
                <a:off x="5453668" y="791076"/>
                <a:ext cx="200520" cy="285480"/>
              </p14:xfrm>
            </p:contentPart>
          </mc:Choice>
          <mc:Fallback>
            <p:pic>
              <p:nvPicPr>
                <p:cNvPr id="18" name="墨迹 17">
                  <a:extLst>
                    <a:ext uri="{FF2B5EF4-FFF2-40B4-BE49-F238E27FC236}">
                      <a16:creationId xmlns:a16="http://schemas.microsoft.com/office/drawing/2014/main" id="{94F543FE-C710-419E-B845-D6C382C524D4}"/>
                    </a:ext>
                  </a:extLst>
                </p:cNvPr>
                <p:cNvPicPr/>
                <p:nvPr/>
              </p:nvPicPr>
              <p:blipFill>
                <a:blip r:embed="rId13"/>
                <a:stretch>
                  <a:fillRect/>
                </a:stretch>
              </p:blipFill>
              <p:spPr>
                <a:xfrm>
                  <a:off x="5445028" y="782076"/>
                  <a:ext cx="218160" cy="303120"/>
                </a:xfrm>
                <a:prstGeom prst="rect">
                  <a:avLst/>
                </a:prstGeom>
              </p:spPr>
            </p:pic>
          </mc:Fallback>
        </mc:AlternateContent>
      </p:grpSp>
      <p:grpSp>
        <p:nvGrpSpPr>
          <p:cNvPr id="26" name="组合 25">
            <a:extLst>
              <a:ext uri="{FF2B5EF4-FFF2-40B4-BE49-F238E27FC236}">
                <a16:creationId xmlns:a16="http://schemas.microsoft.com/office/drawing/2014/main" id="{4CA0224C-20E8-4721-B14B-3DF6DA6A8590}"/>
              </a:ext>
            </a:extLst>
          </p:cNvPr>
          <p:cNvGrpSpPr/>
          <p:nvPr/>
        </p:nvGrpSpPr>
        <p:grpSpPr>
          <a:xfrm>
            <a:off x="5928148" y="639156"/>
            <a:ext cx="790560" cy="323280"/>
            <a:chOff x="5928148" y="639156"/>
            <a:chExt cx="790560" cy="323280"/>
          </a:xfrm>
        </p:grpSpPr>
        <mc:AlternateContent xmlns:mc="http://schemas.openxmlformats.org/markup-compatibility/2006">
          <mc:Choice xmlns:p14="http://schemas.microsoft.com/office/powerpoint/2010/main" Requires="p14">
            <p:contentPart p14:bwMode="auto" r:id="rId14">
              <p14:nvContentPartPr>
                <p14:cNvPr id="20" name="墨迹 19">
                  <a:extLst>
                    <a:ext uri="{FF2B5EF4-FFF2-40B4-BE49-F238E27FC236}">
                      <a16:creationId xmlns:a16="http://schemas.microsoft.com/office/drawing/2014/main" id="{B95DE53D-B1F2-42B9-8D2A-84E7AB15C8CB}"/>
                    </a:ext>
                  </a:extLst>
                </p14:cNvPr>
                <p14:cNvContentPartPr/>
                <p14:nvPr/>
              </p14:nvContentPartPr>
              <p14:xfrm>
                <a:off x="5928148" y="700716"/>
                <a:ext cx="203400" cy="261720"/>
              </p14:xfrm>
            </p:contentPart>
          </mc:Choice>
          <mc:Fallback>
            <p:pic>
              <p:nvPicPr>
                <p:cNvPr id="20" name="墨迹 19">
                  <a:extLst>
                    <a:ext uri="{FF2B5EF4-FFF2-40B4-BE49-F238E27FC236}">
                      <a16:creationId xmlns:a16="http://schemas.microsoft.com/office/drawing/2014/main" id="{B95DE53D-B1F2-42B9-8D2A-84E7AB15C8CB}"/>
                    </a:ext>
                  </a:extLst>
                </p:cNvPr>
                <p:cNvPicPr/>
                <p:nvPr/>
              </p:nvPicPr>
              <p:blipFill>
                <a:blip r:embed="rId15"/>
                <a:stretch>
                  <a:fillRect/>
                </a:stretch>
              </p:blipFill>
              <p:spPr>
                <a:xfrm>
                  <a:off x="5919508" y="691716"/>
                  <a:ext cx="22104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1" name="墨迹 20">
                  <a:extLst>
                    <a:ext uri="{FF2B5EF4-FFF2-40B4-BE49-F238E27FC236}">
                      <a16:creationId xmlns:a16="http://schemas.microsoft.com/office/drawing/2014/main" id="{CFCF0DBB-BDFF-40EB-B3BF-AC7372267C42}"/>
                    </a:ext>
                  </a:extLst>
                </p14:cNvPr>
                <p14:cNvContentPartPr/>
                <p14:nvPr/>
              </p14:nvContentPartPr>
              <p14:xfrm>
                <a:off x="5945428" y="750396"/>
                <a:ext cx="16200" cy="199440"/>
              </p14:xfrm>
            </p:contentPart>
          </mc:Choice>
          <mc:Fallback>
            <p:pic>
              <p:nvPicPr>
                <p:cNvPr id="21" name="墨迹 20">
                  <a:extLst>
                    <a:ext uri="{FF2B5EF4-FFF2-40B4-BE49-F238E27FC236}">
                      <a16:creationId xmlns:a16="http://schemas.microsoft.com/office/drawing/2014/main" id="{CFCF0DBB-BDFF-40EB-B3BF-AC7372267C42}"/>
                    </a:ext>
                  </a:extLst>
                </p:cNvPr>
                <p:cNvPicPr/>
                <p:nvPr/>
              </p:nvPicPr>
              <p:blipFill>
                <a:blip r:embed="rId17"/>
                <a:stretch>
                  <a:fillRect/>
                </a:stretch>
              </p:blipFill>
              <p:spPr>
                <a:xfrm>
                  <a:off x="5936788" y="741756"/>
                  <a:ext cx="3384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2" name="墨迹 21">
                  <a:extLst>
                    <a:ext uri="{FF2B5EF4-FFF2-40B4-BE49-F238E27FC236}">
                      <a16:creationId xmlns:a16="http://schemas.microsoft.com/office/drawing/2014/main" id="{0FECBCD6-A982-4A0C-A10A-88FD50BF11D8}"/>
                    </a:ext>
                  </a:extLst>
                </p14:cNvPr>
                <p14:cNvContentPartPr/>
                <p14:nvPr/>
              </p14:nvContentPartPr>
              <p14:xfrm>
                <a:off x="6180148" y="810516"/>
                <a:ext cx="84240" cy="103680"/>
              </p14:xfrm>
            </p:contentPart>
          </mc:Choice>
          <mc:Fallback>
            <p:pic>
              <p:nvPicPr>
                <p:cNvPr id="22" name="墨迹 21">
                  <a:extLst>
                    <a:ext uri="{FF2B5EF4-FFF2-40B4-BE49-F238E27FC236}">
                      <a16:creationId xmlns:a16="http://schemas.microsoft.com/office/drawing/2014/main" id="{0FECBCD6-A982-4A0C-A10A-88FD50BF11D8}"/>
                    </a:ext>
                  </a:extLst>
                </p:cNvPr>
                <p:cNvPicPr/>
                <p:nvPr/>
              </p:nvPicPr>
              <p:blipFill>
                <a:blip r:embed="rId19"/>
                <a:stretch>
                  <a:fillRect/>
                </a:stretch>
              </p:blipFill>
              <p:spPr>
                <a:xfrm>
                  <a:off x="6171508" y="801876"/>
                  <a:ext cx="10188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3" name="墨迹 22">
                  <a:extLst>
                    <a:ext uri="{FF2B5EF4-FFF2-40B4-BE49-F238E27FC236}">
                      <a16:creationId xmlns:a16="http://schemas.microsoft.com/office/drawing/2014/main" id="{4249BE7C-D68A-4051-859F-CE30AFF395A8}"/>
                    </a:ext>
                  </a:extLst>
                </p14:cNvPr>
                <p14:cNvContentPartPr/>
                <p14:nvPr/>
              </p14:nvContentPartPr>
              <p14:xfrm>
                <a:off x="6358348" y="639156"/>
                <a:ext cx="60120" cy="280080"/>
              </p14:xfrm>
            </p:contentPart>
          </mc:Choice>
          <mc:Fallback>
            <p:pic>
              <p:nvPicPr>
                <p:cNvPr id="23" name="墨迹 22">
                  <a:extLst>
                    <a:ext uri="{FF2B5EF4-FFF2-40B4-BE49-F238E27FC236}">
                      <a16:creationId xmlns:a16="http://schemas.microsoft.com/office/drawing/2014/main" id="{4249BE7C-D68A-4051-859F-CE30AFF395A8}"/>
                    </a:ext>
                  </a:extLst>
                </p:cNvPr>
                <p:cNvPicPr/>
                <p:nvPr/>
              </p:nvPicPr>
              <p:blipFill>
                <a:blip r:embed="rId21"/>
                <a:stretch>
                  <a:fillRect/>
                </a:stretch>
              </p:blipFill>
              <p:spPr>
                <a:xfrm>
                  <a:off x="6349348" y="630156"/>
                  <a:ext cx="7776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4" name="墨迹 23">
                  <a:extLst>
                    <a:ext uri="{FF2B5EF4-FFF2-40B4-BE49-F238E27FC236}">
                      <a16:creationId xmlns:a16="http://schemas.microsoft.com/office/drawing/2014/main" id="{8EE9290E-B519-4D2C-BB2D-EADF6C694B88}"/>
                    </a:ext>
                  </a:extLst>
                </p14:cNvPr>
                <p14:cNvContentPartPr/>
                <p14:nvPr/>
              </p14:nvContentPartPr>
              <p14:xfrm>
                <a:off x="6267628" y="776316"/>
                <a:ext cx="223920" cy="70200"/>
              </p14:xfrm>
            </p:contentPart>
          </mc:Choice>
          <mc:Fallback>
            <p:pic>
              <p:nvPicPr>
                <p:cNvPr id="24" name="墨迹 23">
                  <a:extLst>
                    <a:ext uri="{FF2B5EF4-FFF2-40B4-BE49-F238E27FC236}">
                      <a16:creationId xmlns:a16="http://schemas.microsoft.com/office/drawing/2014/main" id="{8EE9290E-B519-4D2C-BB2D-EADF6C694B88}"/>
                    </a:ext>
                  </a:extLst>
                </p:cNvPr>
                <p:cNvPicPr/>
                <p:nvPr/>
              </p:nvPicPr>
              <p:blipFill>
                <a:blip r:embed="rId23"/>
                <a:stretch>
                  <a:fillRect/>
                </a:stretch>
              </p:blipFill>
              <p:spPr>
                <a:xfrm>
                  <a:off x="6258988" y="767316"/>
                  <a:ext cx="24156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5" name="墨迹 24">
                  <a:extLst>
                    <a:ext uri="{FF2B5EF4-FFF2-40B4-BE49-F238E27FC236}">
                      <a16:creationId xmlns:a16="http://schemas.microsoft.com/office/drawing/2014/main" id="{89D78EC3-F389-4053-BF0D-5FB61116E2C7}"/>
                    </a:ext>
                  </a:extLst>
                </p14:cNvPr>
                <p14:cNvContentPartPr/>
                <p14:nvPr/>
              </p14:nvContentPartPr>
              <p14:xfrm>
                <a:off x="6571468" y="721236"/>
                <a:ext cx="147240" cy="179640"/>
              </p14:xfrm>
            </p:contentPart>
          </mc:Choice>
          <mc:Fallback>
            <p:pic>
              <p:nvPicPr>
                <p:cNvPr id="25" name="墨迹 24">
                  <a:extLst>
                    <a:ext uri="{FF2B5EF4-FFF2-40B4-BE49-F238E27FC236}">
                      <a16:creationId xmlns:a16="http://schemas.microsoft.com/office/drawing/2014/main" id="{89D78EC3-F389-4053-BF0D-5FB61116E2C7}"/>
                    </a:ext>
                  </a:extLst>
                </p:cNvPr>
                <p:cNvPicPr/>
                <p:nvPr/>
              </p:nvPicPr>
              <p:blipFill>
                <a:blip r:embed="rId25"/>
                <a:stretch>
                  <a:fillRect/>
                </a:stretch>
              </p:blipFill>
              <p:spPr>
                <a:xfrm>
                  <a:off x="6562468" y="712236"/>
                  <a:ext cx="164880" cy="197280"/>
                </a:xfrm>
                <a:prstGeom prst="rect">
                  <a:avLst/>
                </a:prstGeom>
              </p:spPr>
            </p:pic>
          </mc:Fallback>
        </mc:AlternateContent>
      </p:grpSp>
      <p:grpSp>
        <p:nvGrpSpPr>
          <p:cNvPr id="49" name="组合 48">
            <a:extLst>
              <a:ext uri="{FF2B5EF4-FFF2-40B4-BE49-F238E27FC236}">
                <a16:creationId xmlns:a16="http://schemas.microsoft.com/office/drawing/2014/main" id="{9684D2D0-A67B-41AB-A379-71327ADF3FB2}"/>
              </a:ext>
            </a:extLst>
          </p:cNvPr>
          <p:cNvGrpSpPr/>
          <p:nvPr/>
        </p:nvGrpSpPr>
        <p:grpSpPr>
          <a:xfrm>
            <a:off x="7332868" y="702156"/>
            <a:ext cx="4463280" cy="4325760"/>
            <a:chOff x="7332868" y="702156"/>
            <a:chExt cx="4463280" cy="4325760"/>
          </a:xfrm>
        </p:grpSpPr>
        <mc:AlternateContent xmlns:mc="http://schemas.openxmlformats.org/markup-compatibility/2006">
          <mc:Choice xmlns:p14="http://schemas.microsoft.com/office/powerpoint/2010/main" Requires="p14">
            <p:contentPart p14:bwMode="auto" r:id="rId26">
              <p14:nvContentPartPr>
                <p14:cNvPr id="27" name="墨迹 26">
                  <a:extLst>
                    <a:ext uri="{FF2B5EF4-FFF2-40B4-BE49-F238E27FC236}">
                      <a16:creationId xmlns:a16="http://schemas.microsoft.com/office/drawing/2014/main" id="{0B466930-E2FE-49E1-BF1A-470B332B977C}"/>
                    </a:ext>
                  </a:extLst>
                </p14:cNvPr>
                <p14:cNvContentPartPr/>
                <p14:nvPr/>
              </p14:nvContentPartPr>
              <p14:xfrm>
                <a:off x="7332868" y="2392356"/>
                <a:ext cx="139680" cy="224280"/>
              </p14:xfrm>
            </p:contentPart>
          </mc:Choice>
          <mc:Fallback>
            <p:pic>
              <p:nvPicPr>
                <p:cNvPr id="27" name="墨迹 26">
                  <a:extLst>
                    <a:ext uri="{FF2B5EF4-FFF2-40B4-BE49-F238E27FC236}">
                      <a16:creationId xmlns:a16="http://schemas.microsoft.com/office/drawing/2014/main" id="{0B466930-E2FE-49E1-BF1A-470B332B977C}"/>
                    </a:ext>
                  </a:extLst>
                </p:cNvPr>
                <p:cNvPicPr/>
                <p:nvPr/>
              </p:nvPicPr>
              <p:blipFill>
                <a:blip r:embed="rId27"/>
                <a:stretch>
                  <a:fillRect/>
                </a:stretch>
              </p:blipFill>
              <p:spPr>
                <a:xfrm>
                  <a:off x="7324228" y="2383716"/>
                  <a:ext cx="15732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8" name="墨迹 27">
                  <a:extLst>
                    <a:ext uri="{FF2B5EF4-FFF2-40B4-BE49-F238E27FC236}">
                      <a16:creationId xmlns:a16="http://schemas.microsoft.com/office/drawing/2014/main" id="{D1BBA54A-D77E-4BAD-B731-0DDC075AF7A9}"/>
                    </a:ext>
                  </a:extLst>
                </p14:cNvPr>
                <p14:cNvContentPartPr/>
                <p14:nvPr/>
              </p14:nvContentPartPr>
              <p14:xfrm>
                <a:off x="7495948" y="2445636"/>
                <a:ext cx="63720" cy="47520"/>
              </p14:xfrm>
            </p:contentPart>
          </mc:Choice>
          <mc:Fallback>
            <p:pic>
              <p:nvPicPr>
                <p:cNvPr id="28" name="墨迹 27">
                  <a:extLst>
                    <a:ext uri="{FF2B5EF4-FFF2-40B4-BE49-F238E27FC236}">
                      <a16:creationId xmlns:a16="http://schemas.microsoft.com/office/drawing/2014/main" id="{D1BBA54A-D77E-4BAD-B731-0DDC075AF7A9}"/>
                    </a:ext>
                  </a:extLst>
                </p:cNvPr>
                <p:cNvPicPr/>
                <p:nvPr/>
              </p:nvPicPr>
              <p:blipFill>
                <a:blip r:embed="rId29"/>
                <a:stretch>
                  <a:fillRect/>
                </a:stretch>
              </p:blipFill>
              <p:spPr>
                <a:xfrm>
                  <a:off x="7486948" y="2436996"/>
                  <a:ext cx="8136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9" name="墨迹 28">
                  <a:extLst>
                    <a:ext uri="{FF2B5EF4-FFF2-40B4-BE49-F238E27FC236}">
                      <a16:creationId xmlns:a16="http://schemas.microsoft.com/office/drawing/2014/main" id="{59F65D80-D1BA-4AC8-ACAE-C8CAA06F8FE0}"/>
                    </a:ext>
                  </a:extLst>
                </p14:cNvPr>
                <p14:cNvContentPartPr/>
                <p14:nvPr/>
              </p14:nvContentPartPr>
              <p14:xfrm>
                <a:off x="7470388" y="2506836"/>
                <a:ext cx="75240" cy="2521080"/>
              </p14:xfrm>
            </p:contentPart>
          </mc:Choice>
          <mc:Fallback>
            <p:pic>
              <p:nvPicPr>
                <p:cNvPr id="29" name="墨迹 28">
                  <a:extLst>
                    <a:ext uri="{FF2B5EF4-FFF2-40B4-BE49-F238E27FC236}">
                      <a16:creationId xmlns:a16="http://schemas.microsoft.com/office/drawing/2014/main" id="{59F65D80-D1BA-4AC8-ACAE-C8CAA06F8FE0}"/>
                    </a:ext>
                  </a:extLst>
                </p:cNvPr>
                <p:cNvPicPr/>
                <p:nvPr/>
              </p:nvPicPr>
              <p:blipFill>
                <a:blip r:embed="rId31"/>
                <a:stretch>
                  <a:fillRect/>
                </a:stretch>
              </p:blipFill>
              <p:spPr>
                <a:xfrm>
                  <a:off x="7461748" y="2498196"/>
                  <a:ext cx="92880" cy="25387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1" name="墨迹 30">
                  <a:extLst>
                    <a:ext uri="{FF2B5EF4-FFF2-40B4-BE49-F238E27FC236}">
                      <a16:creationId xmlns:a16="http://schemas.microsoft.com/office/drawing/2014/main" id="{EC741DE9-3597-4C45-81DB-EC8959A3ACA1}"/>
                    </a:ext>
                  </a:extLst>
                </p14:cNvPr>
                <p14:cNvContentPartPr/>
                <p14:nvPr/>
              </p14:nvContentPartPr>
              <p14:xfrm>
                <a:off x="7472188" y="918876"/>
                <a:ext cx="2446200" cy="2207880"/>
              </p14:xfrm>
            </p:contentPart>
          </mc:Choice>
          <mc:Fallback>
            <p:pic>
              <p:nvPicPr>
                <p:cNvPr id="31" name="墨迹 30">
                  <a:extLst>
                    <a:ext uri="{FF2B5EF4-FFF2-40B4-BE49-F238E27FC236}">
                      <a16:creationId xmlns:a16="http://schemas.microsoft.com/office/drawing/2014/main" id="{EC741DE9-3597-4C45-81DB-EC8959A3ACA1}"/>
                    </a:ext>
                  </a:extLst>
                </p:cNvPr>
                <p:cNvPicPr/>
                <p:nvPr/>
              </p:nvPicPr>
              <p:blipFill>
                <a:blip r:embed="rId33"/>
                <a:stretch>
                  <a:fillRect/>
                </a:stretch>
              </p:blipFill>
              <p:spPr>
                <a:xfrm>
                  <a:off x="7463548" y="910236"/>
                  <a:ext cx="2463840" cy="22255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3" name="墨迹 32">
                  <a:extLst>
                    <a:ext uri="{FF2B5EF4-FFF2-40B4-BE49-F238E27FC236}">
                      <a16:creationId xmlns:a16="http://schemas.microsoft.com/office/drawing/2014/main" id="{2801AF98-052D-4B0A-AAC7-94075C58066A}"/>
                    </a:ext>
                  </a:extLst>
                </p14:cNvPr>
                <p14:cNvContentPartPr/>
                <p14:nvPr/>
              </p14:nvContentPartPr>
              <p14:xfrm>
                <a:off x="10127188" y="1143876"/>
                <a:ext cx="95400" cy="48600"/>
              </p14:xfrm>
            </p:contentPart>
          </mc:Choice>
          <mc:Fallback>
            <p:pic>
              <p:nvPicPr>
                <p:cNvPr id="33" name="墨迹 32">
                  <a:extLst>
                    <a:ext uri="{FF2B5EF4-FFF2-40B4-BE49-F238E27FC236}">
                      <a16:creationId xmlns:a16="http://schemas.microsoft.com/office/drawing/2014/main" id="{2801AF98-052D-4B0A-AAC7-94075C58066A}"/>
                    </a:ext>
                  </a:extLst>
                </p:cNvPr>
                <p:cNvPicPr/>
                <p:nvPr/>
              </p:nvPicPr>
              <p:blipFill>
                <a:blip r:embed="rId35"/>
                <a:stretch>
                  <a:fillRect/>
                </a:stretch>
              </p:blipFill>
              <p:spPr>
                <a:xfrm>
                  <a:off x="10118188" y="1134876"/>
                  <a:ext cx="11304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4" name="墨迹 33">
                  <a:extLst>
                    <a:ext uri="{FF2B5EF4-FFF2-40B4-BE49-F238E27FC236}">
                      <a16:creationId xmlns:a16="http://schemas.microsoft.com/office/drawing/2014/main" id="{92B1E411-485F-44F7-9533-84F114462930}"/>
                    </a:ext>
                  </a:extLst>
                </p14:cNvPr>
                <p14:cNvContentPartPr/>
                <p14:nvPr/>
              </p14:nvContentPartPr>
              <p14:xfrm>
                <a:off x="10139788" y="1346916"/>
                <a:ext cx="73080" cy="15120"/>
              </p14:xfrm>
            </p:contentPart>
          </mc:Choice>
          <mc:Fallback>
            <p:pic>
              <p:nvPicPr>
                <p:cNvPr id="34" name="墨迹 33">
                  <a:extLst>
                    <a:ext uri="{FF2B5EF4-FFF2-40B4-BE49-F238E27FC236}">
                      <a16:creationId xmlns:a16="http://schemas.microsoft.com/office/drawing/2014/main" id="{92B1E411-485F-44F7-9533-84F114462930}"/>
                    </a:ext>
                  </a:extLst>
                </p:cNvPr>
                <p:cNvPicPr/>
                <p:nvPr/>
              </p:nvPicPr>
              <p:blipFill>
                <a:blip r:embed="rId37"/>
                <a:stretch>
                  <a:fillRect/>
                </a:stretch>
              </p:blipFill>
              <p:spPr>
                <a:xfrm>
                  <a:off x="10131148" y="1338276"/>
                  <a:ext cx="9072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5" name="墨迹 34">
                  <a:extLst>
                    <a:ext uri="{FF2B5EF4-FFF2-40B4-BE49-F238E27FC236}">
                      <a16:creationId xmlns:a16="http://schemas.microsoft.com/office/drawing/2014/main" id="{BA7F3306-98C5-45E3-9DE0-BA3077E26605}"/>
                    </a:ext>
                  </a:extLst>
                </p14:cNvPr>
                <p14:cNvContentPartPr/>
                <p14:nvPr/>
              </p14:nvContentPartPr>
              <p14:xfrm>
                <a:off x="10313668" y="910596"/>
                <a:ext cx="223560" cy="43560"/>
              </p14:xfrm>
            </p:contentPart>
          </mc:Choice>
          <mc:Fallback>
            <p:pic>
              <p:nvPicPr>
                <p:cNvPr id="35" name="墨迹 34">
                  <a:extLst>
                    <a:ext uri="{FF2B5EF4-FFF2-40B4-BE49-F238E27FC236}">
                      <a16:creationId xmlns:a16="http://schemas.microsoft.com/office/drawing/2014/main" id="{BA7F3306-98C5-45E3-9DE0-BA3077E26605}"/>
                    </a:ext>
                  </a:extLst>
                </p:cNvPr>
                <p:cNvPicPr/>
                <p:nvPr/>
              </p:nvPicPr>
              <p:blipFill>
                <a:blip r:embed="rId39"/>
                <a:stretch>
                  <a:fillRect/>
                </a:stretch>
              </p:blipFill>
              <p:spPr>
                <a:xfrm>
                  <a:off x="10305028" y="901956"/>
                  <a:ext cx="24120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6" name="墨迹 35">
                  <a:extLst>
                    <a:ext uri="{FF2B5EF4-FFF2-40B4-BE49-F238E27FC236}">
                      <a16:creationId xmlns:a16="http://schemas.microsoft.com/office/drawing/2014/main" id="{6FB6FC55-C5D6-4675-AE7A-64FF4581FF9A}"/>
                    </a:ext>
                  </a:extLst>
                </p14:cNvPr>
                <p14:cNvContentPartPr/>
                <p14:nvPr/>
              </p14:nvContentPartPr>
              <p14:xfrm>
                <a:off x="10150948" y="981876"/>
                <a:ext cx="129960" cy="561240"/>
              </p14:xfrm>
            </p:contentPart>
          </mc:Choice>
          <mc:Fallback>
            <p:pic>
              <p:nvPicPr>
                <p:cNvPr id="36" name="墨迹 35">
                  <a:extLst>
                    <a:ext uri="{FF2B5EF4-FFF2-40B4-BE49-F238E27FC236}">
                      <a16:creationId xmlns:a16="http://schemas.microsoft.com/office/drawing/2014/main" id="{6FB6FC55-C5D6-4675-AE7A-64FF4581FF9A}"/>
                    </a:ext>
                  </a:extLst>
                </p:cNvPr>
                <p:cNvPicPr/>
                <p:nvPr/>
              </p:nvPicPr>
              <p:blipFill>
                <a:blip r:embed="rId41"/>
                <a:stretch>
                  <a:fillRect/>
                </a:stretch>
              </p:blipFill>
              <p:spPr>
                <a:xfrm>
                  <a:off x="10142308" y="973236"/>
                  <a:ext cx="147600" cy="5788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7" name="墨迹 36">
                  <a:extLst>
                    <a:ext uri="{FF2B5EF4-FFF2-40B4-BE49-F238E27FC236}">
                      <a16:creationId xmlns:a16="http://schemas.microsoft.com/office/drawing/2014/main" id="{49259103-CB2E-4A69-A9A3-86415FE4B1ED}"/>
                    </a:ext>
                  </a:extLst>
                </p14:cNvPr>
                <p14:cNvContentPartPr/>
                <p14:nvPr/>
              </p14:nvContentPartPr>
              <p14:xfrm>
                <a:off x="10276588" y="1089516"/>
                <a:ext cx="177480" cy="70560"/>
              </p14:xfrm>
            </p:contentPart>
          </mc:Choice>
          <mc:Fallback>
            <p:pic>
              <p:nvPicPr>
                <p:cNvPr id="37" name="墨迹 36">
                  <a:extLst>
                    <a:ext uri="{FF2B5EF4-FFF2-40B4-BE49-F238E27FC236}">
                      <a16:creationId xmlns:a16="http://schemas.microsoft.com/office/drawing/2014/main" id="{49259103-CB2E-4A69-A9A3-86415FE4B1ED}"/>
                    </a:ext>
                  </a:extLst>
                </p:cNvPr>
                <p:cNvPicPr/>
                <p:nvPr/>
              </p:nvPicPr>
              <p:blipFill>
                <a:blip r:embed="rId43"/>
                <a:stretch>
                  <a:fillRect/>
                </a:stretch>
              </p:blipFill>
              <p:spPr>
                <a:xfrm>
                  <a:off x="10267588" y="1080516"/>
                  <a:ext cx="19512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8" name="墨迹 37">
                  <a:extLst>
                    <a:ext uri="{FF2B5EF4-FFF2-40B4-BE49-F238E27FC236}">
                      <a16:creationId xmlns:a16="http://schemas.microsoft.com/office/drawing/2014/main" id="{F361F111-BC0F-44A0-B4BF-8C1ACA43C7B2}"/>
                    </a:ext>
                  </a:extLst>
                </p14:cNvPr>
                <p14:cNvContentPartPr/>
                <p14:nvPr/>
              </p14:nvContentPartPr>
              <p14:xfrm>
                <a:off x="10252828" y="1268076"/>
                <a:ext cx="80640" cy="126360"/>
              </p14:xfrm>
            </p:contentPart>
          </mc:Choice>
          <mc:Fallback>
            <p:pic>
              <p:nvPicPr>
                <p:cNvPr id="38" name="墨迹 37">
                  <a:extLst>
                    <a:ext uri="{FF2B5EF4-FFF2-40B4-BE49-F238E27FC236}">
                      <a16:creationId xmlns:a16="http://schemas.microsoft.com/office/drawing/2014/main" id="{F361F111-BC0F-44A0-B4BF-8C1ACA43C7B2}"/>
                    </a:ext>
                  </a:extLst>
                </p:cNvPr>
                <p:cNvPicPr/>
                <p:nvPr/>
              </p:nvPicPr>
              <p:blipFill>
                <a:blip r:embed="rId45"/>
                <a:stretch>
                  <a:fillRect/>
                </a:stretch>
              </p:blipFill>
              <p:spPr>
                <a:xfrm>
                  <a:off x="10243828" y="1259076"/>
                  <a:ext cx="9828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9" name="墨迹 38">
                  <a:extLst>
                    <a:ext uri="{FF2B5EF4-FFF2-40B4-BE49-F238E27FC236}">
                      <a16:creationId xmlns:a16="http://schemas.microsoft.com/office/drawing/2014/main" id="{8CF395C3-4C4E-4D62-8F15-E00D9599C518}"/>
                    </a:ext>
                  </a:extLst>
                </p14:cNvPr>
                <p14:cNvContentPartPr/>
                <p14:nvPr/>
              </p14:nvContentPartPr>
              <p14:xfrm>
                <a:off x="10294948" y="1176276"/>
                <a:ext cx="195120" cy="234360"/>
              </p14:xfrm>
            </p:contentPart>
          </mc:Choice>
          <mc:Fallback>
            <p:pic>
              <p:nvPicPr>
                <p:cNvPr id="39" name="墨迹 38">
                  <a:extLst>
                    <a:ext uri="{FF2B5EF4-FFF2-40B4-BE49-F238E27FC236}">
                      <a16:creationId xmlns:a16="http://schemas.microsoft.com/office/drawing/2014/main" id="{8CF395C3-4C4E-4D62-8F15-E00D9599C518}"/>
                    </a:ext>
                  </a:extLst>
                </p:cNvPr>
                <p:cNvPicPr/>
                <p:nvPr/>
              </p:nvPicPr>
              <p:blipFill>
                <a:blip r:embed="rId47"/>
                <a:stretch>
                  <a:fillRect/>
                </a:stretch>
              </p:blipFill>
              <p:spPr>
                <a:xfrm>
                  <a:off x="10285948" y="1167276"/>
                  <a:ext cx="21276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0" name="墨迹 39">
                  <a:extLst>
                    <a:ext uri="{FF2B5EF4-FFF2-40B4-BE49-F238E27FC236}">
                      <a16:creationId xmlns:a16="http://schemas.microsoft.com/office/drawing/2014/main" id="{7F1EEF27-E0B9-43B3-9D79-FAC13B17315D}"/>
                    </a:ext>
                  </a:extLst>
                </p14:cNvPr>
                <p14:cNvContentPartPr/>
                <p14:nvPr/>
              </p14:nvContentPartPr>
              <p14:xfrm>
                <a:off x="10313308" y="824556"/>
                <a:ext cx="333360" cy="770760"/>
              </p14:xfrm>
            </p:contentPart>
          </mc:Choice>
          <mc:Fallback>
            <p:pic>
              <p:nvPicPr>
                <p:cNvPr id="40" name="墨迹 39">
                  <a:extLst>
                    <a:ext uri="{FF2B5EF4-FFF2-40B4-BE49-F238E27FC236}">
                      <a16:creationId xmlns:a16="http://schemas.microsoft.com/office/drawing/2014/main" id="{7F1EEF27-E0B9-43B3-9D79-FAC13B17315D}"/>
                    </a:ext>
                  </a:extLst>
                </p:cNvPr>
                <p:cNvPicPr/>
                <p:nvPr/>
              </p:nvPicPr>
              <p:blipFill>
                <a:blip r:embed="rId49"/>
                <a:stretch>
                  <a:fillRect/>
                </a:stretch>
              </p:blipFill>
              <p:spPr>
                <a:xfrm>
                  <a:off x="10304308" y="815916"/>
                  <a:ext cx="351000" cy="7884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1" name="墨迹 40">
                  <a:extLst>
                    <a:ext uri="{FF2B5EF4-FFF2-40B4-BE49-F238E27FC236}">
                      <a16:creationId xmlns:a16="http://schemas.microsoft.com/office/drawing/2014/main" id="{FD23BB10-7475-4420-B4D0-1D5DAD87CFFB}"/>
                    </a:ext>
                  </a:extLst>
                </p14:cNvPr>
                <p14:cNvContentPartPr/>
                <p14:nvPr/>
              </p14:nvContentPartPr>
              <p14:xfrm>
                <a:off x="10549828" y="702156"/>
                <a:ext cx="18720" cy="145440"/>
              </p14:xfrm>
            </p:contentPart>
          </mc:Choice>
          <mc:Fallback>
            <p:pic>
              <p:nvPicPr>
                <p:cNvPr id="41" name="墨迹 40">
                  <a:extLst>
                    <a:ext uri="{FF2B5EF4-FFF2-40B4-BE49-F238E27FC236}">
                      <a16:creationId xmlns:a16="http://schemas.microsoft.com/office/drawing/2014/main" id="{FD23BB10-7475-4420-B4D0-1D5DAD87CFFB}"/>
                    </a:ext>
                  </a:extLst>
                </p:cNvPr>
                <p:cNvPicPr/>
                <p:nvPr/>
              </p:nvPicPr>
              <p:blipFill>
                <a:blip r:embed="rId51"/>
                <a:stretch>
                  <a:fillRect/>
                </a:stretch>
              </p:blipFill>
              <p:spPr>
                <a:xfrm>
                  <a:off x="10540828" y="693516"/>
                  <a:ext cx="3636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2" name="墨迹 41">
                  <a:extLst>
                    <a:ext uri="{FF2B5EF4-FFF2-40B4-BE49-F238E27FC236}">
                      <a16:creationId xmlns:a16="http://schemas.microsoft.com/office/drawing/2014/main" id="{62E10DD8-A975-4FB6-AD57-9BA00BFF530C}"/>
                    </a:ext>
                  </a:extLst>
                </p14:cNvPr>
                <p14:cNvContentPartPr/>
                <p14:nvPr/>
              </p14:nvContentPartPr>
              <p14:xfrm>
                <a:off x="10868068" y="1090596"/>
                <a:ext cx="305640" cy="339840"/>
              </p14:xfrm>
            </p:contentPart>
          </mc:Choice>
          <mc:Fallback>
            <p:pic>
              <p:nvPicPr>
                <p:cNvPr id="42" name="墨迹 41">
                  <a:extLst>
                    <a:ext uri="{FF2B5EF4-FFF2-40B4-BE49-F238E27FC236}">
                      <a16:creationId xmlns:a16="http://schemas.microsoft.com/office/drawing/2014/main" id="{62E10DD8-A975-4FB6-AD57-9BA00BFF530C}"/>
                    </a:ext>
                  </a:extLst>
                </p:cNvPr>
                <p:cNvPicPr/>
                <p:nvPr/>
              </p:nvPicPr>
              <p:blipFill>
                <a:blip r:embed="rId53"/>
                <a:stretch>
                  <a:fillRect/>
                </a:stretch>
              </p:blipFill>
              <p:spPr>
                <a:xfrm>
                  <a:off x="10859428" y="1081596"/>
                  <a:ext cx="323280" cy="3574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3" name="墨迹 42">
                  <a:extLst>
                    <a:ext uri="{FF2B5EF4-FFF2-40B4-BE49-F238E27FC236}">
                      <a16:creationId xmlns:a16="http://schemas.microsoft.com/office/drawing/2014/main" id="{3184DDCC-40F4-4320-A42A-FE3A59E35512}"/>
                    </a:ext>
                  </a:extLst>
                </p14:cNvPr>
                <p14:cNvContentPartPr/>
                <p14:nvPr/>
              </p14:nvContentPartPr>
              <p14:xfrm>
                <a:off x="10913428" y="1109316"/>
                <a:ext cx="16920" cy="325440"/>
              </p14:xfrm>
            </p:contentPart>
          </mc:Choice>
          <mc:Fallback>
            <p:pic>
              <p:nvPicPr>
                <p:cNvPr id="43" name="墨迹 42">
                  <a:extLst>
                    <a:ext uri="{FF2B5EF4-FFF2-40B4-BE49-F238E27FC236}">
                      <a16:creationId xmlns:a16="http://schemas.microsoft.com/office/drawing/2014/main" id="{3184DDCC-40F4-4320-A42A-FE3A59E35512}"/>
                    </a:ext>
                  </a:extLst>
                </p:cNvPr>
                <p:cNvPicPr/>
                <p:nvPr/>
              </p:nvPicPr>
              <p:blipFill>
                <a:blip r:embed="rId55"/>
                <a:stretch>
                  <a:fillRect/>
                </a:stretch>
              </p:blipFill>
              <p:spPr>
                <a:xfrm>
                  <a:off x="10904788" y="1100676"/>
                  <a:ext cx="3456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4" name="墨迹 43">
                  <a:extLst>
                    <a:ext uri="{FF2B5EF4-FFF2-40B4-BE49-F238E27FC236}">
                      <a16:creationId xmlns:a16="http://schemas.microsoft.com/office/drawing/2014/main" id="{96BB2122-44B8-4351-910B-AB5DCB45A637}"/>
                    </a:ext>
                  </a:extLst>
                </p14:cNvPr>
                <p14:cNvContentPartPr/>
                <p14:nvPr/>
              </p14:nvContentPartPr>
              <p14:xfrm>
                <a:off x="11231668" y="1219476"/>
                <a:ext cx="173880" cy="154080"/>
              </p14:xfrm>
            </p:contentPart>
          </mc:Choice>
          <mc:Fallback>
            <p:pic>
              <p:nvPicPr>
                <p:cNvPr id="44" name="墨迹 43">
                  <a:extLst>
                    <a:ext uri="{FF2B5EF4-FFF2-40B4-BE49-F238E27FC236}">
                      <a16:creationId xmlns:a16="http://schemas.microsoft.com/office/drawing/2014/main" id="{96BB2122-44B8-4351-910B-AB5DCB45A637}"/>
                    </a:ext>
                  </a:extLst>
                </p:cNvPr>
                <p:cNvPicPr/>
                <p:nvPr/>
              </p:nvPicPr>
              <p:blipFill>
                <a:blip r:embed="rId57"/>
                <a:stretch>
                  <a:fillRect/>
                </a:stretch>
              </p:blipFill>
              <p:spPr>
                <a:xfrm>
                  <a:off x="11222668" y="1210836"/>
                  <a:ext cx="19152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5" name="墨迹 44">
                  <a:extLst>
                    <a:ext uri="{FF2B5EF4-FFF2-40B4-BE49-F238E27FC236}">
                      <a16:creationId xmlns:a16="http://schemas.microsoft.com/office/drawing/2014/main" id="{FDD637FC-EA3F-4629-9AEF-6793D6C0552B}"/>
                    </a:ext>
                  </a:extLst>
                </p14:cNvPr>
                <p14:cNvContentPartPr/>
                <p14:nvPr/>
              </p14:nvContentPartPr>
              <p14:xfrm>
                <a:off x="11471788" y="1174476"/>
                <a:ext cx="13320" cy="126360"/>
              </p14:xfrm>
            </p:contentPart>
          </mc:Choice>
          <mc:Fallback>
            <p:pic>
              <p:nvPicPr>
                <p:cNvPr id="45" name="墨迹 44">
                  <a:extLst>
                    <a:ext uri="{FF2B5EF4-FFF2-40B4-BE49-F238E27FC236}">
                      <a16:creationId xmlns:a16="http://schemas.microsoft.com/office/drawing/2014/main" id="{FDD637FC-EA3F-4629-9AEF-6793D6C0552B}"/>
                    </a:ext>
                  </a:extLst>
                </p:cNvPr>
                <p:cNvPicPr/>
                <p:nvPr/>
              </p:nvPicPr>
              <p:blipFill>
                <a:blip r:embed="rId59"/>
                <a:stretch>
                  <a:fillRect/>
                </a:stretch>
              </p:blipFill>
              <p:spPr>
                <a:xfrm>
                  <a:off x="11463148" y="1165476"/>
                  <a:ext cx="3096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6" name="墨迹 45">
                  <a:extLst>
                    <a:ext uri="{FF2B5EF4-FFF2-40B4-BE49-F238E27FC236}">
                      <a16:creationId xmlns:a16="http://schemas.microsoft.com/office/drawing/2014/main" id="{0DBF5785-5210-41ED-A1D4-7B7611B8061F}"/>
                    </a:ext>
                  </a:extLst>
                </p14:cNvPr>
                <p14:cNvContentPartPr/>
                <p14:nvPr/>
              </p14:nvContentPartPr>
              <p14:xfrm>
                <a:off x="11364868" y="1176276"/>
                <a:ext cx="253440" cy="82440"/>
              </p14:xfrm>
            </p:contentPart>
          </mc:Choice>
          <mc:Fallback>
            <p:pic>
              <p:nvPicPr>
                <p:cNvPr id="46" name="墨迹 45">
                  <a:extLst>
                    <a:ext uri="{FF2B5EF4-FFF2-40B4-BE49-F238E27FC236}">
                      <a16:creationId xmlns:a16="http://schemas.microsoft.com/office/drawing/2014/main" id="{0DBF5785-5210-41ED-A1D4-7B7611B8061F}"/>
                    </a:ext>
                  </a:extLst>
                </p:cNvPr>
                <p:cNvPicPr/>
                <p:nvPr/>
              </p:nvPicPr>
              <p:blipFill>
                <a:blip r:embed="rId61"/>
                <a:stretch>
                  <a:fillRect/>
                </a:stretch>
              </p:blipFill>
              <p:spPr>
                <a:xfrm>
                  <a:off x="11355868" y="1167276"/>
                  <a:ext cx="27108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7" name="墨迹 46">
                  <a:extLst>
                    <a:ext uri="{FF2B5EF4-FFF2-40B4-BE49-F238E27FC236}">
                      <a16:creationId xmlns:a16="http://schemas.microsoft.com/office/drawing/2014/main" id="{5C7A4B3D-0230-4100-9997-7A0EAD74F871}"/>
                    </a:ext>
                  </a:extLst>
                </p14:cNvPr>
                <p14:cNvContentPartPr/>
                <p14:nvPr/>
              </p14:nvContentPartPr>
              <p14:xfrm>
                <a:off x="11613988" y="1147836"/>
                <a:ext cx="182160" cy="180360"/>
              </p14:xfrm>
            </p:contentPart>
          </mc:Choice>
          <mc:Fallback>
            <p:pic>
              <p:nvPicPr>
                <p:cNvPr id="47" name="墨迹 46">
                  <a:extLst>
                    <a:ext uri="{FF2B5EF4-FFF2-40B4-BE49-F238E27FC236}">
                      <a16:creationId xmlns:a16="http://schemas.microsoft.com/office/drawing/2014/main" id="{5C7A4B3D-0230-4100-9997-7A0EAD74F871}"/>
                    </a:ext>
                  </a:extLst>
                </p:cNvPr>
                <p:cNvPicPr/>
                <p:nvPr/>
              </p:nvPicPr>
              <p:blipFill>
                <a:blip r:embed="rId63"/>
                <a:stretch>
                  <a:fillRect/>
                </a:stretch>
              </p:blipFill>
              <p:spPr>
                <a:xfrm>
                  <a:off x="11605348" y="1139196"/>
                  <a:ext cx="199800" cy="198000"/>
                </a:xfrm>
                <a:prstGeom prst="rect">
                  <a:avLst/>
                </a:prstGeom>
              </p:spPr>
            </p:pic>
          </mc:Fallback>
        </mc:AlternateContent>
      </p:grpSp>
      <p:sp>
        <p:nvSpPr>
          <p:cNvPr id="31772" name="文本框 31771">
            <a:extLst>
              <a:ext uri="{FF2B5EF4-FFF2-40B4-BE49-F238E27FC236}">
                <a16:creationId xmlns:a16="http://schemas.microsoft.com/office/drawing/2014/main" id="{70E5E6D4-EC18-472E-886B-A076EB76FAA4}"/>
              </a:ext>
            </a:extLst>
          </p:cNvPr>
          <p:cNvSpPr txBox="1"/>
          <p:nvPr/>
        </p:nvSpPr>
        <p:spPr>
          <a:xfrm>
            <a:off x="0" y="6218844"/>
            <a:ext cx="12176527" cy="307777"/>
          </a:xfrm>
          <a:prstGeom prst="rect">
            <a:avLst/>
          </a:prstGeom>
          <a:pattFill prst="pct5">
            <a:fgClr>
              <a:schemeClr val="accent1"/>
            </a:fgClr>
            <a:bgClr>
              <a:schemeClr val="bg1"/>
            </a:bgClr>
          </a:pattFill>
          <a:effectLst>
            <a:outerShdw blurRad="50800" dist="38100" dir="2700000" algn="tl" rotWithShape="0">
              <a:prstClr val="black">
                <a:alpha val="40000"/>
              </a:prstClr>
            </a:outerShdw>
          </a:effectLst>
        </p:spPr>
        <p:txBody>
          <a:bodyPr wrap="square" rtlCol="0">
            <a:spAutoFit/>
          </a:bodyPr>
          <a:lstStyle/>
          <a:p>
            <a:r>
              <a:rPr lang="zh-CN" altLang="en-US" sz="1400" b="1" dirty="0">
                <a:highlight>
                  <a:srgbClr val="FFFF00"/>
                </a:highlight>
              </a:rPr>
              <a:t>人：</a:t>
            </a:r>
            <a:r>
              <a:rPr lang="zh-CN" altLang="en-US" sz="1400" dirty="0"/>
              <a:t>襁褓、孩提、总角、女子（豆蔻、及笄）、男子（束发、弱冠）、</a:t>
            </a:r>
            <a:r>
              <a:rPr lang="zh-CN" altLang="en-US" sz="1400" b="1" dirty="0"/>
              <a:t>而立之年、不惑之年</a:t>
            </a:r>
            <a:r>
              <a:rPr lang="zh-CN" altLang="en-US" sz="1400" dirty="0"/>
              <a:t>、</a:t>
            </a:r>
            <a:r>
              <a:rPr lang="zh-CN" altLang="en-US" sz="1400" b="1" dirty="0"/>
              <a:t>知命之年</a:t>
            </a:r>
            <a:r>
              <a:rPr lang="zh-CN" altLang="en-US" sz="1400" dirty="0"/>
              <a:t>、</a:t>
            </a:r>
            <a:r>
              <a:rPr lang="zh-CN" altLang="en-US" sz="1400" b="1" dirty="0"/>
              <a:t>耳顺之年</a:t>
            </a:r>
            <a:r>
              <a:rPr lang="en-US" altLang="zh-CN" sz="1400" b="1" dirty="0"/>
              <a:t>/</a:t>
            </a:r>
            <a:r>
              <a:rPr lang="zh-CN" altLang="en-US" sz="1400" b="1" dirty="0"/>
              <a:t>花甲</a:t>
            </a:r>
            <a:r>
              <a:rPr lang="zh-CN" altLang="en-US" sz="1400" dirty="0"/>
              <a:t>：六十岁</a:t>
            </a:r>
            <a:r>
              <a:rPr lang="zh-CN" altLang="en-US" sz="1400" b="1" dirty="0"/>
              <a:t>古稀之年</a:t>
            </a:r>
            <a:r>
              <a:rPr lang="zh-CN" altLang="en-US" sz="1400" dirty="0"/>
              <a:t>、</a:t>
            </a:r>
            <a:r>
              <a:rPr lang="zh-CN" altLang="en-US" sz="1400" b="1" dirty="0"/>
              <a:t>耄耋</a:t>
            </a:r>
            <a:r>
              <a:rPr lang="zh-CN" altLang="en-US" sz="1400" dirty="0"/>
              <a:t>、</a:t>
            </a:r>
            <a:r>
              <a:rPr lang="zh-CN" altLang="en-US" sz="1400" b="1" dirty="0"/>
              <a:t>期颐</a:t>
            </a:r>
            <a:r>
              <a:rPr lang="zh-CN" altLang="en-US" sz="1100" dirty="0"/>
              <a:t>。</a:t>
            </a:r>
          </a:p>
        </p:txBody>
      </p:sp>
      <p:grpSp>
        <p:nvGrpSpPr>
          <p:cNvPr id="31774" name="组合 31773">
            <a:extLst>
              <a:ext uri="{FF2B5EF4-FFF2-40B4-BE49-F238E27FC236}">
                <a16:creationId xmlns:a16="http://schemas.microsoft.com/office/drawing/2014/main" id="{631AB956-180E-4BAF-A1C8-45008E46C3F3}"/>
              </a:ext>
            </a:extLst>
          </p:cNvPr>
          <p:cNvGrpSpPr/>
          <p:nvPr/>
        </p:nvGrpSpPr>
        <p:grpSpPr>
          <a:xfrm>
            <a:off x="119336" y="1731036"/>
            <a:ext cx="6630692" cy="4459845"/>
            <a:chOff x="119336" y="1731036"/>
            <a:chExt cx="6630692" cy="4459845"/>
          </a:xfrm>
        </p:grpSpPr>
        <mc:AlternateContent xmlns:mc="http://schemas.openxmlformats.org/markup-compatibility/2006">
          <mc:Choice xmlns:p14="http://schemas.microsoft.com/office/powerpoint/2010/main" Requires="p14">
            <p:contentPart p14:bwMode="auto" r:id="rId64">
              <p14:nvContentPartPr>
                <p14:cNvPr id="11" name="墨迹 10">
                  <a:extLst>
                    <a:ext uri="{FF2B5EF4-FFF2-40B4-BE49-F238E27FC236}">
                      <a16:creationId xmlns:a16="http://schemas.microsoft.com/office/drawing/2014/main" id="{491DA210-CD82-478E-A67E-04796E97B167}"/>
                    </a:ext>
                  </a:extLst>
                </p14:cNvPr>
                <p14:cNvContentPartPr/>
                <p14:nvPr/>
              </p14:nvContentPartPr>
              <p14:xfrm>
                <a:off x="4099348" y="2443836"/>
                <a:ext cx="45000" cy="2464200"/>
              </p14:xfrm>
            </p:contentPart>
          </mc:Choice>
          <mc:Fallback>
            <p:pic>
              <p:nvPicPr>
                <p:cNvPr id="11" name="墨迹 10">
                  <a:extLst>
                    <a:ext uri="{FF2B5EF4-FFF2-40B4-BE49-F238E27FC236}">
                      <a16:creationId xmlns:a16="http://schemas.microsoft.com/office/drawing/2014/main" id="{491DA210-CD82-478E-A67E-04796E97B167}"/>
                    </a:ext>
                  </a:extLst>
                </p:cNvPr>
                <p:cNvPicPr/>
                <p:nvPr/>
              </p:nvPicPr>
              <p:blipFill>
                <a:blip r:embed="rId65"/>
                <a:stretch>
                  <a:fillRect/>
                </a:stretch>
              </p:blipFill>
              <p:spPr>
                <a:xfrm>
                  <a:off x="4090348" y="2434836"/>
                  <a:ext cx="62640" cy="24818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2" name="墨迹 11">
                  <a:extLst>
                    <a:ext uri="{FF2B5EF4-FFF2-40B4-BE49-F238E27FC236}">
                      <a16:creationId xmlns:a16="http://schemas.microsoft.com/office/drawing/2014/main" id="{3DA374A5-74FE-4D5A-BC3E-D40DDB08D442}"/>
                    </a:ext>
                  </a:extLst>
                </p14:cNvPr>
                <p14:cNvContentPartPr/>
                <p14:nvPr/>
              </p14:nvContentPartPr>
              <p14:xfrm>
                <a:off x="3995668" y="4716876"/>
                <a:ext cx="177480" cy="255600"/>
              </p14:xfrm>
            </p:contentPart>
          </mc:Choice>
          <mc:Fallback>
            <p:pic>
              <p:nvPicPr>
                <p:cNvPr id="12" name="墨迹 11">
                  <a:extLst>
                    <a:ext uri="{FF2B5EF4-FFF2-40B4-BE49-F238E27FC236}">
                      <a16:creationId xmlns:a16="http://schemas.microsoft.com/office/drawing/2014/main" id="{3DA374A5-74FE-4D5A-BC3E-D40DDB08D442}"/>
                    </a:ext>
                  </a:extLst>
                </p:cNvPr>
                <p:cNvPicPr/>
                <p:nvPr/>
              </p:nvPicPr>
              <p:blipFill>
                <a:blip r:embed="rId67"/>
                <a:stretch>
                  <a:fillRect/>
                </a:stretch>
              </p:blipFill>
              <p:spPr>
                <a:xfrm>
                  <a:off x="3987028" y="4708236"/>
                  <a:ext cx="19512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0" name="墨迹 49">
                  <a:extLst>
                    <a:ext uri="{FF2B5EF4-FFF2-40B4-BE49-F238E27FC236}">
                      <a16:creationId xmlns:a16="http://schemas.microsoft.com/office/drawing/2014/main" id="{6DBE0B77-8937-48E4-8B75-0D5B2F24A871}"/>
                    </a:ext>
                  </a:extLst>
                </p14:cNvPr>
                <p14:cNvContentPartPr/>
                <p14:nvPr/>
              </p14:nvContentPartPr>
              <p14:xfrm>
                <a:off x="5762908" y="2098956"/>
                <a:ext cx="967320" cy="583560"/>
              </p14:xfrm>
            </p:contentPart>
          </mc:Choice>
          <mc:Fallback>
            <p:pic>
              <p:nvPicPr>
                <p:cNvPr id="50" name="墨迹 49">
                  <a:extLst>
                    <a:ext uri="{FF2B5EF4-FFF2-40B4-BE49-F238E27FC236}">
                      <a16:creationId xmlns:a16="http://schemas.microsoft.com/office/drawing/2014/main" id="{6DBE0B77-8937-48E4-8B75-0D5B2F24A871}"/>
                    </a:ext>
                  </a:extLst>
                </p:cNvPr>
                <p:cNvPicPr/>
                <p:nvPr/>
              </p:nvPicPr>
              <p:blipFill>
                <a:blip r:embed="rId69"/>
                <a:stretch>
                  <a:fillRect/>
                </a:stretch>
              </p:blipFill>
              <p:spPr>
                <a:xfrm>
                  <a:off x="5754268" y="2089956"/>
                  <a:ext cx="984960" cy="6012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51" name="墨迹 50">
                  <a:extLst>
                    <a:ext uri="{FF2B5EF4-FFF2-40B4-BE49-F238E27FC236}">
                      <a16:creationId xmlns:a16="http://schemas.microsoft.com/office/drawing/2014/main" id="{F9CFF307-5ABE-4707-A477-64C5BEA60095}"/>
                    </a:ext>
                  </a:extLst>
                </p14:cNvPr>
                <p14:cNvContentPartPr/>
                <p14:nvPr/>
              </p14:nvContentPartPr>
              <p14:xfrm>
                <a:off x="6071068" y="2696196"/>
                <a:ext cx="678960" cy="293760"/>
              </p14:xfrm>
            </p:contentPart>
          </mc:Choice>
          <mc:Fallback>
            <p:pic>
              <p:nvPicPr>
                <p:cNvPr id="51" name="墨迹 50">
                  <a:extLst>
                    <a:ext uri="{FF2B5EF4-FFF2-40B4-BE49-F238E27FC236}">
                      <a16:creationId xmlns:a16="http://schemas.microsoft.com/office/drawing/2014/main" id="{F9CFF307-5ABE-4707-A477-64C5BEA60095}"/>
                    </a:ext>
                  </a:extLst>
                </p:cNvPr>
                <p:cNvPicPr/>
                <p:nvPr/>
              </p:nvPicPr>
              <p:blipFill>
                <a:blip r:embed="rId71"/>
                <a:stretch>
                  <a:fillRect/>
                </a:stretch>
              </p:blipFill>
              <p:spPr>
                <a:xfrm>
                  <a:off x="6062428" y="2687196"/>
                  <a:ext cx="696600" cy="311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52" name="墨迹 51">
                  <a:extLst>
                    <a:ext uri="{FF2B5EF4-FFF2-40B4-BE49-F238E27FC236}">
                      <a16:creationId xmlns:a16="http://schemas.microsoft.com/office/drawing/2014/main" id="{A2E8F5E4-CED2-4314-B4A6-8E9DE4C5087A}"/>
                    </a:ext>
                  </a:extLst>
                </p14:cNvPr>
                <p14:cNvContentPartPr/>
                <p14:nvPr/>
              </p14:nvContentPartPr>
              <p14:xfrm>
                <a:off x="6023188" y="3138276"/>
                <a:ext cx="552240" cy="358560"/>
              </p14:xfrm>
            </p:contentPart>
          </mc:Choice>
          <mc:Fallback>
            <p:pic>
              <p:nvPicPr>
                <p:cNvPr id="52" name="墨迹 51">
                  <a:extLst>
                    <a:ext uri="{FF2B5EF4-FFF2-40B4-BE49-F238E27FC236}">
                      <a16:creationId xmlns:a16="http://schemas.microsoft.com/office/drawing/2014/main" id="{A2E8F5E4-CED2-4314-B4A6-8E9DE4C5087A}"/>
                    </a:ext>
                  </a:extLst>
                </p:cNvPr>
                <p:cNvPicPr/>
                <p:nvPr/>
              </p:nvPicPr>
              <p:blipFill>
                <a:blip r:embed="rId73"/>
                <a:stretch>
                  <a:fillRect/>
                </a:stretch>
              </p:blipFill>
              <p:spPr>
                <a:xfrm>
                  <a:off x="6014188" y="3129276"/>
                  <a:ext cx="569880" cy="3762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3" name="墨迹 52">
                  <a:extLst>
                    <a:ext uri="{FF2B5EF4-FFF2-40B4-BE49-F238E27FC236}">
                      <a16:creationId xmlns:a16="http://schemas.microsoft.com/office/drawing/2014/main" id="{A2018568-D4EA-441C-AF8D-9E1284FA5A91}"/>
                    </a:ext>
                  </a:extLst>
                </p14:cNvPr>
                <p14:cNvContentPartPr/>
                <p14:nvPr/>
              </p14:nvContentPartPr>
              <p14:xfrm>
                <a:off x="5863348" y="3441036"/>
                <a:ext cx="664560" cy="276120"/>
              </p14:xfrm>
            </p:contentPart>
          </mc:Choice>
          <mc:Fallback>
            <p:pic>
              <p:nvPicPr>
                <p:cNvPr id="53" name="墨迹 52">
                  <a:extLst>
                    <a:ext uri="{FF2B5EF4-FFF2-40B4-BE49-F238E27FC236}">
                      <a16:creationId xmlns:a16="http://schemas.microsoft.com/office/drawing/2014/main" id="{A2018568-D4EA-441C-AF8D-9E1284FA5A91}"/>
                    </a:ext>
                  </a:extLst>
                </p:cNvPr>
                <p:cNvPicPr/>
                <p:nvPr/>
              </p:nvPicPr>
              <p:blipFill>
                <a:blip r:embed="rId75"/>
                <a:stretch>
                  <a:fillRect/>
                </a:stretch>
              </p:blipFill>
              <p:spPr>
                <a:xfrm>
                  <a:off x="5854708" y="3432036"/>
                  <a:ext cx="68220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4" name="墨迹 53">
                  <a:extLst>
                    <a:ext uri="{FF2B5EF4-FFF2-40B4-BE49-F238E27FC236}">
                      <a16:creationId xmlns:a16="http://schemas.microsoft.com/office/drawing/2014/main" id="{AB739C54-2E84-4DDF-B960-A14C7D6C935C}"/>
                    </a:ext>
                  </a:extLst>
                </p14:cNvPr>
                <p14:cNvContentPartPr/>
                <p14:nvPr/>
              </p14:nvContentPartPr>
              <p14:xfrm>
                <a:off x="5803588" y="3786276"/>
                <a:ext cx="575640" cy="357120"/>
              </p14:xfrm>
            </p:contentPart>
          </mc:Choice>
          <mc:Fallback>
            <p:pic>
              <p:nvPicPr>
                <p:cNvPr id="54" name="墨迹 53">
                  <a:extLst>
                    <a:ext uri="{FF2B5EF4-FFF2-40B4-BE49-F238E27FC236}">
                      <a16:creationId xmlns:a16="http://schemas.microsoft.com/office/drawing/2014/main" id="{AB739C54-2E84-4DDF-B960-A14C7D6C935C}"/>
                    </a:ext>
                  </a:extLst>
                </p:cNvPr>
                <p:cNvPicPr/>
                <p:nvPr/>
              </p:nvPicPr>
              <p:blipFill>
                <a:blip r:embed="rId77"/>
                <a:stretch>
                  <a:fillRect/>
                </a:stretch>
              </p:blipFill>
              <p:spPr>
                <a:xfrm>
                  <a:off x="5794588" y="3777636"/>
                  <a:ext cx="593280" cy="3747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5" name="墨迹 54">
                  <a:extLst>
                    <a:ext uri="{FF2B5EF4-FFF2-40B4-BE49-F238E27FC236}">
                      <a16:creationId xmlns:a16="http://schemas.microsoft.com/office/drawing/2014/main" id="{3B7EB3B0-93D7-4A04-962C-3EF94B90F88B}"/>
                    </a:ext>
                  </a:extLst>
                </p14:cNvPr>
                <p14:cNvContentPartPr/>
                <p14:nvPr/>
              </p14:nvContentPartPr>
              <p14:xfrm>
                <a:off x="5774788" y="4038996"/>
                <a:ext cx="511560" cy="294120"/>
              </p14:xfrm>
            </p:contentPart>
          </mc:Choice>
          <mc:Fallback>
            <p:pic>
              <p:nvPicPr>
                <p:cNvPr id="55" name="墨迹 54">
                  <a:extLst>
                    <a:ext uri="{FF2B5EF4-FFF2-40B4-BE49-F238E27FC236}">
                      <a16:creationId xmlns:a16="http://schemas.microsoft.com/office/drawing/2014/main" id="{3B7EB3B0-93D7-4A04-962C-3EF94B90F88B}"/>
                    </a:ext>
                  </a:extLst>
                </p:cNvPr>
                <p:cNvPicPr/>
                <p:nvPr/>
              </p:nvPicPr>
              <p:blipFill>
                <a:blip r:embed="rId79"/>
                <a:stretch>
                  <a:fillRect/>
                </a:stretch>
              </p:blipFill>
              <p:spPr>
                <a:xfrm>
                  <a:off x="5765788" y="4030356"/>
                  <a:ext cx="529200" cy="3117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6" name="墨迹 55">
                  <a:extLst>
                    <a:ext uri="{FF2B5EF4-FFF2-40B4-BE49-F238E27FC236}">
                      <a16:creationId xmlns:a16="http://schemas.microsoft.com/office/drawing/2014/main" id="{9E620BB3-EBCC-4017-836C-3FEAD2082F2A}"/>
                    </a:ext>
                  </a:extLst>
                </p14:cNvPr>
                <p14:cNvContentPartPr/>
                <p14:nvPr/>
              </p14:nvContentPartPr>
              <p14:xfrm>
                <a:off x="5630068" y="4440756"/>
                <a:ext cx="578520" cy="284400"/>
              </p14:xfrm>
            </p:contentPart>
          </mc:Choice>
          <mc:Fallback>
            <p:pic>
              <p:nvPicPr>
                <p:cNvPr id="56" name="墨迹 55">
                  <a:extLst>
                    <a:ext uri="{FF2B5EF4-FFF2-40B4-BE49-F238E27FC236}">
                      <a16:creationId xmlns:a16="http://schemas.microsoft.com/office/drawing/2014/main" id="{9E620BB3-EBCC-4017-836C-3FEAD2082F2A}"/>
                    </a:ext>
                  </a:extLst>
                </p:cNvPr>
                <p:cNvPicPr/>
                <p:nvPr/>
              </p:nvPicPr>
              <p:blipFill>
                <a:blip r:embed="rId81"/>
                <a:stretch>
                  <a:fillRect/>
                </a:stretch>
              </p:blipFill>
              <p:spPr>
                <a:xfrm>
                  <a:off x="5621428" y="4431756"/>
                  <a:ext cx="59616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7" name="墨迹 56">
                  <a:extLst>
                    <a:ext uri="{FF2B5EF4-FFF2-40B4-BE49-F238E27FC236}">
                      <a16:creationId xmlns:a16="http://schemas.microsoft.com/office/drawing/2014/main" id="{F6085C7C-7CA4-4AF0-ABB4-EB0304034FB2}"/>
                    </a:ext>
                  </a:extLst>
                </p14:cNvPr>
                <p14:cNvContentPartPr/>
                <p14:nvPr/>
              </p14:nvContentPartPr>
              <p14:xfrm>
                <a:off x="5641948" y="4791036"/>
                <a:ext cx="655920" cy="315720"/>
              </p14:xfrm>
            </p:contentPart>
          </mc:Choice>
          <mc:Fallback>
            <p:pic>
              <p:nvPicPr>
                <p:cNvPr id="57" name="墨迹 56">
                  <a:extLst>
                    <a:ext uri="{FF2B5EF4-FFF2-40B4-BE49-F238E27FC236}">
                      <a16:creationId xmlns:a16="http://schemas.microsoft.com/office/drawing/2014/main" id="{F6085C7C-7CA4-4AF0-ABB4-EB0304034FB2}"/>
                    </a:ext>
                  </a:extLst>
                </p:cNvPr>
                <p:cNvPicPr/>
                <p:nvPr/>
              </p:nvPicPr>
              <p:blipFill>
                <a:blip r:embed="rId83"/>
                <a:stretch>
                  <a:fillRect/>
                </a:stretch>
              </p:blipFill>
              <p:spPr>
                <a:xfrm>
                  <a:off x="5633308" y="4782396"/>
                  <a:ext cx="673560" cy="3333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9" name="墨迹 58">
                  <a:extLst>
                    <a:ext uri="{FF2B5EF4-FFF2-40B4-BE49-F238E27FC236}">
                      <a16:creationId xmlns:a16="http://schemas.microsoft.com/office/drawing/2014/main" id="{4B97E225-02E3-40C1-BE54-650798A1E455}"/>
                    </a:ext>
                  </a:extLst>
                </p14:cNvPr>
                <p14:cNvContentPartPr/>
                <p14:nvPr/>
              </p14:nvContentPartPr>
              <p14:xfrm>
                <a:off x="6023188" y="1731036"/>
                <a:ext cx="420840" cy="3199680"/>
              </p14:xfrm>
            </p:contentPart>
          </mc:Choice>
          <mc:Fallback>
            <p:pic>
              <p:nvPicPr>
                <p:cNvPr id="59" name="墨迹 58">
                  <a:extLst>
                    <a:ext uri="{FF2B5EF4-FFF2-40B4-BE49-F238E27FC236}">
                      <a16:creationId xmlns:a16="http://schemas.microsoft.com/office/drawing/2014/main" id="{4B97E225-02E3-40C1-BE54-650798A1E455}"/>
                    </a:ext>
                  </a:extLst>
                </p:cNvPr>
                <p:cNvPicPr/>
                <p:nvPr/>
              </p:nvPicPr>
              <p:blipFill>
                <a:blip r:embed="rId85"/>
                <a:stretch>
                  <a:fillRect/>
                </a:stretch>
              </p:blipFill>
              <p:spPr>
                <a:xfrm>
                  <a:off x="6014548" y="1722036"/>
                  <a:ext cx="438480" cy="32173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1" name="墨迹 60">
                  <a:extLst>
                    <a:ext uri="{FF2B5EF4-FFF2-40B4-BE49-F238E27FC236}">
                      <a16:creationId xmlns:a16="http://schemas.microsoft.com/office/drawing/2014/main" id="{E3B416B7-53E4-4CF4-B4ED-B1026C8258D9}"/>
                    </a:ext>
                  </a:extLst>
                </p14:cNvPr>
                <p14:cNvContentPartPr/>
                <p14:nvPr/>
              </p14:nvContentPartPr>
              <p14:xfrm>
                <a:off x="156056" y="5308881"/>
                <a:ext cx="51840" cy="477000"/>
              </p14:xfrm>
            </p:contentPart>
          </mc:Choice>
          <mc:Fallback>
            <p:pic>
              <p:nvPicPr>
                <p:cNvPr id="61" name="墨迹 60">
                  <a:extLst>
                    <a:ext uri="{FF2B5EF4-FFF2-40B4-BE49-F238E27FC236}">
                      <a16:creationId xmlns:a16="http://schemas.microsoft.com/office/drawing/2014/main" id="{E3B416B7-53E4-4CF4-B4ED-B1026C8258D9}"/>
                    </a:ext>
                  </a:extLst>
                </p:cNvPr>
                <p:cNvPicPr/>
                <p:nvPr/>
              </p:nvPicPr>
              <p:blipFill>
                <a:blip r:embed="rId87"/>
                <a:stretch>
                  <a:fillRect/>
                </a:stretch>
              </p:blipFill>
              <p:spPr>
                <a:xfrm>
                  <a:off x="147416" y="5300241"/>
                  <a:ext cx="69480" cy="4946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2" name="墨迹 61">
                  <a:extLst>
                    <a:ext uri="{FF2B5EF4-FFF2-40B4-BE49-F238E27FC236}">
                      <a16:creationId xmlns:a16="http://schemas.microsoft.com/office/drawing/2014/main" id="{93F55343-00B3-4789-9E72-9BD7E82F012D}"/>
                    </a:ext>
                  </a:extLst>
                </p14:cNvPr>
                <p14:cNvContentPartPr/>
                <p14:nvPr/>
              </p14:nvContentPartPr>
              <p14:xfrm>
                <a:off x="119336" y="5455761"/>
                <a:ext cx="151560" cy="735120"/>
              </p14:xfrm>
            </p:contentPart>
          </mc:Choice>
          <mc:Fallback>
            <p:pic>
              <p:nvPicPr>
                <p:cNvPr id="62" name="墨迹 61">
                  <a:extLst>
                    <a:ext uri="{FF2B5EF4-FFF2-40B4-BE49-F238E27FC236}">
                      <a16:creationId xmlns:a16="http://schemas.microsoft.com/office/drawing/2014/main" id="{93F55343-00B3-4789-9E72-9BD7E82F012D}"/>
                    </a:ext>
                  </a:extLst>
                </p:cNvPr>
                <p:cNvPicPr/>
                <p:nvPr/>
              </p:nvPicPr>
              <p:blipFill>
                <a:blip r:embed="rId89"/>
                <a:stretch>
                  <a:fillRect/>
                </a:stretch>
              </p:blipFill>
              <p:spPr>
                <a:xfrm>
                  <a:off x="110696" y="5447121"/>
                  <a:ext cx="169200" cy="7527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3" name="墨迹 62">
                  <a:extLst>
                    <a:ext uri="{FF2B5EF4-FFF2-40B4-BE49-F238E27FC236}">
                      <a16:creationId xmlns:a16="http://schemas.microsoft.com/office/drawing/2014/main" id="{19E45AFC-C758-4818-A5C8-2572BD68A6E3}"/>
                    </a:ext>
                  </a:extLst>
                </p14:cNvPr>
                <p14:cNvContentPartPr/>
                <p14:nvPr/>
              </p14:nvContentPartPr>
              <p14:xfrm>
                <a:off x="227336" y="5697321"/>
                <a:ext cx="27360" cy="111960"/>
              </p14:xfrm>
            </p:contentPart>
          </mc:Choice>
          <mc:Fallback>
            <p:pic>
              <p:nvPicPr>
                <p:cNvPr id="63" name="墨迹 62">
                  <a:extLst>
                    <a:ext uri="{FF2B5EF4-FFF2-40B4-BE49-F238E27FC236}">
                      <a16:creationId xmlns:a16="http://schemas.microsoft.com/office/drawing/2014/main" id="{19E45AFC-C758-4818-A5C8-2572BD68A6E3}"/>
                    </a:ext>
                  </a:extLst>
                </p:cNvPr>
                <p:cNvPicPr/>
                <p:nvPr/>
              </p:nvPicPr>
              <p:blipFill>
                <a:blip r:embed="rId91"/>
                <a:stretch>
                  <a:fillRect/>
                </a:stretch>
              </p:blipFill>
              <p:spPr>
                <a:xfrm>
                  <a:off x="218336" y="5688321"/>
                  <a:ext cx="4500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31744" name="墨迹 31743">
                  <a:extLst>
                    <a:ext uri="{FF2B5EF4-FFF2-40B4-BE49-F238E27FC236}">
                      <a16:creationId xmlns:a16="http://schemas.microsoft.com/office/drawing/2014/main" id="{6F0DDF26-F08E-49F3-9F3C-EBCF7DF04831}"/>
                    </a:ext>
                  </a:extLst>
                </p14:cNvPr>
                <p14:cNvContentPartPr/>
                <p14:nvPr/>
              </p14:nvContentPartPr>
              <p14:xfrm>
                <a:off x="227336" y="5898201"/>
                <a:ext cx="40320" cy="66600"/>
              </p14:xfrm>
            </p:contentPart>
          </mc:Choice>
          <mc:Fallback>
            <p:pic>
              <p:nvPicPr>
                <p:cNvPr id="31744" name="墨迹 31743">
                  <a:extLst>
                    <a:ext uri="{FF2B5EF4-FFF2-40B4-BE49-F238E27FC236}">
                      <a16:creationId xmlns:a16="http://schemas.microsoft.com/office/drawing/2014/main" id="{6F0DDF26-F08E-49F3-9F3C-EBCF7DF04831}"/>
                    </a:ext>
                  </a:extLst>
                </p:cNvPr>
                <p:cNvPicPr/>
                <p:nvPr/>
              </p:nvPicPr>
              <p:blipFill>
                <a:blip r:embed="rId93"/>
                <a:stretch>
                  <a:fillRect/>
                </a:stretch>
              </p:blipFill>
              <p:spPr>
                <a:xfrm>
                  <a:off x="218336" y="5889201"/>
                  <a:ext cx="5796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31745" name="墨迹 31744">
                  <a:extLst>
                    <a:ext uri="{FF2B5EF4-FFF2-40B4-BE49-F238E27FC236}">
                      <a16:creationId xmlns:a16="http://schemas.microsoft.com/office/drawing/2014/main" id="{D177334D-5509-4677-B799-20FD265B1C49}"/>
                    </a:ext>
                  </a:extLst>
                </p14:cNvPr>
                <p14:cNvContentPartPr/>
                <p14:nvPr/>
              </p14:nvContentPartPr>
              <p14:xfrm>
                <a:off x="163616" y="5757801"/>
                <a:ext cx="307800" cy="221400"/>
              </p14:xfrm>
            </p:contentPart>
          </mc:Choice>
          <mc:Fallback>
            <p:pic>
              <p:nvPicPr>
                <p:cNvPr id="31745" name="墨迹 31744">
                  <a:extLst>
                    <a:ext uri="{FF2B5EF4-FFF2-40B4-BE49-F238E27FC236}">
                      <a16:creationId xmlns:a16="http://schemas.microsoft.com/office/drawing/2014/main" id="{D177334D-5509-4677-B799-20FD265B1C49}"/>
                    </a:ext>
                  </a:extLst>
                </p:cNvPr>
                <p:cNvPicPr/>
                <p:nvPr/>
              </p:nvPicPr>
              <p:blipFill>
                <a:blip r:embed="rId95"/>
                <a:stretch>
                  <a:fillRect/>
                </a:stretch>
              </p:blipFill>
              <p:spPr>
                <a:xfrm>
                  <a:off x="154616" y="5748801"/>
                  <a:ext cx="32544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31751" name="墨迹 31750">
                  <a:extLst>
                    <a:ext uri="{FF2B5EF4-FFF2-40B4-BE49-F238E27FC236}">
                      <a16:creationId xmlns:a16="http://schemas.microsoft.com/office/drawing/2014/main" id="{D81F4C62-258E-4643-B70E-2B65968F7A45}"/>
                    </a:ext>
                  </a:extLst>
                </p14:cNvPr>
                <p14:cNvContentPartPr/>
                <p14:nvPr/>
              </p14:nvContentPartPr>
              <p14:xfrm>
                <a:off x="570776" y="5304201"/>
                <a:ext cx="13320" cy="34560"/>
              </p14:xfrm>
            </p:contentPart>
          </mc:Choice>
          <mc:Fallback>
            <p:pic>
              <p:nvPicPr>
                <p:cNvPr id="31751" name="墨迹 31750">
                  <a:extLst>
                    <a:ext uri="{FF2B5EF4-FFF2-40B4-BE49-F238E27FC236}">
                      <a16:creationId xmlns:a16="http://schemas.microsoft.com/office/drawing/2014/main" id="{D81F4C62-258E-4643-B70E-2B65968F7A45}"/>
                    </a:ext>
                  </a:extLst>
                </p:cNvPr>
                <p:cNvPicPr/>
                <p:nvPr/>
              </p:nvPicPr>
              <p:blipFill>
                <a:blip r:embed="rId97"/>
                <a:stretch>
                  <a:fillRect/>
                </a:stretch>
              </p:blipFill>
              <p:spPr>
                <a:xfrm>
                  <a:off x="561776" y="5295201"/>
                  <a:ext cx="3096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31752" name="墨迹 31751">
                  <a:extLst>
                    <a:ext uri="{FF2B5EF4-FFF2-40B4-BE49-F238E27FC236}">
                      <a16:creationId xmlns:a16="http://schemas.microsoft.com/office/drawing/2014/main" id="{201F1961-2473-45BC-8683-0C233B7D9712}"/>
                    </a:ext>
                  </a:extLst>
                </p14:cNvPr>
                <p14:cNvContentPartPr/>
                <p14:nvPr/>
              </p14:nvContentPartPr>
              <p14:xfrm>
                <a:off x="416336" y="5591841"/>
                <a:ext cx="30960" cy="146160"/>
              </p14:xfrm>
            </p:contentPart>
          </mc:Choice>
          <mc:Fallback>
            <p:pic>
              <p:nvPicPr>
                <p:cNvPr id="31752" name="墨迹 31751">
                  <a:extLst>
                    <a:ext uri="{FF2B5EF4-FFF2-40B4-BE49-F238E27FC236}">
                      <a16:creationId xmlns:a16="http://schemas.microsoft.com/office/drawing/2014/main" id="{201F1961-2473-45BC-8683-0C233B7D9712}"/>
                    </a:ext>
                  </a:extLst>
                </p:cNvPr>
                <p:cNvPicPr/>
                <p:nvPr/>
              </p:nvPicPr>
              <p:blipFill>
                <a:blip r:embed="rId99"/>
                <a:stretch>
                  <a:fillRect/>
                </a:stretch>
              </p:blipFill>
              <p:spPr>
                <a:xfrm>
                  <a:off x="407696" y="5583201"/>
                  <a:ext cx="4860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31753" name="墨迹 31752">
                  <a:extLst>
                    <a:ext uri="{FF2B5EF4-FFF2-40B4-BE49-F238E27FC236}">
                      <a16:creationId xmlns:a16="http://schemas.microsoft.com/office/drawing/2014/main" id="{E133A9F3-77CD-4FBF-86D3-DD2540D6EBDB}"/>
                    </a:ext>
                  </a:extLst>
                </p14:cNvPr>
                <p14:cNvContentPartPr/>
                <p14:nvPr/>
              </p14:nvContentPartPr>
              <p14:xfrm>
                <a:off x="472856" y="5444961"/>
                <a:ext cx="212760" cy="73440"/>
              </p14:xfrm>
            </p:contentPart>
          </mc:Choice>
          <mc:Fallback>
            <p:pic>
              <p:nvPicPr>
                <p:cNvPr id="31753" name="墨迹 31752">
                  <a:extLst>
                    <a:ext uri="{FF2B5EF4-FFF2-40B4-BE49-F238E27FC236}">
                      <a16:creationId xmlns:a16="http://schemas.microsoft.com/office/drawing/2014/main" id="{E133A9F3-77CD-4FBF-86D3-DD2540D6EBDB}"/>
                    </a:ext>
                  </a:extLst>
                </p:cNvPr>
                <p:cNvPicPr/>
                <p:nvPr/>
              </p:nvPicPr>
              <p:blipFill>
                <a:blip r:embed="rId101"/>
                <a:stretch>
                  <a:fillRect/>
                </a:stretch>
              </p:blipFill>
              <p:spPr>
                <a:xfrm>
                  <a:off x="463856" y="5435961"/>
                  <a:ext cx="23040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31754" name="墨迹 31753">
                  <a:extLst>
                    <a:ext uri="{FF2B5EF4-FFF2-40B4-BE49-F238E27FC236}">
                      <a16:creationId xmlns:a16="http://schemas.microsoft.com/office/drawing/2014/main" id="{3634FB1D-669B-4982-B900-E739CE79B685}"/>
                    </a:ext>
                  </a:extLst>
                </p14:cNvPr>
                <p14:cNvContentPartPr/>
                <p14:nvPr/>
              </p14:nvContentPartPr>
              <p14:xfrm>
                <a:off x="552416" y="5645121"/>
                <a:ext cx="166320" cy="299880"/>
              </p14:xfrm>
            </p:contentPart>
          </mc:Choice>
          <mc:Fallback>
            <p:pic>
              <p:nvPicPr>
                <p:cNvPr id="31754" name="墨迹 31753">
                  <a:extLst>
                    <a:ext uri="{FF2B5EF4-FFF2-40B4-BE49-F238E27FC236}">
                      <a16:creationId xmlns:a16="http://schemas.microsoft.com/office/drawing/2014/main" id="{3634FB1D-669B-4982-B900-E739CE79B685}"/>
                    </a:ext>
                  </a:extLst>
                </p:cNvPr>
                <p:cNvPicPr/>
                <p:nvPr/>
              </p:nvPicPr>
              <p:blipFill>
                <a:blip r:embed="rId103"/>
                <a:stretch>
                  <a:fillRect/>
                </a:stretch>
              </p:blipFill>
              <p:spPr>
                <a:xfrm>
                  <a:off x="543416" y="5636481"/>
                  <a:ext cx="18396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31756" name="墨迹 31755">
                  <a:extLst>
                    <a:ext uri="{FF2B5EF4-FFF2-40B4-BE49-F238E27FC236}">
                      <a16:creationId xmlns:a16="http://schemas.microsoft.com/office/drawing/2014/main" id="{748583D2-56DE-4538-895C-BAF02C29F9F6}"/>
                    </a:ext>
                  </a:extLst>
                </p14:cNvPr>
                <p14:cNvContentPartPr/>
                <p14:nvPr/>
              </p14:nvContentPartPr>
              <p14:xfrm>
                <a:off x="780296" y="5506161"/>
                <a:ext cx="171360" cy="307800"/>
              </p14:xfrm>
            </p:contentPart>
          </mc:Choice>
          <mc:Fallback>
            <p:pic>
              <p:nvPicPr>
                <p:cNvPr id="31756" name="墨迹 31755">
                  <a:extLst>
                    <a:ext uri="{FF2B5EF4-FFF2-40B4-BE49-F238E27FC236}">
                      <a16:creationId xmlns:a16="http://schemas.microsoft.com/office/drawing/2014/main" id="{748583D2-56DE-4538-895C-BAF02C29F9F6}"/>
                    </a:ext>
                  </a:extLst>
                </p:cNvPr>
                <p:cNvPicPr/>
                <p:nvPr/>
              </p:nvPicPr>
              <p:blipFill>
                <a:blip r:embed="rId105"/>
                <a:stretch>
                  <a:fillRect/>
                </a:stretch>
              </p:blipFill>
              <p:spPr>
                <a:xfrm>
                  <a:off x="771296" y="5497161"/>
                  <a:ext cx="189000" cy="3254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31757" name="墨迹 31756">
                  <a:extLst>
                    <a:ext uri="{FF2B5EF4-FFF2-40B4-BE49-F238E27FC236}">
                      <a16:creationId xmlns:a16="http://schemas.microsoft.com/office/drawing/2014/main" id="{8058D98B-EF0A-4CD9-90B0-D937CB12E576}"/>
                    </a:ext>
                  </a:extLst>
                </p14:cNvPr>
                <p14:cNvContentPartPr/>
                <p14:nvPr/>
              </p14:nvContentPartPr>
              <p14:xfrm>
                <a:off x="743576" y="5623161"/>
                <a:ext cx="127800" cy="76320"/>
              </p14:xfrm>
            </p:contentPart>
          </mc:Choice>
          <mc:Fallback>
            <p:pic>
              <p:nvPicPr>
                <p:cNvPr id="31757" name="墨迹 31756">
                  <a:extLst>
                    <a:ext uri="{FF2B5EF4-FFF2-40B4-BE49-F238E27FC236}">
                      <a16:creationId xmlns:a16="http://schemas.microsoft.com/office/drawing/2014/main" id="{8058D98B-EF0A-4CD9-90B0-D937CB12E576}"/>
                    </a:ext>
                  </a:extLst>
                </p:cNvPr>
                <p:cNvPicPr/>
                <p:nvPr/>
              </p:nvPicPr>
              <p:blipFill>
                <a:blip r:embed="rId107"/>
                <a:stretch>
                  <a:fillRect/>
                </a:stretch>
              </p:blipFill>
              <p:spPr>
                <a:xfrm>
                  <a:off x="734576" y="5614161"/>
                  <a:ext cx="14544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31758" name="墨迹 31757">
                  <a:extLst>
                    <a:ext uri="{FF2B5EF4-FFF2-40B4-BE49-F238E27FC236}">
                      <a16:creationId xmlns:a16="http://schemas.microsoft.com/office/drawing/2014/main" id="{9E13BB02-FB85-4FB6-BA0C-6B7F586D7579}"/>
                    </a:ext>
                  </a:extLst>
                </p14:cNvPr>
                <p14:cNvContentPartPr/>
                <p14:nvPr/>
              </p14:nvContentPartPr>
              <p14:xfrm>
                <a:off x="709016" y="5703801"/>
                <a:ext cx="227520" cy="127800"/>
              </p14:xfrm>
            </p:contentPart>
          </mc:Choice>
          <mc:Fallback>
            <p:pic>
              <p:nvPicPr>
                <p:cNvPr id="31758" name="墨迹 31757">
                  <a:extLst>
                    <a:ext uri="{FF2B5EF4-FFF2-40B4-BE49-F238E27FC236}">
                      <a16:creationId xmlns:a16="http://schemas.microsoft.com/office/drawing/2014/main" id="{9E13BB02-FB85-4FB6-BA0C-6B7F586D7579}"/>
                    </a:ext>
                  </a:extLst>
                </p:cNvPr>
                <p:cNvPicPr/>
                <p:nvPr/>
              </p:nvPicPr>
              <p:blipFill>
                <a:blip r:embed="rId109"/>
                <a:stretch>
                  <a:fillRect/>
                </a:stretch>
              </p:blipFill>
              <p:spPr>
                <a:xfrm>
                  <a:off x="700376" y="5695161"/>
                  <a:ext cx="24516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31759" name="墨迹 31758">
                  <a:extLst>
                    <a:ext uri="{FF2B5EF4-FFF2-40B4-BE49-F238E27FC236}">
                      <a16:creationId xmlns:a16="http://schemas.microsoft.com/office/drawing/2014/main" id="{5ACF50EA-BF2F-4503-8620-590749B25251}"/>
                    </a:ext>
                  </a:extLst>
                </p14:cNvPr>
                <p14:cNvContentPartPr/>
                <p14:nvPr/>
              </p14:nvContentPartPr>
              <p14:xfrm>
                <a:off x="999896" y="5369001"/>
                <a:ext cx="182880" cy="46800"/>
              </p14:xfrm>
            </p:contentPart>
          </mc:Choice>
          <mc:Fallback>
            <p:pic>
              <p:nvPicPr>
                <p:cNvPr id="31759" name="墨迹 31758">
                  <a:extLst>
                    <a:ext uri="{FF2B5EF4-FFF2-40B4-BE49-F238E27FC236}">
                      <a16:creationId xmlns:a16="http://schemas.microsoft.com/office/drawing/2014/main" id="{5ACF50EA-BF2F-4503-8620-590749B25251}"/>
                    </a:ext>
                  </a:extLst>
                </p:cNvPr>
                <p:cNvPicPr/>
                <p:nvPr/>
              </p:nvPicPr>
              <p:blipFill>
                <a:blip r:embed="rId111"/>
                <a:stretch>
                  <a:fillRect/>
                </a:stretch>
              </p:blipFill>
              <p:spPr>
                <a:xfrm>
                  <a:off x="991256" y="5360001"/>
                  <a:ext cx="20052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31760" name="墨迹 31759">
                  <a:extLst>
                    <a:ext uri="{FF2B5EF4-FFF2-40B4-BE49-F238E27FC236}">
                      <a16:creationId xmlns:a16="http://schemas.microsoft.com/office/drawing/2014/main" id="{8C6645E4-29A4-4540-ABB1-B5082FDA28E5}"/>
                    </a:ext>
                  </a:extLst>
                </p14:cNvPr>
                <p14:cNvContentPartPr/>
                <p14:nvPr/>
              </p14:nvContentPartPr>
              <p14:xfrm>
                <a:off x="1067216" y="5313921"/>
                <a:ext cx="42840" cy="349200"/>
              </p14:xfrm>
            </p:contentPart>
          </mc:Choice>
          <mc:Fallback>
            <p:pic>
              <p:nvPicPr>
                <p:cNvPr id="31760" name="墨迹 31759">
                  <a:extLst>
                    <a:ext uri="{FF2B5EF4-FFF2-40B4-BE49-F238E27FC236}">
                      <a16:creationId xmlns:a16="http://schemas.microsoft.com/office/drawing/2014/main" id="{8C6645E4-29A4-4540-ABB1-B5082FDA28E5}"/>
                    </a:ext>
                  </a:extLst>
                </p:cNvPr>
                <p:cNvPicPr/>
                <p:nvPr/>
              </p:nvPicPr>
              <p:blipFill>
                <a:blip r:embed="rId113"/>
                <a:stretch>
                  <a:fillRect/>
                </a:stretch>
              </p:blipFill>
              <p:spPr>
                <a:xfrm>
                  <a:off x="1058576" y="5304921"/>
                  <a:ext cx="60480" cy="3668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31761" name="墨迹 31760">
                  <a:extLst>
                    <a:ext uri="{FF2B5EF4-FFF2-40B4-BE49-F238E27FC236}">
                      <a16:creationId xmlns:a16="http://schemas.microsoft.com/office/drawing/2014/main" id="{144AD90F-D637-411A-82C8-F1F58C5CCBCD}"/>
                    </a:ext>
                  </a:extLst>
                </p14:cNvPr>
                <p14:cNvContentPartPr/>
                <p14:nvPr/>
              </p14:nvContentPartPr>
              <p14:xfrm>
                <a:off x="998816" y="5546481"/>
                <a:ext cx="70920" cy="187920"/>
              </p14:xfrm>
            </p:contentPart>
          </mc:Choice>
          <mc:Fallback>
            <p:pic>
              <p:nvPicPr>
                <p:cNvPr id="31761" name="墨迹 31760">
                  <a:extLst>
                    <a:ext uri="{FF2B5EF4-FFF2-40B4-BE49-F238E27FC236}">
                      <a16:creationId xmlns:a16="http://schemas.microsoft.com/office/drawing/2014/main" id="{144AD90F-D637-411A-82C8-F1F58C5CCBCD}"/>
                    </a:ext>
                  </a:extLst>
                </p:cNvPr>
                <p:cNvPicPr/>
                <p:nvPr/>
              </p:nvPicPr>
              <p:blipFill>
                <a:blip r:embed="rId115"/>
                <a:stretch>
                  <a:fillRect/>
                </a:stretch>
              </p:blipFill>
              <p:spPr>
                <a:xfrm>
                  <a:off x="989816" y="5537841"/>
                  <a:ext cx="8856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31762" name="墨迹 31761">
                  <a:extLst>
                    <a:ext uri="{FF2B5EF4-FFF2-40B4-BE49-F238E27FC236}">
                      <a16:creationId xmlns:a16="http://schemas.microsoft.com/office/drawing/2014/main" id="{2E4D9AB4-69A2-4E34-AF5A-7A623B195B0B}"/>
                    </a:ext>
                  </a:extLst>
                </p14:cNvPr>
                <p14:cNvContentPartPr/>
                <p14:nvPr/>
              </p14:nvContentPartPr>
              <p14:xfrm>
                <a:off x="1093136" y="5555121"/>
                <a:ext cx="151560" cy="50760"/>
              </p14:xfrm>
            </p:contentPart>
          </mc:Choice>
          <mc:Fallback>
            <p:pic>
              <p:nvPicPr>
                <p:cNvPr id="31762" name="墨迹 31761">
                  <a:extLst>
                    <a:ext uri="{FF2B5EF4-FFF2-40B4-BE49-F238E27FC236}">
                      <a16:creationId xmlns:a16="http://schemas.microsoft.com/office/drawing/2014/main" id="{2E4D9AB4-69A2-4E34-AF5A-7A623B195B0B}"/>
                    </a:ext>
                  </a:extLst>
                </p:cNvPr>
                <p:cNvPicPr/>
                <p:nvPr/>
              </p:nvPicPr>
              <p:blipFill>
                <a:blip r:embed="rId117"/>
                <a:stretch>
                  <a:fillRect/>
                </a:stretch>
              </p:blipFill>
              <p:spPr>
                <a:xfrm>
                  <a:off x="1084136" y="5546481"/>
                  <a:ext cx="16920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31763" name="墨迹 31762">
                  <a:extLst>
                    <a:ext uri="{FF2B5EF4-FFF2-40B4-BE49-F238E27FC236}">
                      <a16:creationId xmlns:a16="http://schemas.microsoft.com/office/drawing/2014/main" id="{5D77DBCA-AA3C-41DA-83AD-8CFB52F1FBDD}"/>
                    </a:ext>
                  </a:extLst>
                </p14:cNvPr>
                <p14:cNvContentPartPr/>
                <p14:nvPr/>
              </p14:nvContentPartPr>
              <p14:xfrm>
                <a:off x="1126256" y="5505081"/>
                <a:ext cx="149040" cy="232920"/>
              </p14:xfrm>
            </p:contentPart>
          </mc:Choice>
          <mc:Fallback>
            <p:pic>
              <p:nvPicPr>
                <p:cNvPr id="31763" name="墨迹 31762">
                  <a:extLst>
                    <a:ext uri="{FF2B5EF4-FFF2-40B4-BE49-F238E27FC236}">
                      <a16:creationId xmlns:a16="http://schemas.microsoft.com/office/drawing/2014/main" id="{5D77DBCA-AA3C-41DA-83AD-8CFB52F1FBDD}"/>
                    </a:ext>
                  </a:extLst>
                </p:cNvPr>
                <p:cNvPicPr/>
                <p:nvPr/>
              </p:nvPicPr>
              <p:blipFill>
                <a:blip r:embed="rId119"/>
                <a:stretch>
                  <a:fillRect/>
                </a:stretch>
              </p:blipFill>
              <p:spPr>
                <a:xfrm>
                  <a:off x="1117256" y="5496081"/>
                  <a:ext cx="16668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31764" name="墨迹 31763">
                  <a:extLst>
                    <a:ext uri="{FF2B5EF4-FFF2-40B4-BE49-F238E27FC236}">
                      <a16:creationId xmlns:a16="http://schemas.microsoft.com/office/drawing/2014/main" id="{EB2B7220-DCD0-4B7C-A4FC-4E0CC3701F5E}"/>
                    </a:ext>
                  </a:extLst>
                </p14:cNvPr>
                <p14:cNvContentPartPr/>
                <p14:nvPr/>
              </p14:nvContentPartPr>
              <p14:xfrm>
                <a:off x="1384736" y="5006481"/>
                <a:ext cx="45720" cy="60480"/>
              </p14:xfrm>
            </p:contentPart>
          </mc:Choice>
          <mc:Fallback>
            <p:pic>
              <p:nvPicPr>
                <p:cNvPr id="31764" name="墨迹 31763">
                  <a:extLst>
                    <a:ext uri="{FF2B5EF4-FFF2-40B4-BE49-F238E27FC236}">
                      <a16:creationId xmlns:a16="http://schemas.microsoft.com/office/drawing/2014/main" id="{EB2B7220-DCD0-4B7C-A4FC-4E0CC3701F5E}"/>
                    </a:ext>
                  </a:extLst>
                </p:cNvPr>
                <p:cNvPicPr/>
                <p:nvPr/>
              </p:nvPicPr>
              <p:blipFill>
                <a:blip r:embed="rId121"/>
                <a:stretch>
                  <a:fillRect/>
                </a:stretch>
              </p:blipFill>
              <p:spPr>
                <a:xfrm>
                  <a:off x="1375736" y="4997481"/>
                  <a:ext cx="6336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31765" name="墨迹 31764">
                  <a:extLst>
                    <a:ext uri="{FF2B5EF4-FFF2-40B4-BE49-F238E27FC236}">
                      <a16:creationId xmlns:a16="http://schemas.microsoft.com/office/drawing/2014/main" id="{4EDAEAFA-D7E7-45B1-A99D-B94465616B6D}"/>
                    </a:ext>
                  </a:extLst>
                </p14:cNvPr>
                <p14:cNvContentPartPr/>
                <p14:nvPr/>
              </p14:nvContentPartPr>
              <p14:xfrm>
                <a:off x="1289696" y="5113041"/>
                <a:ext cx="156240" cy="108720"/>
              </p14:xfrm>
            </p:contentPart>
          </mc:Choice>
          <mc:Fallback>
            <p:pic>
              <p:nvPicPr>
                <p:cNvPr id="31765" name="墨迹 31764">
                  <a:extLst>
                    <a:ext uri="{FF2B5EF4-FFF2-40B4-BE49-F238E27FC236}">
                      <a16:creationId xmlns:a16="http://schemas.microsoft.com/office/drawing/2014/main" id="{4EDAEAFA-D7E7-45B1-A99D-B94465616B6D}"/>
                    </a:ext>
                  </a:extLst>
                </p:cNvPr>
                <p:cNvPicPr/>
                <p:nvPr/>
              </p:nvPicPr>
              <p:blipFill>
                <a:blip r:embed="rId123"/>
                <a:stretch>
                  <a:fillRect/>
                </a:stretch>
              </p:blipFill>
              <p:spPr>
                <a:xfrm>
                  <a:off x="1281056" y="5104041"/>
                  <a:ext cx="17388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31766" name="墨迹 31765">
                  <a:extLst>
                    <a:ext uri="{FF2B5EF4-FFF2-40B4-BE49-F238E27FC236}">
                      <a16:creationId xmlns:a16="http://schemas.microsoft.com/office/drawing/2014/main" id="{24418761-2C36-40CC-BE6F-123C7DB5CDE7}"/>
                    </a:ext>
                  </a:extLst>
                </p14:cNvPr>
                <p14:cNvContentPartPr/>
                <p14:nvPr/>
              </p14:nvContentPartPr>
              <p14:xfrm>
                <a:off x="1329656" y="5237961"/>
                <a:ext cx="73080" cy="124560"/>
              </p14:xfrm>
            </p:contentPart>
          </mc:Choice>
          <mc:Fallback>
            <p:pic>
              <p:nvPicPr>
                <p:cNvPr id="31766" name="墨迹 31765">
                  <a:extLst>
                    <a:ext uri="{FF2B5EF4-FFF2-40B4-BE49-F238E27FC236}">
                      <a16:creationId xmlns:a16="http://schemas.microsoft.com/office/drawing/2014/main" id="{24418761-2C36-40CC-BE6F-123C7DB5CDE7}"/>
                    </a:ext>
                  </a:extLst>
                </p:cNvPr>
                <p:cNvPicPr/>
                <p:nvPr/>
              </p:nvPicPr>
              <p:blipFill>
                <a:blip r:embed="rId125"/>
                <a:stretch>
                  <a:fillRect/>
                </a:stretch>
              </p:blipFill>
              <p:spPr>
                <a:xfrm>
                  <a:off x="1320656" y="5228961"/>
                  <a:ext cx="9072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31767" name="墨迹 31766">
                  <a:extLst>
                    <a:ext uri="{FF2B5EF4-FFF2-40B4-BE49-F238E27FC236}">
                      <a16:creationId xmlns:a16="http://schemas.microsoft.com/office/drawing/2014/main" id="{B69361D4-5125-4FDD-A7F7-91F3AFA503ED}"/>
                    </a:ext>
                  </a:extLst>
                </p14:cNvPr>
                <p14:cNvContentPartPr/>
                <p14:nvPr/>
              </p14:nvContentPartPr>
              <p14:xfrm>
                <a:off x="1428656" y="5197641"/>
                <a:ext cx="18000" cy="179640"/>
              </p14:xfrm>
            </p:contentPart>
          </mc:Choice>
          <mc:Fallback>
            <p:pic>
              <p:nvPicPr>
                <p:cNvPr id="31767" name="墨迹 31766">
                  <a:extLst>
                    <a:ext uri="{FF2B5EF4-FFF2-40B4-BE49-F238E27FC236}">
                      <a16:creationId xmlns:a16="http://schemas.microsoft.com/office/drawing/2014/main" id="{B69361D4-5125-4FDD-A7F7-91F3AFA503ED}"/>
                    </a:ext>
                  </a:extLst>
                </p:cNvPr>
                <p:cNvPicPr/>
                <p:nvPr/>
              </p:nvPicPr>
              <p:blipFill>
                <a:blip r:embed="rId127"/>
                <a:stretch>
                  <a:fillRect/>
                </a:stretch>
              </p:blipFill>
              <p:spPr>
                <a:xfrm>
                  <a:off x="1420016" y="5188641"/>
                  <a:ext cx="3564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31768" name="墨迹 31767">
                  <a:extLst>
                    <a:ext uri="{FF2B5EF4-FFF2-40B4-BE49-F238E27FC236}">
                      <a16:creationId xmlns:a16="http://schemas.microsoft.com/office/drawing/2014/main" id="{F46A9B7B-9030-48E9-A975-A3DE578190CD}"/>
                    </a:ext>
                  </a:extLst>
                </p14:cNvPr>
                <p14:cNvContentPartPr/>
                <p14:nvPr/>
              </p14:nvContentPartPr>
              <p14:xfrm>
                <a:off x="1325696" y="5289441"/>
                <a:ext cx="165600" cy="377640"/>
              </p14:xfrm>
            </p:contentPart>
          </mc:Choice>
          <mc:Fallback>
            <p:pic>
              <p:nvPicPr>
                <p:cNvPr id="31768" name="墨迹 31767">
                  <a:extLst>
                    <a:ext uri="{FF2B5EF4-FFF2-40B4-BE49-F238E27FC236}">
                      <a16:creationId xmlns:a16="http://schemas.microsoft.com/office/drawing/2014/main" id="{F46A9B7B-9030-48E9-A975-A3DE578190CD}"/>
                    </a:ext>
                  </a:extLst>
                </p:cNvPr>
                <p:cNvPicPr/>
                <p:nvPr/>
              </p:nvPicPr>
              <p:blipFill>
                <a:blip r:embed="rId129"/>
                <a:stretch>
                  <a:fillRect/>
                </a:stretch>
              </p:blipFill>
              <p:spPr>
                <a:xfrm>
                  <a:off x="1317056" y="5280441"/>
                  <a:ext cx="183240" cy="3952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31769" name="墨迹 31768">
                  <a:extLst>
                    <a:ext uri="{FF2B5EF4-FFF2-40B4-BE49-F238E27FC236}">
                      <a16:creationId xmlns:a16="http://schemas.microsoft.com/office/drawing/2014/main" id="{7EBAE01B-6646-4B70-AFCA-EDE771787F26}"/>
                    </a:ext>
                  </a:extLst>
                </p14:cNvPr>
                <p14:cNvContentPartPr/>
                <p14:nvPr/>
              </p14:nvContentPartPr>
              <p14:xfrm>
                <a:off x="1368176" y="5569161"/>
                <a:ext cx="262440" cy="95040"/>
              </p14:xfrm>
            </p:contentPart>
          </mc:Choice>
          <mc:Fallback>
            <p:pic>
              <p:nvPicPr>
                <p:cNvPr id="31769" name="墨迹 31768">
                  <a:extLst>
                    <a:ext uri="{FF2B5EF4-FFF2-40B4-BE49-F238E27FC236}">
                      <a16:creationId xmlns:a16="http://schemas.microsoft.com/office/drawing/2014/main" id="{7EBAE01B-6646-4B70-AFCA-EDE771787F26}"/>
                    </a:ext>
                  </a:extLst>
                </p:cNvPr>
                <p:cNvPicPr/>
                <p:nvPr/>
              </p:nvPicPr>
              <p:blipFill>
                <a:blip r:embed="rId131"/>
                <a:stretch>
                  <a:fillRect/>
                </a:stretch>
              </p:blipFill>
              <p:spPr>
                <a:xfrm>
                  <a:off x="1359176" y="5560521"/>
                  <a:ext cx="28008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31770" name="墨迹 31769">
                  <a:extLst>
                    <a:ext uri="{FF2B5EF4-FFF2-40B4-BE49-F238E27FC236}">
                      <a16:creationId xmlns:a16="http://schemas.microsoft.com/office/drawing/2014/main" id="{073CB2F6-0F61-49D7-84F2-A4A844502F92}"/>
                    </a:ext>
                  </a:extLst>
                </p14:cNvPr>
                <p14:cNvContentPartPr/>
                <p14:nvPr/>
              </p14:nvContentPartPr>
              <p14:xfrm>
                <a:off x="1768496" y="5645121"/>
                <a:ext cx="2160" cy="9000"/>
              </p14:xfrm>
            </p:contentPart>
          </mc:Choice>
          <mc:Fallback>
            <p:pic>
              <p:nvPicPr>
                <p:cNvPr id="31770" name="墨迹 31769">
                  <a:extLst>
                    <a:ext uri="{FF2B5EF4-FFF2-40B4-BE49-F238E27FC236}">
                      <a16:creationId xmlns:a16="http://schemas.microsoft.com/office/drawing/2014/main" id="{073CB2F6-0F61-49D7-84F2-A4A844502F92}"/>
                    </a:ext>
                  </a:extLst>
                </p:cNvPr>
                <p:cNvPicPr/>
                <p:nvPr/>
              </p:nvPicPr>
              <p:blipFill>
                <a:blip r:embed="rId133"/>
                <a:stretch>
                  <a:fillRect/>
                </a:stretch>
              </p:blipFill>
              <p:spPr>
                <a:xfrm>
                  <a:off x="1759856" y="5636481"/>
                  <a:ext cx="1980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31773" name="墨迹 31772">
                  <a:extLst>
                    <a:ext uri="{FF2B5EF4-FFF2-40B4-BE49-F238E27FC236}">
                      <a16:creationId xmlns:a16="http://schemas.microsoft.com/office/drawing/2014/main" id="{E9BA131D-4602-46BC-87DD-2CCC97900981}"/>
                    </a:ext>
                  </a:extLst>
                </p14:cNvPr>
                <p14:cNvContentPartPr/>
                <p14:nvPr/>
              </p14:nvContentPartPr>
              <p14:xfrm>
                <a:off x="849628" y="4867317"/>
                <a:ext cx="5156280" cy="1165320"/>
              </p14:xfrm>
            </p:contentPart>
          </mc:Choice>
          <mc:Fallback>
            <p:pic>
              <p:nvPicPr>
                <p:cNvPr id="31773" name="墨迹 31772">
                  <a:extLst>
                    <a:ext uri="{FF2B5EF4-FFF2-40B4-BE49-F238E27FC236}">
                      <a16:creationId xmlns:a16="http://schemas.microsoft.com/office/drawing/2014/main" id="{E9BA131D-4602-46BC-87DD-2CCC97900981}"/>
                    </a:ext>
                  </a:extLst>
                </p:cNvPr>
                <p:cNvPicPr/>
                <p:nvPr/>
              </p:nvPicPr>
              <p:blipFill>
                <a:blip r:embed="rId135"/>
                <a:stretch>
                  <a:fillRect/>
                </a:stretch>
              </p:blipFill>
              <p:spPr>
                <a:xfrm>
                  <a:off x="840988" y="4858677"/>
                  <a:ext cx="5173920" cy="1182960"/>
                </a:xfrm>
                <a:prstGeom prst="rect">
                  <a:avLst/>
                </a:prstGeom>
              </p:spPr>
            </p:pic>
          </mc:Fallback>
        </mc:AlternateContent>
      </p:grpSp>
    </p:spTree>
    <p:extLst>
      <p:ext uri="{BB962C8B-B14F-4D97-AF65-F5344CB8AC3E}">
        <p14:creationId xmlns:p14="http://schemas.microsoft.com/office/powerpoint/2010/main" val="352329088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34819"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34820" name="Rectangle 3"/>
          <p:cNvSpPr>
            <a:spLocks noGrp="1" noChangeArrowheads="1"/>
          </p:cNvSpPr>
          <p:nvPr>
            <p:ph type="body" idx="1"/>
          </p:nvPr>
        </p:nvSpPr>
        <p:spPr>
          <a:xfrm>
            <a:off x="574136" y="1015207"/>
            <a:ext cx="5955248" cy="5582443"/>
          </a:xfrm>
        </p:spPr>
        <p:txBody>
          <a:bodyPr/>
          <a:lstStyle/>
          <a:p>
            <a:pPr eaLnBrk="1" hangingPunct="1">
              <a:lnSpc>
                <a:spcPct val="150000"/>
              </a:lnSpc>
            </a:pPr>
            <a:r>
              <a:rPr lang="zh-CN" altLang="en-US" dirty="0">
                <a:solidFill>
                  <a:srgbClr val="002060"/>
                </a:solidFill>
                <a:latin typeface="华文中宋" panose="02010600040101010101" pitchFamily="2" charset="-122"/>
                <a:ea typeface="华文中宋" panose="02010600040101010101" pitchFamily="2" charset="-122"/>
              </a:rPr>
              <a:t>应用实例</a:t>
            </a:r>
          </a:p>
          <a:p>
            <a:pPr lvl="1" eaLnBrk="1" hangingPunct="1">
              <a:lnSpc>
                <a:spcPct val="150000"/>
              </a:lnSpc>
              <a:buFont typeface="Wingdings" panose="05000000000000000000" pitchFamily="2" charset="2"/>
              <a:buChar char="n"/>
            </a:pPr>
            <a:r>
              <a:rPr lang="en-US" altLang="zh-CN" dirty="0">
                <a:solidFill>
                  <a:srgbClr val="002060"/>
                </a:solidFill>
                <a:latin typeface="华文中宋" panose="02010600040101010101" pitchFamily="2" charset="-122"/>
                <a:ea typeface="华文中宋" panose="02010600040101010101" pitchFamily="2" charset="-122"/>
              </a:rPr>
              <a:t>TCP/IP</a:t>
            </a:r>
            <a:r>
              <a:rPr lang="zh-CN" altLang="en-US" dirty="0">
                <a:solidFill>
                  <a:srgbClr val="002060"/>
                </a:solidFill>
                <a:latin typeface="华文中宋" panose="02010600040101010101" pitchFamily="2" charset="-122"/>
                <a:ea typeface="华文中宋" panose="02010600040101010101" pitchFamily="2" charset="-122"/>
              </a:rPr>
              <a:t>没有遵守</a:t>
            </a:r>
            <a:r>
              <a:rPr lang="en-US" altLang="zh-CN" dirty="0">
                <a:solidFill>
                  <a:srgbClr val="002060"/>
                </a:solidFill>
                <a:latin typeface="华文中宋" panose="02010600040101010101" pitchFamily="2" charset="-122"/>
                <a:ea typeface="华文中宋" panose="02010600040101010101" pitchFamily="2" charset="-122"/>
              </a:rPr>
              <a:t>ISO</a:t>
            </a:r>
            <a:r>
              <a:rPr lang="zh-CN" altLang="en-US" dirty="0">
                <a:solidFill>
                  <a:srgbClr val="002060"/>
                </a:solidFill>
                <a:latin typeface="华文中宋" panose="02010600040101010101" pitchFamily="2" charset="-122"/>
                <a:ea typeface="华文中宋" panose="02010600040101010101" pitchFamily="2" charset="-122"/>
              </a:rPr>
              <a:t>的</a:t>
            </a:r>
            <a:r>
              <a:rPr lang="en-US" altLang="zh-CN" dirty="0">
                <a:solidFill>
                  <a:srgbClr val="002060"/>
                </a:solidFill>
                <a:latin typeface="华文中宋" panose="02010600040101010101" pitchFamily="2" charset="-122"/>
                <a:ea typeface="华文中宋" panose="02010600040101010101" pitchFamily="2" charset="-122"/>
              </a:rPr>
              <a:t>OSI</a:t>
            </a:r>
            <a:r>
              <a:rPr lang="zh-CN" altLang="en-US" dirty="0">
                <a:solidFill>
                  <a:srgbClr val="002060"/>
                </a:solidFill>
                <a:latin typeface="华文中宋" panose="02010600040101010101" pitchFamily="2" charset="-122"/>
                <a:ea typeface="华文中宋" panose="02010600040101010101" pitchFamily="2" charset="-122"/>
              </a:rPr>
              <a:t>的参考模型。</a:t>
            </a:r>
            <a:endParaRPr lang="en-US" altLang="zh-CN" dirty="0">
              <a:solidFill>
                <a:srgbClr val="002060"/>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en-US" altLang="zh-CN" dirty="0">
                <a:solidFill>
                  <a:srgbClr val="002060"/>
                </a:solidFill>
                <a:latin typeface="华文中宋" panose="02010600040101010101" pitchFamily="2" charset="-122"/>
                <a:ea typeface="华文中宋" panose="02010600040101010101" pitchFamily="2" charset="-122"/>
              </a:rPr>
              <a:t>TCP/IP</a:t>
            </a:r>
            <a:r>
              <a:rPr lang="zh-CN" altLang="en-US" dirty="0">
                <a:solidFill>
                  <a:srgbClr val="002060"/>
                </a:solidFill>
                <a:latin typeface="华文中宋" panose="02010600040101010101" pitchFamily="2" charset="-122"/>
                <a:ea typeface="华文中宋" panose="02010600040101010101" pitchFamily="2" charset="-122"/>
              </a:rPr>
              <a:t>的松散性对于应用开发者没有影响。</a:t>
            </a:r>
          </a:p>
          <a:p>
            <a:pPr lvl="2" eaLnBrk="1" hangingPunct="1">
              <a:lnSpc>
                <a:spcPct val="150000"/>
              </a:lnSpc>
              <a:buFont typeface="Wingdings" panose="05000000000000000000" pitchFamily="2" charset="2"/>
              <a:buChar char="l"/>
            </a:pPr>
            <a:r>
              <a:rPr lang="zh-CN" altLang="en-US" sz="1800" b="0" dirty="0">
                <a:solidFill>
                  <a:schemeClr val="tx1"/>
                </a:solidFill>
                <a:latin typeface="华文中宋" panose="02010600040101010101" pitchFamily="2" charset="-122"/>
                <a:ea typeface="华文中宋" panose="02010600040101010101" pitchFamily="2" charset="-122"/>
              </a:rPr>
              <a:t>开发者大多使用</a:t>
            </a:r>
            <a:r>
              <a:rPr lang="en-US" altLang="zh-CN" sz="1800" b="0" dirty="0">
                <a:solidFill>
                  <a:schemeClr val="tx1"/>
                </a:solidFill>
                <a:latin typeface="华文中宋" panose="02010600040101010101" pitchFamily="2" charset="-122"/>
                <a:ea typeface="华文中宋" panose="02010600040101010101" pitchFamily="2" charset="-122"/>
              </a:rPr>
              <a:t>TCP</a:t>
            </a:r>
            <a:r>
              <a:rPr lang="zh-CN" altLang="en-US" sz="1800" b="0" dirty="0">
                <a:solidFill>
                  <a:schemeClr val="tx1"/>
                </a:solidFill>
                <a:latin typeface="华文中宋" panose="02010600040101010101" pitchFamily="2" charset="-122"/>
                <a:ea typeface="华文中宋" panose="02010600040101010101" pitchFamily="2" charset="-122"/>
              </a:rPr>
              <a:t>或者</a:t>
            </a:r>
            <a:r>
              <a:rPr lang="en-US" altLang="zh-CN" sz="1800" b="0" dirty="0">
                <a:solidFill>
                  <a:schemeClr val="tx1"/>
                </a:solidFill>
                <a:latin typeface="华文中宋" panose="02010600040101010101" pitchFamily="2" charset="-122"/>
                <a:ea typeface="华文中宋" panose="02010600040101010101" pitchFamily="2" charset="-122"/>
              </a:rPr>
              <a:t>UDP</a:t>
            </a:r>
            <a:r>
              <a:rPr lang="zh-CN" altLang="en-US" sz="1800" b="0" dirty="0">
                <a:solidFill>
                  <a:schemeClr val="tx1"/>
                </a:solidFill>
                <a:latin typeface="华文中宋" panose="02010600040101010101" pitchFamily="2" charset="-122"/>
                <a:ea typeface="华文中宋" panose="02010600040101010101" pitchFamily="2" charset="-122"/>
              </a:rPr>
              <a:t>之上的层次，该层上有固定的接口，例如</a:t>
            </a:r>
            <a:r>
              <a:rPr lang="en-US" altLang="zh-CN" sz="1800" b="0" dirty="0">
                <a:solidFill>
                  <a:schemeClr val="tx1"/>
                </a:solidFill>
                <a:latin typeface="华文中宋" panose="02010600040101010101" pitchFamily="2" charset="-122"/>
                <a:ea typeface="华文中宋" panose="02010600040101010101" pitchFamily="2" charset="-122"/>
              </a:rPr>
              <a:t>Socket etc.</a:t>
            </a:r>
          </a:p>
          <a:p>
            <a:pPr lvl="2" eaLnBrk="1" hangingPunct="1">
              <a:lnSpc>
                <a:spcPct val="150000"/>
              </a:lnSpc>
              <a:buFont typeface="Wingdings" panose="05000000000000000000" pitchFamily="2" charset="2"/>
              <a:buChar char="l"/>
            </a:pPr>
            <a:r>
              <a:rPr lang="zh-CN" altLang="en-US" sz="1800" b="0" dirty="0">
                <a:solidFill>
                  <a:schemeClr val="tx1"/>
                </a:solidFill>
                <a:latin typeface="华文中宋" panose="02010600040101010101" pitchFamily="2" charset="-122"/>
                <a:ea typeface="华文中宋" panose="02010600040101010101" pitchFamily="2" charset="-122"/>
              </a:rPr>
              <a:t>源于异构</a:t>
            </a:r>
            <a:r>
              <a:rPr lang="en-US" altLang="zh-CN" sz="1800" b="0" dirty="0">
                <a:solidFill>
                  <a:schemeClr val="tx1"/>
                </a:solidFill>
                <a:latin typeface="华文中宋" panose="02010600040101010101" pitchFamily="2" charset="-122"/>
                <a:ea typeface="华文中宋" panose="02010600040101010101" pitchFamily="2" charset="-122"/>
              </a:rPr>
              <a:t>Internet</a:t>
            </a:r>
            <a:r>
              <a:rPr lang="zh-CN" altLang="en-US" sz="1800" b="0" dirty="0">
                <a:solidFill>
                  <a:schemeClr val="tx1"/>
                </a:solidFill>
                <a:latin typeface="华文中宋" panose="02010600040101010101" pitchFamily="2" charset="-122"/>
                <a:ea typeface="华文中宋" panose="02010600040101010101" pitchFamily="2" charset="-122"/>
              </a:rPr>
              <a:t>网络的原动力，各层的行为和在层间传送的数据包的结构在</a:t>
            </a:r>
            <a:r>
              <a:rPr lang="en-US" altLang="zh-CN" sz="1800" b="0" dirty="0">
                <a:solidFill>
                  <a:schemeClr val="tx1"/>
                </a:solidFill>
                <a:latin typeface="华文中宋" panose="02010600040101010101" pitchFamily="2" charset="-122"/>
                <a:ea typeface="华文中宋" panose="02010600040101010101" pitchFamily="2" charset="-122"/>
              </a:rPr>
              <a:t>TCP/IP</a:t>
            </a:r>
            <a:r>
              <a:rPr lang="zh-CN" altLang="en-US" sz="1800" b="0" dirty="0">
                <a:solidFill>
                  <a:schemeClr val="tx1"/>
                </a:solidFill>
                <a:latin typeface="华文中宋" panose="02010600040101010101" pitchFamily="2" charset="-122"/>
                <a:ea typeface="华文中宋" panose="02010600040101010101" pitchFamily="2" charset="-122"/>
              </a:rPr>
              <a:t>得到了更加严格的定义。</a:t>
            </a:r>
          </a:p>
          <a:p>
            <a:pPr lvl="1" eaLnBrk="1" hangingPunct="1">
              <a:lnSpc>
                <a:spcPct val="80000"/>
              </a:lnSpc>
            </a:pPr>
            <a:endParaRPr lang="zh-CN" altLang="en-US" sz="1800" b="0" dirty="0">
              <a:solidFill>
                <a:schemeClr val="tx1"/>
              </a:solidFill>
              <a:latin typeface="华文中宋" panose="02010600040101010101" pitchFamily="2" charset="-122"/>
              <a:ea typeface="华文中宋" panose="02010600040101010101" pitchFamily="2" charset="-122"/>
            </a:endParaRPr>
          </a:p>
        </p:txBody>
      </p:sp>
      <p:sp>
        <p:nvSpPr>
          <p:cNvPr id="34821" name="Rectangle 4"/>
          <p:cNvSpPr>
            <a:spLocks noChangeArrowheads="1"/>
          </p:cNvSpPr>
          <p:nvPr/>
        </p:nvSpPr>
        <p:spPr bwMode="auto">
          <a:xfrm>
            <a:off x="7102872" y="1846333"/>
            <a:ext cx="1223963" cy="503239"/>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en-US" altLang="zh-CN" sz="1800" dirty="0">
                <a:latin typeface="Times New Roman" panose="02020603050405020304" pitchFamily="18" charset="0"/>
                <a:ea typeface="宋体" panose="02010600030101010101" pitchFamily="2" charset="-122"/>
              </a:rPr>
              <a:t>FTP</a:t>
            </a:r>
            <a:r>
              <a:rPr kumimoji="0" lang="zh-CN" altLang="en-US" sz="1800" dirty="0">
                <a:latin typeface="Times New Roman" panose="02020603050405020304" pitchFamily="18" charset="0"/>
                <a:ea typeface="宋体" panose="02010600030101010101" pitchFamily="2" charset="-122"/>
              </a:rPr>
              <a:t>、</a:t>
            </a:r>
            <a:r>
              <a:rPr kumimoji="0" lang="en-US" altLang="zh-CN" sz="1800" dirty="0">
                <a:latin typeface="Times New Roman" panose="02020603050405020304" pitchFamily="18" charset="0"/>
                <a:ea typeface="宋体" panose="02010600030101010101" pitchFamily="2" charset="-122"/>
              </a:rPr>
              <a:t>SMTP</a:t>
            </a:r>
          </a:p>
          <a:p>
            <a:pPr algn="ctr" eaLnBrk="1" latinLnBrk="0" hangingPunct="1">
              <a:spcBef>
                <a:spcPct val="0"/>
              </a:spcBef>
              <a:buFontTx/>
              <a:buNone/>
            </a:pPr>
            <a:r>
              <a:rPr kumimoji="0" lang="en-US" altLang="zh-CN" sz="1800" dirty="0">
                <a:latin typeface="Times New Roman" panose="02020603050405020304" pitchFamily="18" charset="0"/>
                <a:ea typeface="宋体" panose="02010600030101010101" pitchFamily="2" charset="-122"/>
              </a:rPr>
              <a:t>DNS</a:t>
            </a:r>
            <a:r>
              <a:rPr kumimoji="0" lang="zh-CN" altLang="en-US" sz="1800" dirty="0">
                <a:latin typeface="Times New Roman" panose="02020603050405020304" pitchFamily="18" charset="0"/>
                <a:ea typeface="宋体" panose="02010600030101010101" pitchFamily="2" charset="-122"/>
              </a:rPr>
              <a:t>、</a:t>
            </a:r>
            <a:r>
              <a:rPr kumimoji="0" lang="en-US" altLang="zh-CN" sz="1800" dirty="0">
                <a:latin typeface="Times New Roman" panose="02020603050405020304" pitchFamily="18" charset="0"/>
                <a:ea typeface="宋体" panose="02010600030101010101" pitchFamily="2" charset="-122"/>
              </a:rPr>
              <a:t>Telnet</a:t>
            </a:r>
          </a:p>
        </p:txBody>
      </p:sp>
      <p:sp>
        <p:nvSpPr>
          <p:cNvPr id="34822" name="Rectangle 5"/>
          <p:cNvSpPr>
            <a:spLocks noChangeArrowheads="1"/>
          </p:cNvSpPr>
          <p:nvPr/>
        </p:nvSpPr>
        <p:spPr bwMode="auto">
          <a:xfrm>
            <a:off x="9552384" y="1844747"/>
            <a:ext cx="1223963" cy="503237"/>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en-US" altLang="zh-CN" sz="1800" dirty="0">
                <a:latin typeface="Times New Roman" panose="02020603050405020304" pitchFamily="18" charset="0"/>
                <a:ea typeface="宋体" panose="02010600030101010101" pitchFamily="2" charset="-122"/>
              </a:rPr>
              <a:t>FTP</a:t>
            </a:r>
            <a:r>
              <a:rPr kumimoji="0" lang="zh-CN" altLang="en-US" sz="1800" dirty="0">
                <a:latin typeface="Times New Roman" panose="02020603050405020304" pitchFamily="18" charset="0"/>
                <a:ea typeface="宋体" panose="02010600030101010101" pitchFamily="2" charset="-122"/>
              </a:rPr>
              <a:t>、</a:t>
            </a:r>
            <a:r>
              <a:rPr kumimoji="0" lang="en-US" altLang="zh-CN" sz="1800" dirty="0">
                <a:latin typeface="Times New Roman" panose="02020603050405020304" pitchFamily="18" charset="0"/>
                <a:ea typeface="宋体" panose="02010600030101010101" pitchFamily="2" charset="-122"/>
              </a:rPr>
              <a:t>SMTP</a:t>
            </a:r>
          </a:p>
          <a:p>
            <a:pPr algn="ctr" eaLnBrk="1" latinLnBrk="0" hangingPunct="1">
              <a:spcBef>
                <a:spcPct val="0"/>
              </a:spcBef>
              <a:buFontTx/>
              <a:buNone/>
            </a:pPr>
            <a:r>
              <a:rPr kumimoji="0" lang="en-US" altLang="zh-CN" sz="1800" dirty="0">
                <a:latin typeface="Times New Roman" panose="02020603050405020304" pitchFamily="18" charset="0"/>
                <a:ea typeface="宋体" panose="02010600030101010101" pitchFamily="2" charset="-122"/>
              </a:rPr>
              <a:t>DNS</a:t>
            </a:r>
            <a:r>
              <a:rPr kumimoji="0" lang="zh-CN" altLang="en-US" sz="1800" dirty="0">
                <a:latin typeface="Times New Roman" panose="02020603050405020304" pitchFamily="18" charset="0"/>
                <a:ea typeface="宋体" panose="02010600030101010101" pitchFamily="2" charset="-122"/>
              </a:rPr>
              <a:t>、</a:t>
            </a:r>
            <a:r>
              <a:rPr kumimoji="0" lang="en-US" altLang="zh-CN" sz="1800" dirty="0">
                <a:latin typeface="Times New Roman" panose="02020603050405020304" pitchFamily="18" charset="0"/>
                <a:ea typeface="宋体" panose="02010600030101010101" pitchFamily="2" charset="-122"/>
              </a:rPr>
              <a:t>Telnet</a:t>
            </a:r>
          </a:p>
        </p:txBody>
      </p:sp>
      <p:sp>
        <p:nvSpPr>
          <p:cNvPr id="34823" name="Rectangle 6"/>
          <p:cNvSpPr>
            <a:spLocks noChangeArrowheads="1"/>
          </p:cNvSpPr>
          <p:nvPr/>
        </p:nvSpPr>
        <p:spPr bwMode="auto">
          <a:xfrm>
            <a:off x="7102872" y="2852809"/>
            <a:ext cx="1223963" cy="503239"/>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en-US" altLang="zh-CN" sz="1800">
                <a:latin typeface="Times New Roman" panose="02020603050405020304" pitchFamily="18" charset="0"/>
                <a:ea typeface="宋体" panose="02010600030101010101" pitchFamily="2" charset="-122"/>
              </a:rPr>
              <a:t>TCP</a:t>
            </a:r>
            <a:r>
              <a:rPr kumimoji="0" lang="zh-CN" altLang="en-US" sz="1800">
                <a:latin typeface="Times New Roman" panose="02020603050405020304" pitchFamily="18" charset="0"/>
                <a:ea typeface="宋体" panose="02010600030101010101" pitchFamily="2" charset="-122"/>
              </a:rPr>
              <a:t>、</a:t>
            </a:r>
            <a:r>
              <a:rPr kumimoji="0" lang="en-US" altLang="zh-CN" sz="1800">
                <a:latin typeface="Times New Roman" panose="02020603050405020304" pitchFamily="18" charset="0"/>
                <a:ea typeface="宋体" panose="02010600030101010101" pitchFamily="2" charset="-122"/>
              </a:rPr>
              <a:t>UDP</a:t>
            </a:r>
          </a:p>
        </p:txBody>
      </p:sp>
      <p:sp>
        <p:nvSpPr>
          <p:cNvPr id="34824" name="Rectangle 7"/>
          <p:cNvSpPr>
            <a:spLocks noChangeArrowheads="1"/>
          </p:cNvSpPr>
          <p:nvPr/>
        </p:nvSpPr>
        <p:spPr bwMode="auto">
          <a:xfrm>
            <a:off x="9552384" y="2851223"/>
            <a:ext cx="1223963" cy="503237"/>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en-US" altLang="zh-CN" sz="1800">
                <a:latin typeface="Times New Roman" panose="02020603050405020304" pitchFamily="18" charset="0"/>
                <a:ea typeface="宋体" panose="02010600030101010101" pitchFamily="2" charset="-122"/>
              </a:rPr>
              <a:t>TCP</a:t>
            </a:r>
            <a:r>
              <a:rPr kumimoji="0" lang="zh-CN" altLang="en-US" sz="1800">
                <a:latin typeface="Times New Roman" panose="02020603050405020304" pitchFamily="18" charset="0"/>
                <a:ea typeface="宋体" panose="02010600030101010101" pitchFamily="2" charset="-122"/>
              </a:rPr>
              <a:t>、</a:t>
            </a:r>
            <a:r>
              <a:rPr kumimoji="0" lang="en-US" altLang="zh-CN" sz="1800">
                <a:latin typeface="Times New Roman" panose="02020603050405020304" pitchFamily="18" charset="0"/>
                <a:ea typeface="宋体" panose="02010600030101010101" pitchFamily="2" charset="-122"/>
              </a:rPr>
              <a:t>UDP</a:t>
            </a:r>
          </a:p>
        </p:txBody>
      </p:sp>
      <p:sp>
        <p:nvSpPr>
          <p:cNvPr id="34825" name="Rectangle 8"/>
          <p:cNvSpPr>
            <a:spLocks noChangeArrowheads="1"/>
          </p:cNvSpPr>
          <p:nvPr/>
        </p:nvSpPr>
        <p:spPr bwMode="auto">
          <a:xfrm>
            <a:off x="7102872" y="3791023"/>
            <a:ext cx="1223963" cy="503237"/>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en-US" altLang="zh-CN" sz="1800">
                <a:latin typeface="Times New Roman" panose="02020603050405020304" pitchFamily="18" charset="0"/>
                <a:ea typeface="宋体" panose="02010600030101010101" pitchFamily="2" charset="-122"/>
              </a:rPr>
              <a:t>IP</a:t>
            </a:r>
          </a:p>
        </p:txBody>
      </p:sp>
      <p:sp>
        <p:nvSpPr>
          <p:cNvPr id="34826" name="Rectangle 9"/>
          <p:cNvSpPr>
            <a:spLocks noChangeArrowheads="1"/>
          </p:cNvSpPr>
          <p:nvPr/>
        </p:nvSpPr>
        <p:spPr bwMode="auto">
          <a:xfrm>
            <a:off x="9552384" y="3789433"/>
            <a:ext cx="1223963" cy="503239"/>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en-US" altLang="zh-CN" sz="1800">
                <a:latin typeface="Times New Roman" panose="02020603050405020304" pitchFamily="18" charset="0"/>
                <a:ea typeface="宋体" panose="02010600030101010101" pitchFamily="2" charset="-122"/>
              </a:rPr>
              <a:t>IP</a:t>
            </a:r>
          </a:p>
        </p:txBody>
      </p:sp>
      <p:sp>
        <p:nvSpPr>
          <p:cNvPr id="34827" name="Rectangle 10"/>
          <p:cNvSpPr>
            <a:spLocks noChangeArrowheads="1"/>
          </p:cNvSpPr>
          <p:nvPr/>
        </p:nvSpPr>
        <p:spPr bwMode="auto">
          <a:xfrm>
            <a:off x="7102872" y="4726058"/>
            <a:ext cx="1223963" cy="503239"/>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以太网</a:t>
            </a:r>
            <a:r>
              <a:rPr kumimoji="0" lang="en-US" altLang="zh-CN" sz="1800" dirty="0">
                <a:latin typeface="Times New Roman" panose="02020603050405020304" pitchFamily="18" charset="0"/>
                <a:ea typeface="宋体" panose="02010600030101010101" pitchFamily="2" charset="-122"/>
              </a:rPr>
              <a:t>ARP</a:t>
            </a:r>
            <a:endParaRPr kumimoji="0" lang="zh-CN" altLang="en-US" sz="1800" dirty="0">
              <a:latin typeface="Times New Roman" panose="02020603050405020304" pitchFamily="18" charset="0"/>
              <a:ea typeface="宋体" panose="02010600030101010101" pitchFamily="2" charset="-122"/>
            </a:endParaRPr>
          </a:p>
        </p:txBody>
      </p:sp>
      <p:sp>
        <p:nvSpPr>
          <p:cNvPr id="34828" name="Rectangle 11"/>
          <p:cNvSpPr>
            <a:spLocks noChangeArrowheads="1"/>
          </p:cNvSpPr>
          <p:nvPr/>
        </p:nvSpPr>
        <p:spPr bwMode="auto">
          <a:xfrm>
            <a:off x="9552384" y="4724473"/>
            <a:ext cx="1223963" cy="503237"/>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以太网</a:t>
            </a:r>
            <a:r>
              <a:rPr kumimoji="0" lang="en-US" altLang="zh-CN" sz="1800" dirty="0">
                <a:latin typeface="Times New Roman" panose="02020603050405020304" pitchFamily="18" charset="0"/>
                <a:ea typeface="宋体" panose="02010600030101010101" pitchFamily="2" charset="-122"/>
              </a:rPr>
              <a:t>ARP</a:t>
            </a:r>
            <a:endParaRPr kumimoji="0" lang="zh-CN" altLang="en-US" sz="1800" dirty="0">
              <a:latin typeface="Times New Roman" panose="02020603050405020304" pitchFamily="18" charset="0"/>
              <a:ea typeface="宋体" panose="02010600030101010101" pitchFamily="2" charset="-122"/>
            </a:endParaRPr>
          </a:p>
        </p:txBody>
      </p:sp>
      <p:sp>
        <p:nvSpPr>
          <p:cNvPr id="34829" name="Line 12"/>
          <p:cNvSpPr>
            <a:spLocks noChangeShapeType="1"/>
          </p:cNvSpPr>
          <p:nvPr/>
        </p:nvSpPr>
        <p:spPr bwMode="auto">
          <a:xfrm>
            <a:off x="8326834" y="2060646"/>
            <a:ext cx="1223963"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30" name="Line 13"/>
          <p:cNvSpPr>
            <a:spLocks noChangeShapeType="1"/>
          </p:cNvSpPr>
          <p:nvPr/>
        </p:nvSpPr>
        <p:spPr bwMode="auto">
          <a:xfrm>
            <a:off x="8326834" y="3068708"/>
            <a:ext cx="1223963"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31" name="Line 14"/>
          <p:cNvSpPr>
            <a:spLocks noChangeShapeType="1"/>
          </p:cNvSpPr>
          <p:nvPr/>
        </p:nvSpPr>
        <p:spPr bwMode="auto">
          <a:xfrm>
            <a:off x="8326834" y="4078358"/>
            <a:ext cx="1223963"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32" name="Line 15"/>
          <p:cNvSpPr>
            <a:spLocks noChangeShapeType="1"/>
          </p:cNvSpPr>
          <p:nvPr/>
        </p:nvSpPr>
        <p:spPr bwMode="auto">
          <a:xfrm>
            <a:off x="8326834" y="5013396"/>
            <a:ext cx="1223963"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33" name="Rectangle 16"/>
          <p:cNvSpPr>
            <a:spLocks noChangeArrowheads="1"/>
          </p:cNvSpPr>
          <p:nvPr/>
        </p:nvSpPr>
        <p:spPr bwMode="auto">
          <a:xfrm>
            <a:off x="8399860" y="2060945"/>
            <a:ext cx="1008063" cy="4175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eaLnBrk="1" latinLnBrk="0" hangingPunct="1">
              <a:spcBef>
                <a:spcPct val="0"/>
              </a:spcBef>
              <a:buFontTx/>
              <a:buNone/>
            </a:pPr>
            <a:r>
              <a:rPr kumimoji="0" lang="en-US" altLang="zh-CN" sz="1800" dirty="0">
                <a:latin typeface="Times New Roman" panose="02020603050405020304" pitchFamily="18" charset="0"/>
                <a:ea typeface="宋体" panose="02010600030101010101" pitchFamily="2" charset="-122"/>
              </a:rPr>
              <a:t>FTP</a:t>
            </a:r>
            <a:r>
              <a:rPr kumimoji="0" lang="zh-CN" altLang="en-US" sz="1800" dirty="0">
                <a:latin typeface="Times New Roman" panose="02020603050405020304" pitchFamily="18" charset="0"/>
                <a:ea typeface="宋体" panose="02010600030101010101" pitchFamily="2" charset="-122"/>
              </a:rPr>
              <a:t>协议</a:t>
            </a:r>
          </a:p>
          <a:p>
            <a:pP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eaLnBrk="1" latinLnBrk="0" hangingPunct="1">
              <a:spcBef>
                <a:spcPct val="0"/>
              </a:spcBef>
              <a:buFontTx/>
              <a:buNone/>
            </a:pPr>
            <a:r>
              <a:rPr kumimoji="0" lang="en-US" altLang="zh-CN" sz="1800" dirty="0">
                <a:latin typeface="Times New Roman" panose="02020603050405020304" pitchFamily="18" charset="0"/>
                <a:ea typeface="宋体" panose="02010600030101010101" pitchFamily="2" charset="-122"/>
              </a:rPr>
              <a:t>TCP</a:t>
            </a:r>
            <a:r>
              <a:rPr kumimoji="0" lang="zh-CN" altLang="en-US" sz="1800" dirty="0">
                <a:latin typeface="Times New Roman" panose="02020603050405020304" pitchFamily="18" charset="0"/>
                <a:ea typeface="宋体" panose="02010600030101010101" pitchFamily="2" charset="-122"/>
              </a:rPr>
              <a:t>协议</a:t>
            </a:r>
          </a:p>
          <a:p>
            <a:pP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eaLnBrk="1" latinLnBrk="0" hangingPunct="1">
              <a:spcBef>
                <a:spcPct val="0"/>
              </a:spcBef>
              <a:buFontTx/>
              <a:buNone/>
            </a:pPr>
            <a:r>
              <a:rPr kumimoji="0" lang="en-US" altLang="zh-CN" sz="1800" dirty="0">
                <a:latin typeface="Times New Roman" panose="02020603050405020304" pitchFamily="18" charset="0"/>
                <a:ea typeface="宋体" panose="02010600030101010101" pitchFamily="2" charset="-122"/>
              </a:rPr>
              <a:t>IP</a:t>
            </a:r>
            <a:r>
              <a:rPr kumimoji="0" lang="zh-CN" altLang="en-US" sz="1800" dirty="0">
                <a:latin typeface="Times New Roman" panose="02020603050405020304" pitchFamily="18" charset="0"/>
                <a:ea typeface="宋体" panose="02010600030101010101" pitchFamily="2" charset="-122"/>
              </a:rPr>
              <a:t>协议</a:t>
            </a:r>
          </a:p>
          <a:p>
            <a:pP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eaLnBrk="1" latinLnBrk="0" hangingPunct="1">
              <a:spcBef>
                <a:spcPct val="0"/>
              </a:spcBef>
              <a:buFontTx/>
              <a:buNone/>
            </a:pPr>
            <a:r>
              <a:rPr kumimoji="0" lang="zh-CN" altLang="en-US" sz="1600" dirty="0">
                <a:latin typeface="Times New Roman" panose="02020603050405020304" pitchFamily="18" charset="0"/>
                <a:ea typeface="宋体" panose="02010600030101010101" pitchFamily="2" charset="-122"/>
              </a:rPr>
              <a:t>以太网协议</a:t>
            </a:r>
          </a:p>
          <a:p>
            <a:pPr eaLnBrk="1" latinLnBrk="0" hangingPunct="1">
              <a:spcBef>
                <a:spcPct val="0"/>
              </a:spcBef>
              <a:buFontTx/>
              <a:buNone/>
            </a:pPr>
            <a:endParaRPr kumimoji="0" lang="zh-CN" altLang="en-US" sz="12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2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2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200" dirty="0">
              <a:latin typeface="Times New Roman" panose="02020603050405020304" pitchFamily="18" charset="0"/>
              <a:ea typeface="宋体" panose="02010600030101010101" pitchFamily="2" charset="-122"/>
            </a:endParaRPr>
          </a:p>
          <a:p>
            <a:pP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 </a:t>
            </a:r>
            <a:r>
              <a:rPr kumimoji="0" lang="zh-CN" altLang="en-US" sz="1600" dirty="0">
                <a:latin typeface="Times New Roman" panose="02020603050405020304" pitchFamily="18" charset="0"/>
                <a:ea typeface="宋体" panose="02010600030101010101" pitchFamily="2" charset="-122"/>
              </a:rPr>
              <a:t>物理链路</a:t>
            </a:r>
          </a:p>
          <a:p>
            <a:pP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2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200" dirty="0">
              <a:latin typeface="Times New Roman" panose="02020603050405020304" pitchFamily="18" charset="0"/>
              <a:ea typeface="宋体" panose="02010600030101010101" pitchFamily="2" charset="-122"/>
            </a:endParaRPr>
          </a:p>
        </p:txBody>
      </p:sp>
      <p:sp>
        <p:nvSpPr>
          <p:cNvPr id="34834" name="Line 17"/>
          <p:cNvSpPr>
            <a:spLocks noChangeShapeType="1"/>
          </p:cNvSpPr>
          <p:nvPr/>
        </p:nvSpPr>
        <p:spPr bwMode="auto">
          <a:xfrm>
            <a:off x="7679134" y="2347985"/>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35" name="Line 18"/>
          <p:cNvSpPr>
            <a:spLocks noChangeShapeType="1"/>
          </p:cNvSpPr>
          <p:nvPr/>
        </p:nvSpPr>
        <p:spPr bwMode="auto">
          <a:xfrm>
            <a:off x="10127059" y="2347985"/>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36" name="Line 19"/>
          <p:cNvSpPr>
            <a:spLocks noChangeShapeType="1"/>
          </p:cNvSpPr>
          <p:nvPr/>
        </p:nvSpPr>
        <p:spPr bwMode="auto">
          <a:xfrm>
            <a:off x="7679134" y="3356048"/>
            <a:ext cx="0" cy="4333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37" name="Line 20"/>
          <p:cNvSpPr>
            <a:spLocks noChangeShapeType="1"/>
          </p:cNvSpPr>
          <p:nvPr/>
        </p:nvSpPr>
        <p:spPr bwMode="auto">
          <a:xfrm>
            <a:off x="10127059" y="3356048"/>
            <a:ext cx="0" cy="4333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38" name="Line 23"/>
          <p:cNvSpPr>
            <a:spLocks noChangeShapeType="1"/>
          </p:cNvSpPr>
          <p:nvPr/>
        </p:nvSpPr>
        <p:spPr bwMode="auto">
          <a:xfrm>
            <a:off x="7679134" y="4292671"/>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39" name="Line 24"/>
          <p:cNvSpPr>
            <a:spLocks noChangeShapeType="1"/>
          </p:cNvSpPr>
          <p:nvPr/>
        </p:nvSpPr>
        <p:spPr bwMode="auto">
          <a:xfrm>
            <a:off x="10127059" y="4292671"/>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40" name="Line 25"/>
          <p:cNvSpPr>
            <a:spLocks noChangeShapeType="1"/>
          </p:cNvSpPr>
          <p:nvPr/>
        </p:nvSpPr>
        <p:spPr bwMode="auto">
          <a:xfrm>
            <a:off x="7679134" y="5229296"/>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41" name="Line 26"/>
          <p:cNvSpPr>
            <a:spLocks noChangeShapeType="1"/>
          </p:cNvSpPr>
          <p:nvPr/>
        </p:nvSpPr>
        <p:spPr bwMode="auto">
          <a:xfrm>
            <a:off x="10127059" y="5229296"/>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42" name="Line 27"/>
          <p:cNvSpPr>
            <a:spLocks noChangeShapeType="1"/>
          </p:cNvSpPr>
          <p:nvPr/>
        </p:nvSpPr>
        <p:spPr bwMode="auto">
          <a:xfrm>
            <a:off x="7679135" y="5661096"/>
            <a:ext cx="24479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34843" name="Rectangle 28"/>
          <p:cNvSpPr>
            <a:spLocks noChangeArrowheads="1"/>
          </p:cNvSpPr>
          <p:nvPr/>
        </p:nvSpPr>
        <p:spPr bwMode="auto">
          <a:xfrm>
            <a:off x="7391275" y="6236865"/>
            <a:ext cx="3600451"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en-US" altLang="zh-CN" sz="1800" b="1" dirty="0">
                <a:solidFill>
                  <a:schemeClr val="accent2"/>
                </a:solidFill>
                <a:latin typeface="华文楷体" panose="02010600040101010101" pitchFamily="2" charset="-122"/>
                <a:ea typeface="华文楷体" panose="02010600040101010101" pitchFamily="2" charset="-122"/>
              </a:rPr>
              <a:t>TCP/IP </a:t>
            </a:r>
            <a:r>
              <a:rPr kumimoji="0" lang="zh-CN" altLang="en-US" sz="1800" b="1" dirty="0">
                <a:solidFill>
                  <a:schemeClr val="accent2"/>
                </a:solidFill>
                <a:latin typeface="华文楷体" panose="02010600040101010101" pitchFamily="2" charset="-122"/>
                <a:ea typeface="华文楷体" panose="02010600040101010101" pitchFamily="2" charset="-122"/>
              </a:rPr>
              <a:t>通信的层次模型</a:t>
            </a:r>
          </a:p>
        </p:txBody>
      </p:sp>
      <p:sp>
        <p:nvSpPr>
          <p:cNvPr id="28" name="Rectangle 16">
            <a:extLst>
              <a:ext uri="{FF2B5EF4-FFF2-40B4-BE49-F238E27FC236}">
                <a16:creationId xmlns:a16="http://schemas.microsoft.com/office/drawing/2014/main" id="{F59E71B2-E8AF-4171-8118-4418FD515F67}"/>
              </a:ext>
            </a:extLst>
          </p:cNvPr>
          <p:cNvSpPr>
            <a:spLocks noChangeArrowheads="1"/>
          </p:cNvSpPr>
          <p:nvPr/>
        </p:nvSpPr>
        <p:spPr bwMode="auto">
          <a:xfrm>
            <a:off x="10846199" y="2060648"/>
            <a:ext cx="1223963" cy="4249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eaLnBrk="1" latinLnBrk="0" hangingPunct="1">
              <a:spcBef>
                <a:spcPct val="0"/>
              </a:spcBef>
              <a:buFontTx/>
              <a:buNone/>
            </a:pPr>
            <a:r>
              <a:rPr kumimoji="0" lang="zh-CN" altLang="en-US" sz="1800" b="1" dirty="0">
                <a:solidFill>
                  <a:srgbClr val="C00000"/>
                </a:solidFill>
                <a:latin typeface="Times New Roman" panose="02020603050405020304" pitchFamily="18" charset="0"/>
                <a:ea typeface="宋体" panose="02010600030101010101" pitchFamily="2" charset="-122"/>
              </a:rPr>
              <a:t>应用层</a:t>
            </a:r>
            <a:endParaRPr kumimoji="0" lang="en-US" altLang="zh-CN" sz="1800" b="1" dirty="0">
              <a:solidFill>
                <a:srgbClr val="C00000"/>
              </a:solidFill>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en-US" altLang="zh-CN" sz="1800" b="1" dirty="0">
              <a:solidFill>
                <a:srgbClr val="C00000"/>
              </a:solidFill>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en-US" altLang="zh-CN" sz="1800" b="1" dirty="0">
              <a:solidFill>
                <a:srgbClr val="C00000"/>
              </a:solidFill>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en-US" altLang="zh-CN" sz="1800" b="1" dirty="0">
              <a:solidFill>
                <a:srgbClr val="C00000"/>
              </a:solidFill>
              <a:latin typeface="Times New Roman" panose="02020603050405020304" pitchFamily="18" charset="0"/>
              <a:ea typeface="宋体" panose="02010600030101010101" pitchFamily="2" charset="-122"/>
            </a:endParaRPr>
          </a:p>
          <a:p>
            <a:pPr eaLnBrk="1" latinLnBrk="0" hangingPunct="1">
              <a:spcBef>
                <a:spcPct val="0"/>
              </a:spcBef>
              <a:buFontTx/>
              <a:buNone/>
            </a:pPr>
            <a:r>
              <a:rPr kumimoji="0" lang="zh-CN" altLang="en-US" sz="1800" b="1" dirty="0">
                <a:solidFill>
                  <a:srgbClr val="C00000"/>
                </a:solidFill>
                <a:latin typeface="Times New Roman" panose="02020603050405020304" pitchFamily="18" charset="0"/>
                <a:ea typeface="宋体" panose="02010600030101010101" pitchFamily="2" charset="-122"/>
              </a:rPr>
              <a:t>传输层</a:t>
            </a:r>
            <a:endParaRPr kumimoji="0" lang="en-US" altLang="zh-CN" sz="1800" b="1" dirty="0">
              <a:solidFill>
                <a:srgbClr val="C00000"/>
              </a:solidFill>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en-US" altLang="zh-CN" sz="1800" b="1" dirty="0">
              <a:solidFill>
                <a:srgbClr val="C00000"/>
              </a:solidFill>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en-US" altLang="zh-CN" sz="1800" b="1" dirty="0">
              <a:solidFill>
                <a:srgbClr val="C00000"/>
              </a:solidFill>
              <a:latin typeface="Times New Roman" panose="02020603050405020304" pitchFamily="18" charset="0"/>
              <a:ea typeface="宋体" panose="02010600030101010101" pitchFamily="2" charset="-122"/>
            </a:endParaRPr>
          </a:p>
          <a:p>
            <a:pPr eaLnBrk="1" latinLnBrk="0" hangingPunct="1">
              <a:spcBef>
                <a:spcPct val="0"/>
              </a:spcBef>
              <a:buFontTx/>
              <a:buNone/>
            </a:pPr>
            <a:r>
              <a:rPr kumimoji="0" lang="zh-CN" altLang="en-US" sz="1800" b="1" dirty="0">
                <a:solidFill>
                  <a:srgbClr val="C00000"/>
                </a:solidFill>
                <a:latin typeface="Times New Roman" panose="02020603050405020304" pitchFamily="18" charset="0"/>
                <a:ea typeface="宋体" panose="02010600030101010101" pitchFamily="2" charset="-122"/>
              </a:rPr>
              <a:t>网际互联层</a:t>
            </a:r>
            <a:endParaRPr kumimoji="0" lang="en-US" altLang="zh-CN" sz="1800" b="1" dirty="0">
              <a:solidFill>
                <a:srgbClr val="C00000"/>
              </a:solidFill>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en-US" altLang="zh-CN" sz="1800" b="1" dirty="0">
              <a:solidFill>
                <a:srgbClr val="C00000"/>
              </a:solidFill>
              <a:latin typeface="Times New Roman" panose="02020603050405020304" pitchFamily="18" charset="0"/>
              <a:ea typeface="宋体" panose="02010600030101010101" pitchFamily="2" charset="-122"/>
            </a:endParaRPr>
          </a:p>
          <a:p>
            <a:pPr eaLnBrk="1" latinLnBrk="0" hangingPunct="1">
              <a:spcBef>
                <a:spcPct val="0"/>
              </a:spcBef>
              <a:buNone/>
            </a:pPr>
            <a:endParaRPr kumimoji="0" lang="en-US" altLang="zh-CN" sz="1800" b="1" dirty="0">
              <a:solidFill>
                <a:srgbClr val="C00000"/>
              </a:solidFill>
              <a:latin typeface="Times New Roman" panose="02020603050405020304" pitchFamily="18" charset="0"/>
              <a:ea typeface="宋体" panose="02010600030101010101" pitchFamily="2" charset="-122"/>
            </a:endParaRPr>
          </a:p>
          <a:p>
            <a:pPr eaLnBrk="1" latinLnBrk="0" hangingPunct="1">
              <a:spcBef>
                <a:spcPct val="0"/>
              </a:spcBef>
              <a:buNone/>
            </a:pPr>
            <a:endParaRPr kumimoji="0" lang="zh-CN" altLang="en-US" sz="1800" b="1" dirty="0">
              <a:solidFill>
                <a:srgbClr val="C00000"/>
              </a:solidFill>
              <a:latin typeface="Times New Roman" panose="02020603050405020304" pitchFamily="18" charset="0"/>
              <a:ea typeface="宋体" panose="02010600030101010101" pitchFamily="2" charset="-122"/>
            </a:endParaRPr>
          </a:p>
          <a:p>
            <a:pPr eaLnBrk="1" latinLnBrk="0" hangingPunct="1">
              <a:spcBef>
                <a:spcPct val="0"/>
              </a:spcBef>
              <a:buNone/>
            </a:pPr>
            <a:r>
              <a:rPr kumimoji="0" lang="zh-CN" altLang="en-US" sz="1800" b="1" dirty="0">
                <a:solidFill>
                  <a:srgbClr val="C00000"/>
                </a:solidFill>
                <a:latin typeface="Times New Roman" panose="02020603050405020304" pitchFamily="18" charset="0"/>
                <a:ea typeface="宋体" panose="02010600030101010101" pitchFamily="2" charset="-122"/>
              </a:rPr>
              <a:t>网络接入层</a:t>
            </a:r>
            <a:endParaRPr kumimoji="0" lang="zh-CN" altLang="en-US" sz="1200" b="1" dirty="0">
              <a:solidFill>
                <a:srgbClr val="C00000"/>
              </a:solidFill>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2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200" dirty="0">
              <a:latin typeface="Times New Roman" panose="02020603050405020304" pitchFamily="18" charset="0"/>
              <a:ea typeface="宋体" panose="02010600030101010101" pitchFamily="2" charset="-122"/>
            </a:endParaRPr>
          </a:p>
          <a:p>
            <a:pP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 </a:t>
            </a:r>
            <a:endParaRPr kumimoji="0" lang="zh-CN" altLang="en-US" sz="16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200" dirty="0">
              <a:latin typeface="Times New Roman" panose="02020603050405020304" pitchFamily="18" charset="0"/>
              <a:ea typeface="宋体" panose="02010600030101010101" pitchFamily="2" charset="-122"/>
            </a:endParaRPr>
          </a:p>
          <a:p>
            <a:pPr eaLnBrk="1" latinLnBrk="0" hangingPunct="1">
              <a:spcBef>
                <a:spcPct val="0"/>
              </a:spcBef>
              <a:buFontTx/>
              <a:buNone/>
            </a:pPr>
            <a:endParaRPr kumimoji="0" lang="zh-CN" altLang="en-US" sz="12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75222938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36867"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36868" name="Rectangle 3"/>
          <p:cNvSpPr>
            <a:spLocks noGrp="1" noChangeArrowheads="1"/>
          </p:cNvSpPr>
          <p:nvPr>
            <p:ph type="body" idx="1"/>
          </p:nvPr>
        </p:nvSpPr>
        <p:spPr>
          <a:xfrm>
            <a:off x="407368" y="692696"/>
            <a:ext cx="6048672" cy="6048672"/>
          </a:xfrm>
        </p:spPr>
        <p:txBody>
          <a:bodyPr/>
          <a:lstStyle/>
          <a:p>
            <a:pPr eaLnBrk="1" hangingPunct="1">
              <a:lnSpc>
                <a:spcPct val="150000"/>
              </a:lnSpc>
            </a:pPr>
            <a:r>
              <a:rPr lang="zh-CN" altLang="en-US" dirty="0">
                <a:solidFill>
                  <a:srgbClr val="002060"/>
                </a:solidFill>
                <a:latin typeface="华文中宋" panose="02010600040101010101" pitchFamily="2" charset="-122"/>
                <a:ea typeface="华文中宋" panose="02010600040101010101" pitchFamily="2" charset="-122"/>
              </a:rPr>
              <a:t>层次结构的变种</a:t>
            </a:r>
          </a:p>
          <a:p>
            <a:pPr lvl="1" eaLnBrk="1" hangingPunct="1">
              <a:lnSpc>
                <a:spcPct val="150000"/>
              </a:lnSpc>
              <a:buFont typeface="Wingdings" panose="05000000000000000000" pitchFamily="2" charset="2"/>
              <a:buChar char="n"/>
            </a:pPr>
            <a:r>
              <a:rPr lang="zh-CN" altLang="en-US" dirty="0">
                <a:solidFill>
                  <a:srgbClr val="002060"/>
                </a:solidFill>
                <a:latin typeface="华文中宋" panose="02010600040101010101" pitchFamily="2" charset="-122"/>
                <a:ea typeface="华文中宋" panose="02010600040101010101" pitchFamily="2" charset="-122"/>
              </a:rPr>
              <a:t>松弛的层次系统</a:t>
            </a:r>
          </a:p>
          <a:p>
            <a:pPr lvl="2" eaLnBrk="1" hangingPunct="1">
              <a:lnSpc>
                <a:spcPct val="150000"/>
              </a:lnSpc>
              <a:buFont typeface="Wingdings" panose="05000000000000000000" pitchFamily="2" charset="2"/>
              <a:buChar char="l"/>
            </a:pPr>
            <a:r>
              <a:rPr lang="zh-CN" altLang="en-US" sz="1800" dirty="0">
                <a:solidFill>
                  <a:schemeClr val="tx1"/>
                </a:solidFill>
                <a:latin typeface="华文中宋" panose="02010600040101010101" pitchFamily="2" charset="-122"/>
                <a:ea typeface="华文中宋" panose="02010600040101010101" pitchFamily="2" charset="-122"/>
              </a:rPr>
              <a:t>是分层模型的一种变种</a:t>
            </a:r>
          </a:p>
          <a:p>
            <a:pPr marL="1730375" lvl="3" indent="-228600" eaLnBrk="1" hangingPunct="1">
              <a:lnSpc>
                <a:spcPct val="150000"/>
              </a:lnSpc>
            </a:pPr>
            <a:r>
              <a:rPr lang="zh-CN" altLang="en-US" sz="1600" dirty="0">
                <a:latin typeface="华文中宋" panose="02010600040101010101" pitchFamily="2" charset="-122"/>
                <a:ea typeface="华文中宋" panose="02010600040101010101" pitchFamily="2" charset="-122"/>
              </a:rPr>
              <a:t>每层可以使用其下面所有层的服务而不仅仅是相邻层的服务；</a:t>
            </a:r>
            <a:endParaRPr lang="en-US" altLang="zh-CN" sz="1600" dirty="0">
              <a:latin typeface="华文中宋" panose="02010600040101010101" pitchFamily="2" charset="-122"/>
              <a:ea typeface="华文中宋" panose="02010600040101010101" pitchFamily="2" charset="-122"/>
            </a:endParaRPr>
          </a:p>
          <a:p>
            <a:pPr marL="1730375" lvl="3" indent="-228600" eaLnBrk="1" hangingPunct="1">
              <a:lnSpc>
                <a:spcPct val="150000"/>
              </a:lnSpc>
            </a:pPr>
            <a:r>
              <a:rPr lang="zh-CN" altLang="en-US" sz="1600" dirty="0">
                <a:latin typeface="华文中宋" panose="02010600040101010101" pitchFamily="2" charset="-122"/>
                <a:ea typeface="华文中宋" panose="02010600040101010101" pitchFamily="2" charset="-122"/>
              </a:rPr>
              <a:t>有些服务提供给相邻的上一层，而其余的服务则提供给高于它的所有层。</a:t>
            </a:r>
          </a:p>
          <a:p>
            <a:pPr lvl="2" eaLnBrk="1" hangingPunct="1">
              <a:lnSpc>
                <a:spcPct val="150000"/>
              </a:lnSpc>
              <a:buFont typeface="Wingdings" panose="05000000000000000000" pitchFamily="2" charset="2"/>
              <a:buChar char="l"/>
            </a:pPr>
            <a:r>
              <a:rPr lang="zh-CN" altLang="en-US" sz="1800" dirty="0">
                <a:solidFill>
                  <a:schemeClr val="tx1"/>
                </a:solidFill>
                <a:latin typeface="华文中宋" panose="02010600040101010101" pitchFamily="2" charset="-122"/>
                <a:ea typeface="华文中宋" panose="02010600040101010101" pitchFamily="2" charset="-122"/>
              </a:rPr>
              <a:t>灵活性和性能的提高以牺牲可维护性为代</a:t>
            </a:r>
            <a:endParaRPr lang="en-US" altLang="zh-CN" sz="1800" dirty="0">
              <a:solidFill>
                <a:schemeClr val="tx1"/>
              </a:solidFill>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l"/>
            </a:pPr>
            <a:r>
              <a:rPr lang="zh-CN" altLang="en-US" sz="1800" dirty="0">
                <a:solidFill>
                  <a:schemeClr val="tx1"/>
                </a:solidFill>
                <a:latin typeface="华文中宋" panose="02010600040101010101" pitchFamily="2" charset="-122"/>
                <a:ea typeface="华文中宋" panose="02010600040101010101" pitchFamily="2" charset="-122"/>
              </a:rPr>
              <a:t>经常用于系统软件，而不常用于应用软件的设计</a:t>
            </a:r>
          </a:p>
          <a:p>
            <a:pPr marL="1501775" lvl="3" indent="0" eaLnBrk="1" hangingPunct="1">
              <a:lnSpc>
                <a:spcPct val="150000"/>
              </a:lnSpc>
              <a:buNone/>
            </a:pPr>
            <a:r>
              <a:rPr lang="en-US" altLang="zh-CN" dirty="0">
                <a:latin typeface="华文中宋" panose="02010600040101010101" pitchFamily="2" charset="-122"/>
                <a:ea typeface="华文中宋" panose="02010600040101010101" pitchFamily="2" charset="-122"/>
              </a:rPr>
              <a:t>-</a:t>
            </a:r>
            <a:r>
              <a:rPr lang="zh-CN" altLang="en-US" sz="1600" dirty="0">
                <a:latin typeface="华文中宋" panose="02010600040101010101" pitchFamily="2" charset="-122"/>
                <a:ea typeface="华文中宋" panose="02010600040101010101" pitchFamily="2" charset="-122"/>
              </a:rPr>
              <a:t>系统软件比起应用软件来很少修改；</a:t>
            </a:r>
            <a:endParaRPr lang="en-US" altLang="zh-CN" sz="1600" dirty="0">
              <a:latin typeface="华文中宋" panose="02010600040101010101" pitchFamily="2" charset="-122"/>
              <a:ea typeface="华文中宋" panose="02010600040101010101" pitchFamily="2" charset="-122"/>
            </a:endParaRPr>
          </a:p>
          <a:p>
            <a:pPr marL="1501775" lvl="3" indent="0" eaLnBrk="1" hangingPunct="1">
              <a:lnSpc>
                <a:spcPct val="150000"/>
              </a:lnSpc>
              <a:buNone/>
            </a:pPr>
            <a:r>
              <a:rPr lang="en-US" altLang="zh-CN" sz="1600" dirty="0">
                <a:latin typeface="华文中宋" panose="02010600040101010101" pitchFamily="2" charset="-122"/>
                <a:ea typeface="华文中宋" panose="02010600040101010101" pitchFamily="2" charset="-122"/>
              </a:rPr>
              <a:t>-</a:t>
            </a:r>
            <a:r>
              <a:rPr lang="zh-CN" altLang="en-US" sz="1600" dirty="0">
                <a:latin typeface="华文中宋" panose="02010600040101010101" pitchFamily="2" charset="-122"/>
                <a:ea typeface="华文中宋" panose="02010600040101010101" pitchFamily="2" charset="-122"/>
              </a:rPr>
              <a:t>系统软件对性能的要求高于可维护性的要求。</a:t>
            </a:r>
          </a:p>
        </p:txBody>
      </p:sp>
      <p:sp>
        <p:nvSpPr>
          <p:cNvPr id="5" name="Rectangle 3"/>
          <p:cNvSpPr txBox="1">
            <a:spLocks noChangeArrowheads="1"/>
          </p:cNvSpPr>
          <p:nvPr/>
        </p:nvSpPr>
        <p:spPr bwMode="auto">
          <a:xfrm>
            <a:off x="6579474" y="649907"/>
            <a:ext cx="5439815" cy="5688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49263" indent="-449263" algn="just" rtl="0" eaLnBrk="0" fontAlgn="base" hangingPunct="0">
              <a:lnSpc>
                <a:spcPct val="110000"/>
              </a:lnSpc>
              <a:spcBef>
                <a:spcPct val="20000"/>
              </a:spcBef>
              <a:spcAft>
                <a:spcPct val="0"/>
              </a:spcAft>
              <a:buSzPct val="100000"/>
              <a:buFont typeface="Wingdings" pitchFamily="2" charset="2"/>
              <a:buChar char="p"/>
              <a:defRPr sz="2400" b="1">
                <a:solidFill>
                  <a:srgbClr val="112F8F"/>
                </a:solidFill>
                <a:latin typeface="Times New Roman" pitchFamily="18" charset="0"/>
                <a:ea typeface="+mn-ea"/>
                <a:cs typeface="Times New Roman" pitchFamily="18" charset="0"/>
              </a:defRPr>
            </a:lvl1pPr>
            <a:lvl2pPr marL="914400" indent="-285750" algn="just" rtl="0" eaLnBrk="0" fontAlgn="base" hangingPunct="0">
              <a:lnSpc>
                <a:spcPct val="110000"/>
              </a:lnSpc>
              <a:spcBef>
                <a:spcPct val="20000"/>
              </a:spcBef>
              <a:spcAft>
                <a:spcPct val="0"/>
              </a:spcAft>
              <a:buClr>
                <a:srgbClr val="A50021"/>
              </a:buClr>
              <a:buFont typeface="Wingdings" pitchFamily="2" charset="2"/>
              <a:buChar char="Ø"/>
              <a:defRPr sz="2000" b="1">
                <a:solidFill>
                  <a:srgbClr val="112F8F"/>
                </a:solidFill>
                <a:latin typeface="Times New Roman" pitchFamily="18" charset="0"/>
                <a:ea typeface="+mn-ea"/>
                <a:cs typeface="Times New Roman" pitchFamily="18" charset="0"/>
              </a:defRPr>
            </a:lvl2pPr>
            <a:lvl3pPr marL="1322388" indent="-228600" algn="just" rtl="0" eaLnBrk="0" fontAlgn="base" hangingPunct="0">
              <a:spcBef>
                <a:spcPct val="20000"/>
              </a:spcBef>
              <a:spcAft>
                <a:spcPct val="0"/>
              </a:spcAft>
              <a:buChar char="•"/>
              <a:defRPr sz="2400" b="1">
                <a:solidFill>
                  <a:srgbClr val="112F8F"/>
                </a:solidFill>
                <a:latin typeface="Times New Roman" pitchFamily="18" charset="0"/>
                <a:ea typeface="+mn-ea"/>
                <a:cs typeface="Times New Roman" pitchFamily="18" charset="0"/>
              </a:defRPr>
            </a:lvl3pPr>
            <a:lvl4pPr marL="1730375" indent="-228600" algn="just" rtl="0" eaLnBrk="0" fontAlgn="base" hangingPunct="0">
              <a:spcBef>
                <a:spcPct val="20000"/>
              </a:spcBef>
              <a:spcAft>
                <a:spcPct val="0"/>
              </a:spcAft>
              <a:buChar char="–"/>
              <a:defRPr sz="2000">
                <a:solidFill>
                  <a:schemeClr val="tx1"/>
                </a:solidFill>
                <a:latin typeface="Times New Roman" pitchFamily="18" charset="0"/>
                <a:ea typeface="黑体" pitchFamily="2" charset="-122"/>
                <a:cs typeface="Times New Roman" pitchFamily="18" charset="0"/>
              </a:defRPr>
            </a:lvl4pPr>
            <a:lvl5pPr marL="2138363" indent="-228600" algn="just" rtl="0" eaLnBrk="0" fontAlgn="base" hangingPunct="0">
              <a:spcBef>
                <a:spcPct val="20000"/>
              </a:spcBef>
              <a:spcAft>
                <a:spcPct val="0"/>
              </a:spcAft>
              <a:buChar char="»"/>
              <a:defRPr sz="2000">
                <a:solidFill>
                  <a:schemeClr val="tx1"/>
                </a:solidFill>
                <a:latin typeface="Times New Roman" pitchFamily="18" charset="0"/>
                <a:ea typeface="黑体" pitchFamily="2" charset="-122"/>
                <a:cs typeface="Times New Roman" pitchFamily="18" charset="0"/>
              </a:defRPr>
            </a:lvl5pPr>
            <a:lvl6pPr marL="2595563"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2763"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09963"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163" indent="-228600" algn="l" rtl="0" eaLnBrk="1" fontAlgn="base" hangingPunct="1">
              <a:spcBef>
                <a:spcPct val="20000"/>
              </a:spcBef>
              <a:spcAft>
                <a:spcPct val="0"/>
              </a:spcAft>
              <a:buChar char="»"/>
              <a:defRPr sz="2000">
                <a:solidFill>
                  <a:schemeClr val="tx1"/>
                </a:solidFill>
                <a:latin typeface="+mn-lt"/>
                <a:ea typeface="宋体" pitchFamily="2" charset="-122"/>
              </a:defRPr>
            </a:lvl9pPr>
          </a:lstStyle>
          <a:p>
            <a:pPr eaLnBrk="1" hangingPunct="1">
              <a:lnSpc>
                <a:spcPct val="150000"/>
              </a:lnSpc>
            </a:pPr>
            <a:r>
              <a:rPr lang="zh-CN" altLang="en-US" kern="0" dirty="0">
                <a:solidFill>
                  <a:srgbClr val="002060"/>
                </a:solidFill>
                <a:latin typeface="华文中宋" panose="02010600040101010101" pitchFamily="2" charset="-122"/>
                <a:ea typeface="华文中宋" panose="02010600040101010101" pitchFamily="2" charset="-122"/>
              </a:rPr>
              <a:t>层次结构的变种</a:t>
            </a:r>
          </a:p>
          <a:p>
            <a:pPr lvl="1" eaLnBrk="1" hangingPunct="1">
              <a:lnSpc>
                <a:spcPct val="150000"/>
              </a:lnSpc>
              <a:buFont typeface="Wingdings" panose="05000000000000000000" pitchFamily="2" charset="2"/>
              <a:buChar char="n"/>
            </a:pPr>
            <a:r>
              <a:rPr lang="zh-CN" altLang="en-US" kern="0" dirty="0">
                <a:solidFill>
                  <a:srgbClr val="002060"/>
                </a:solidFill>
                <a:latin typeface="华文中宋" panose="02010600040101010101" pitchFamily="2" charset="-122"/>
                <a:ea typeface="华文中宋" panose="02010600040101010101" pitchFamily="2" charset="-122"/>
              </a:rPr>
              <a:t>通过继承的层次结构</a:t>
            </a:r>
          </a:p>
          <a:p>
            <a:pPr lvl="2" eaLnBrk="1" hangingPunct="1">
              <a:lnSpc>
                <a:spcPct val="150000"/>
              </a:lnSpc>
              <a:buFont typeface="Wingdings" panose="05000000000000000000" pitchFamily="2" charset="2"/>
              <a:buChar char="l"/>
            </a:pPr>
            <a:r>
              <a:rPr lang="zh-CN" altLang="en-US" sz="2000" kern="0" dirty="0">
                <a:solidFill>
                  <a:schemeClr val="tx1"/>
                </a:solidFill>
                <a:latin typeface="华文中宋" panose="02010600040101010101" pitchFamily="2" charset="-122"/>
                <a:ea typeface="华文中宋" panose="02010600040101010101" pitchFamily="2" charset="-122"/>
              </a:rPr>
              <a:t>常见于面向对象的程序设计中</a:t>
            </a:r>
          </a:p>
          <a:p>
            <a:pPr lvl="3" eaLnBrk="1" hangingPunct="1">
              <a:lnSpc>
                <a:spcPct val="150000"/>
              </a:lnSpc>
            </a:pPr>
            <a:r>
              <a:rPr lang="zh-CN" altLang="en-US" sz="1600" kern="0" dirty="0">
                <a:latin typeface="华文中宋" panose="02010600040101010101" pitchFamily="2" charset="-122"/>
                <a:ea typeface="华文中宋" panose="02010600040101010101" pitchFamily="2" charset="-122"/>
              </a:rPr>
              <a:t>低层作为基类；</a:t>
            </a:r>
          </a:p>
          <a:p>
            <a:pPr lvl="3" eaLnBrk="1" hangingPunct="1">
              <a:lnSpc>
                <a:spcPct val="150000"/>
              </a:lnSpc>
            </a:pPr>
            <a:r>
              <a:rPr lang="zh-CN" altLang="en-US" sz="1600" kern="0" dirty="0">
                <a:latin typeface="华文中宋" panose="02010600040101010101" pitchFamily="2" charset="-122"/>
                <a:ea typeface="华文中宋" panose="02010600040101010101" pitchFamily="2" charset="-122"/>
              </a:rPr>
              <a:t>较高层次通过继承使用基类提供的服务</a:t>
            </a:r>
          </a:p>
          <a:p>
            <a:pPr lvl="3" eaLnBrk="1" hangingPunct="1">
              <a:lnSpc>
                <a:spcPct val="150000"/>
              </a:lnSpc>
            </a:pPr>
            <a:r>
              <a:rPr lang="zh-CN" altLang="en-US" sz="1600" kern="0" dirty="0">
                <a:latin typeface="华文中宋" panose="02010600040101010101" pitchFamily="2" charset="-122"/>
                <a:ea typeface="华文中宋" panose="02010600040101010101" pitchFamily="2" charset="-122"/>
              </a:rPr>
              <a:t>高层可根据需要改写低层提供的服务；</a:t>
            </a:r>
          </a:p>
          <a:p>
            <a:pPr lvl="3" eaLnBrk="1" hangingPunct="1">
              <a:lnSpc>
                <a:spcPct val="150000"/>
              </a:lnSpc>
            </a:pPr>
            <a:r>
              <a:rPr lang="zh-CN" altLang="en-US" sz="1600" kern="0" dirty="0">
                <a:latin typeface="华文中宋" panose="02010600040101010101" pitchFamily="2" charset="-122"/>
                <a:ea typeface="华文中宋" panose="02010600040101010101" pitchFamily="2" charset="-122"/>
              </a:rPr>
              <a:t>如果基类改变了，则继承该基类的子类都要重新编译。</a:t>
            </a:r>
          </a:p>
          <a:p>
            <a:pPr lvl="2" eaLnBrk="1" hangingPunct="1">
              <a:lnSpc>
                <a:spcPct val="150000"/>
              </a:lnSpc>
              <a:buFont typeface="Wingdings" panose="05000000000000000000" pitchFamily="2" charset="2"/>
              <a:buChar char="l"/>
            </a:pPr>
            <a:r>
              <a:rPr lang="zh-CN" altLang="en-US" sz="2000" kern="0" dirty="0">
                <a:solidFill>
                  <a:schemeClr val="tx1"/>
                </a:solidFill>
                <a:latin typeface="华文中宋" panose="02010600040101010101" pitchFamily="2" charset="-122"/>
                <a:ea typeface="华文中宋" panose="02010600040101010101" pitchFamily="2" charset="-122"/>
              </a:rPr>
              <a:t>这种由继承引入的依赖性称作脆弱的基类问题</a:t>
            </a:r>
          </a:p>
        </p:txBody>
      </p:sp>
      <p:cxnSp>
        <p:nvCxnSpPr>
          <p:cNvPr id="3" name="直接连接符 2"/>
          <p:cNvCxnSpPr>
            <a:cxnSpLocks/>
          </p:cNvCxnSpPr>
          <p:nvPr/>
        </p:nvCxnSpPr>
        <p:spPr bwMode="auto">
          <a:xfrm>
            <a:off x="6600056" y="764704"/>
            <a:ext cx="0" cy="6120680"/>
          </a:xfrm>
          <a:prstGeom prst="line">
            <a:avLst/>
          </a:prstGeom>
          <a:solidFill>
            <a:srgbClr val="EAEAEA"/>
          </a:solidFill>
          <a:ln w="12700" cap="flat" cmpd="sng" algn="ctr">
            <a:solidFill>
              <a:srgbClr val="133984"/>
            </a:solidFill>
            <a:prstDash val="solid"/>
            <a:round/>
            <a:headEnd type="none" w="med" len="med"/>
            <a:tailEnd type="none" w="med" len="med"/>
          </a:ln>
          <a:effectLst>
            <a:outerShdw dist="35921" dir="2700000" algn="ctr" rotWithShape="0">
              <a:schemeClr val="bg1"/>
            </a:outerShdw>
          </a:effectLst>
        </p:spPr>
      </p:cxnSp>
    </p:spTree>
    <p:extLst>
      <p:ext uri="{BB962C8B-B14F-4D97-AF65-F5344CB8AC3E}">
        <p14:creationId xmlns:p14="http://schemas.microsoft.com/office/powerpoint/2010/main" val="7645002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37891"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37892" name="Rectangle 3"/>
          <p:cNvSpPr>
            <a:spLocks noGrp="1" noChangeArrowheads="1"/>
          </p:cNvSpPr>
          <p:nvPr>
            <p:ph type="body" idx="1"/>
          </p:nvPr>
        </p:nvSpPr>
        <p:spPr>
          <a:xfrm>
            <a:off x="551384" y="836712"/>
            <a:ext cx="11161240" cy="5760640"/>
          </a:xfrm>
        </p:spPr>
        <p:txBody>
          <a:bodyPr/>
          <a:lstStyle/>
          <a:p>
            <a:pPr eaLnBrk="1" hangingPunct="1">
              <a:lnSpc>
                <a:spcPct val="70000"/>
              </a:lnSpc>
            </a:pPr>
            <a:r>
              <a:rPr lang="zh-CN" altLang="en-US" sz="2000" dirty="0">
                <a:solidFill>
                  <a:srgbClr val="002060"/>
                </a:solidFill>
                <a:ea typeface="华文中宋" panose="02010600040101010101" pitchFamily="2" charset="-122"/>
              </a:rPr>
              <a:t>层次结构的应用实例</a:t>
            </a:r>
          </a:p>
          <a:p>
            <a:pPr lvl="1" eaLnBrk="1" hangingPunct="1">
              <a:lnSpc>
                <a:spcPct val="150000"/>
              </a:lnSpc>
              <a:buFont typeface="Wingdings" panose="05000000000000000000" pitchFamily="2" charset="2"/>
              <a:buChar char="n"/>
            </a:pPr>
            <a:r>
              <a:rPr lang="zh-CN" altLang="en-US" sz="1800" dirty="0">
                <a:solidFill>
                  <a:srgbClr val="002060"/>
                </a:solidFill>
                <a:ea typeface="华文中宋" panose="02010600040101010101" pitchFamily="2" charset="-122"/>
              </a:rPr>
              <a:t>虚拟机</a:t>
            </a:r>
          </a:p>
          <a:p>
            <a:pPr lvl="2" eaLnBrk="1" hangingPunct="1">
              <a:lnSpc>
                <a:spcPct val="150000"/>
              </a:lnSpc>
              <a:buFont typeface="Wingdings" panose="05000000000000000000" pitchFamily="2" charset="2"/>
              <a:buChar char="l"/>
            </a:pPr>
            <a:r>
              <a:rPr lang="en-US" altLang="zh-CN" sz="1800" b="0" dirty="0">
                <a:solidFill>
                  <a:schemeClr val="tx1"/>
                </a:solidFill>
                <a:ea typeface="华文中宋" panose="02010600040101010101" pitchFamily="2" charset="-122"/>
              </a:rPr>
              <a:t>JVM</a:t>
            </a:r>
            <a:r>
              <a:rPr lang="zh-CN" altLang="en-US" sz="1800" b="0" dirty="0">
                <a:solidFill>
                  <a:schemeClr val="tx1"/>
                </a:solidFill>
                <a:ea typeface="华文中宋" panose="02010600040101010101" pitchFamily="2" charset="-122"/>
              </a:rPr>
              <a:t>可以被当成一个低层，为高层屏蔽了底层的细节和硬件的变化</a:t>
            </a:r>
          </a:p>
          <a:p>
            <a:pPr lvl="3" eaLnBrk="1" hangingPunct="1">
              <a:lnSpc>
                <a:spcPct val="150000"/>
              </a:lnSpc>
            </a:pPr>
            <a:r>
              <a:rPr lang="en-US" altLang="zh-CN" sz="1800" dirty="0">
                <a:latin typeface="华文楷体" panose="02010600040101010101" pitchFamily="2" charset="-122"/>
                <a:ea typeface="华文楷体" panose="02010600040101010101" pitchFamily="2" charset="-122"/>
              </a:rPr>
              <a:t>Java</a:t>
            </a:r>
            <a:r>
              <a:rPr lang="zh-CN" altLang="en-US" sz="1800" dirty="0">
                <a:latin typeface="华文楷体" panose="02010600040101010101" pitchFamily="2" charset="-122"/>
                <a:ea typeface="华文楷体" panose="02010600040101010101" pitchFamily="2" charset="-122"/>
              </a:rPr>
              <a:t>语言与平台无关</a:t>
            </a:r>
          </a:p>
          <a:p>
            <a:pPr lvl="1" eaLnBrk="1" hangingPunct="1">
              <a:lnSpc>
                <a:spcPct val="150000"/>
              </a:lnSpc>
              <a:buFont typeface="Wingdings" panose="05000000000000000000" pitchFamily="2" charset="2"/>
              <a:buChar char="n"/>
            </a:pPr>
            <a:r>
              <a:rPr lang="en-US" altLang="zh-CN" sz="1800" dirty="0">
                <a:solidFill>
                  <a:srgbClr val="002060"/>
                </a:solidFill>
                <a:ea typeface="华文中宋" panose="02010600040101010101" pitchFamily="2" charset="-122"/>
              </a:rPr>
              <a:t>API</a:t>
            </a:r>
            <a:r>
              <a:rPr lang="zh-CN" altLang="en-US" sz="1800" dirty="0">
                <a:solidFill>
                  <a:srgbClr val="002060"/>
                </a:solidFill>
                <a:ea typeface="华文中宋" panose="02010600040101010101" pitchFamily="2" charset="-122"/>
              </a:rPr>
              <a:t>接口</a:t>
            </a:r>
          </a:p>
          <a:p>
            <a:pPr lvl="2" eaLnBrk="1" hangingPunct="1">
              <a:lnSpc>
                <a:spcPct val="150000"/>
              </a:lnSpc>
              <a:buFont typeface="Wingdings" panose="05000000000000000000" pitchFamily="2" charset="2"/>
              <a:buChar char="l"/>
            </a:pPr>
            <a:r>
              <a:rPr lang="zh-CN" altLang="en-US" sz="1800" b="0" dirty="0">
                <a:solidFill>
                  <a:schemeClr val="tx1"/>
                </a:solidFill>
                <a:ea typeface="华文中宋" panose="02010600040101010101" pitchFamily="2" charset="-122"/>
              </a:rPr>
              <a:t>封装了低层频繁使用的功能，通常是功能函数规范的简单集合</a:t>
            </a:r>
          </a:p>
          <a:p>
            <a:pPr lvl="3" eaLnBrk="1" hangingPunct="1">
              <a:lnSpc>
                <a:spcPct val="150000"/>
              </a:lnSpc>
            </a:pPr>
            <a:r>
              <a:rPr lang="zh-CN" altLang="en-US" sz="1800" dirty="0">
                <a:latin typeface="华文楷体" panose="02010600040101010101" pitchFamily="2" charset="-122"/>
                <a:ea typeface="华文楷体" panose="02010600040101010101" pitchFamily="2" charset="-122"/>
              </a:rPr>
              <a:t>例如，</a:t>
            </a:r>
            <a:r>
              <a:rPr lang="en-US" altLang="zh-CN" sz="1800" dirty="0">
                <a:latin typeface="华文楷体" panose="02010600040101010101" pitchFamily="2" charset="-122"/>
                <a:ea typeface="华文楷体" panose="02010600040101010101" pitchFamily="2" charset="-122"/>
              </a:rPr>
              <a:t>C</a:t>
            </a:r>
            <a:r>
              <a:rPr lang="zh-CN" altLang="en-US" sz="1800" dirty="0">
                <a:latin typeface="华文楷体" panose="02010600040101010101" pitchFamily="2" charset="-122"/>
                <a:ea typeface="华文楷体" panose="02010600040101010101" pitchFamily="2" charset="-122"/>
              </a:rPr>
              <a:t>语言中的</a:t>
            </a:r>
            <a:r>
              <a:rPr lang="en-US" altLang="zh-CN" sz="1800" dirty="0" err="1">
                <a:latin typeface="华文楷体" panose="02010600040101010101" pitchFamily="2" charset="-122"/>
                <a:ea typeface="华文楷体" panose="02010600040101010101" pitchFamily="2" charset="-122"/>
              </a:rPr>
              <a:t>printf</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a:t>
            </a:r>
            <a:r>
              <a:rPr lang="en-US" altLang="zh-CN" sz="1800" dirty="0" err="1">
                <a:latin typeface="华文楷体" panose="02010600040101010101" pitchFamily="2" charset="-122"/>
                <a:ea typeface="华文楷体" panose="02010600040101010101" pitchFamily="2" charset="-122"/>
              </a:rPr>
              <a:t>fopen</a:t>
            </a:r>
            <a:r>
              <a:rPr lang="en-US" altLang="zh-CN" sz="1800" dirty="0">
                <a:latin typeface="华文楷体" panose="02010600040101010101" pitchFamily="2" charset="-122"/>
                <a:ea typeface="华文楷体" panose="02010600040101010101" pitchFamily="2" charset="-122"/>
              </a:rPr>
              <a:t>() etc.</a:t>
            </a:r>
          </a:p>
          <a:p>
            <a:pPr lvl="1" eaLnBrk="1" hangingPunct="1">
              <a:lnSpc>
                <a:spcPct val="150000"/>
              </a:lnSpc>
              <a:buFont typeface="Wingdings" panose="05000000000000000000" pitchFamily="2" charset="2"/>
              <a:buChar char="n"/>
            </a:pPr>
            <a:r>
              <a:rPr lang="en-US" altLang="zh-CN" sz="1800" dirty="0">
                <a:solidFill>
                  <a:srgbClr val="002060"/>
                </a:solidFill>
                <a:ea typeface="华文中宋" panose="02010600040101010101" pitchFamily="2" charset="-122"/>
              </a:rPr>
              <a:t>IS</a:t>
            </a:r>
            <a:r>
              <a:rPr lang="zh-CN" altLang="en-US" sz="1800" dirty="0">
                <a:solidFill>
                  <a:srgbClr val="002060"/>
                </a:solidFill>
                <a:ea typeface="华文中宋" panose="02010600040101010101" pitchFamily="2" charset="-122"/>
              </a:rPr>
              <a:t>（信息系统）</a:t>
            </a:r>
          </a:p>
          <a:p>
            <a:pPr lvl="2" eaLnBrk="1" hangingPunct="1">
              <a:lnSpc>
                <a:spcPct val="150000"/>
              </a:lnSpc>
              <a:buFont typeface="Wingdings" panose="05000000000000000000" pitchFamily="2" charset="2"/>
              <a:buChar char="l"/>
            </a:pPr>
            <a:r>
              <a:rPr lang="zh-CN" altLang="en-US" sz="1800" b="0" dirty="0">
                <a:solidFill>
                  <a:schemeClr val="tx1"/>
                </a:solidFill>
                <a:ea typeface="华文中宋" panose="02010600040101010101" pitchFamily="2" charset="-122"/>
              </a:rPr>
              <a:t>商业软件经常使用两层结构（主框架交互系统，</a:t>
            </a:r>
            <a:r>
              <a:rPr lang="en-US" altLang="zh-CN" sz="1800" b="0" dirty="0">
                <a:solidFill>
                  <a:schemeClr val="tx1"/>
                </a:solidFill>
                <a:ea typeface="华文中宋" panose="02010600040101010101" pitchFamily="2" charset="-122"/>
              </a:rPr>
              <a:t>C/S</a:t>
            </a:r>
            <a:r>
              <a:rPr lang="zh-CN" altLang="en-US" sz="1800" b="0" dirty="0">
                <a:solidFill>
                  <a:schemeClr val="tx1"/>
                </a:solidFill>
                <a:ea typeface="华文中宋" panose="02010600040101010101" pitchFamily="2" charset="-122"/>
              </a:rPr>
              <a:t>系统）</a:t>
            </a:r>
          </a:p>
          <a:p>
            <a:pPr lvl="3" eaLnBrk="1" hangingPunct="1">
              <a:lnSpc>
                <a:spcPct val="150000"/>
              </a:lnSpc>
            </a:pPr>
            <a:r>
              <a:rPr lang="zh-CN" altLang="en-US" sz="1800" dirty="0">
                <a:latin typeface="华文楷体" panose="02010600040101010101" pitchFamily="2" charset="-122"/>
                <a:ea typeface="华文楷体" panose="02010600040101010101" pitchFamily="2" charset="-122"/>
              </a:rPr>
              <a:t>底层使用</a:t>
            </a:r>
            <a:r>
              <a:rPr lang="en-US" altLang="zh-CN" sz="1800" dirty="0">
                <a:latin typeface="华文楷体" panose="02010600040101010101" pitchFamily="2" charset="-122"/>
                <a:ea typeface="华文楷体" panose="02010600040101010101" pitchFamily="2" charset="-122"/>
              </a:rPr>
              <a:t>DB</a:t>
            </a:r>
          </a:p>
          <a:p>
            <a:pPr lvl="3" eaLnBrk="1" hangingPunct="1">
              <a:lnSpc>
                <a:spcPct val="150000"/>
              </a:lnSpc>
            </a:pPr>
            <a:r>
              <a:rPr lang="zh-CN" altLang="en-US" sz="1800" dirty="0">
                <a:latin typeface="华文楷体" panose="02010600040101010101" pitchFamily="2" charset="-122"/>
                <a:ea typeface="华文楷体" panose="02010600040101010101" pitchFamily="2" charset="-122"/>
              </a:rPr>
              <a:t>顶层完成不同的任务并进行界面的展示</a:t>
            </a:r>
          </a:p>
          <a:p>
            <a:pPr lvl="2" eaLnBrk="1" hangingPunct="1">
              <a:lnSpc>
                <a:spcPct val="150000"/>
              </a:lnSpc>
              <a:buFont typeface="Wingdings" panose="05000000000000000000" pitchFamily="2" charset="2"/>
              <a:buChar char="l"/>
            </a:pPr>
            <a:r>
              <a:rPr lang="zh-CN" altLang="en-US" sz="1800" b="0" dirty="0">
                <a:solidFill>
                  <a:schemeClr val="tx1"/>
                </a:solidFill>
                <a:ea typeface="华文中宋" panose="02010600040101010101" pitchFamily="2" charset="-122"/>
              </a:rPr>
              <a:t>由于用户界面和数据处理模块紧密的结合在一起带来了一些问题，在两层之间引入第三层（领域层、问题域的概念模型）</a:t>
            </a:r>
          </a:p>
        </p:txBody>
      </p:sp>
    </p:spTree>
    <p:extLst>
      <p:ext uri="{BB962C8B-B14F-4D97-AF65-F5344CB8AC3E}">
        <p14:creationId xmlns:p14="http://schemas.microsoft.com/office/powerpoint/2010/main" val="427259724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38915"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38916" name="Rectangle 3"/>
          <p:cNvSpPr>
            <a:spLocks noGrp="1" noChangeArrowheads="1"/>
          </p:cNvSpPr>
          <p:nvPr>
            <p:ph type="body" idx="1"/>
          </p:nvPr>
        </p:nvSpPr>
        <p:spPr>
          <a:xfrm>
            <a:off x="551384" y="949624"/>
            <a:ext cx="11233248" cy="5575720"/>
          </a:xfrm>
        </p:spPr>
        <p:txBody>
          <a:bodyPr/>
          <a:lstStyle/>
          <a:p>
            <a:pPr eaLnBrk="1" hangingPunct="1">
              <a:lnSpc>
                <a:spcPct val="150000"/>
              </a:lnSpc>
            </a:pPr>
            <a:r>
              <a:rPr lang="zh-CN" altLang="en-US" dirty="0">
                <a:solidFill>
                  <a:srgbClr val="002060"/>
                </a:solidFill>
                <a:latin typeface="华文中宋" panose="02010600040101010101" pitchFamily="2" charset="-122"/>
                <a:ea typeface="华文中宋" panose="02010600040101010101" pitchFamily="2" charset="-122"/>
              </a:rPr>
              <a:t>层次结构的应用实例</a:t>
            </a:r>
            <a:r>
              <a:rPr lang="en-US" altLang="zh-CN" dirty="0">
                <a:solidFill>
                  <a:srgbClr val="002060"/>
                </a:solidFill>
                <a:latin typeface="华文中宋" panose="02010600040101010101" pitchFamily="2" charset="-122"/>
                <a:ea typeface="华文中宋" panose="02010600040101010101" pitchFamily="2" charset="-122"/>
              </a:rPr>
              <a:t>(</a:t>
            </a:r>
            <a:r>
              <a:rPr lang="zh-CN" altLang="en-US" dirty="0">
                <a:solidFill>
                  <a:srgbClr val="002060"/>
                </a:solidFill>
                <a:latin typeface="华文中宋" panose="02010600040101010101" pitchFamily="2" charset="-122"/>
                <a:ea typeface="华文中宋" panose="02010600040101010101" pitchFamily="2" charset="-122"/>
              </a:rPr>
              <a:t>续</a:t>
            </a:r>
            <a:r>
              <a:rPr lang="en-US" altLang="zh-CN" dirty="0">
                <a:solidFill>
                  <a:srgbClr val="002060"/>
                </a:solidFill>
                <a:latin typeface="华文中宋" panose="02010600040101010101" pitchFamily="2" charset="-122"/>
                <a:ea typeface="华文中宋" panose="02010600040101010101" pitchFamily="2" charset="-122"/>
              </a:rPr>
              <a:t>)</a:t>
            </a:r>
          </a:p>
          <a:p>
            <a:pPr lvl="1" eaLnBrk="1" hangingPunct="1">
              <a:lnSpc>
                <a:spcPct val="150000"/>
              </a:lnSpc>
              <a:buFont typeface="Wingdings" panose="05000000000000000000" pitchFamily="2" charset="2"/>
              <a:buChar char="n"/>
            </a:pPr>
            <a:r>
              <a:rPr lang="en-US" altLang="zh-CN" dirty="0">
                <a:solidFill>
                  <a:srgbClr val="002060"/>
                </a:solidFill>
                <a:latin typeface="华文中宋" panose="02010600040101010101" pitchFamily="2" charset="-122"/>
                <a:ea typeface="华文中宋" panose="02010600040101010101" pitchFamily="2" charset="-122"/>
              </a:rPr>
              <a:t>Windows NT</a:t>
            </a:r>
          </a:p>
          <a:p>
            <a:pPr lvl="2" eaLnBrk="1" hangingPunct="1">
              <a:lnSpc>
                <a:spcPct val="150000"/>
              </a:lnSpc>
              <a:buFont typeface="Wingdings" panose="05000000000000000000" pitchFamily="2" charset="2"/>
              <a:buChar char="l"/>
            </a:pPr>
            <a:r>
              <a:rPr lang="zh-CN" altLang="en-US" sz="2000" dirty="0">
                <a:solidFill>
                  <a:srgbClr val="002060"/>
                </a:solidFill>
                <a:latin typeface="华文中宋" panose="02010600040101010101" pitchFamily="2" charset="-122"/>
                <a:ea typeface="华文中宋" panose="02010600040101010101" pitchFamily="2" charset="-122"/>
              </a:rPr>
              <a:t>根据</a:t>
            </a:r>
            <a:r>
              <a:rPr lang="en-US" altLang="zh-CN" sz="2000" dirty="0">
                <a:solidFill>
                  <a:srgbClr val="002060"/>
                </a:solidFill>
                <a:latin typeface="华文中宋" panose="02010600040101010101" pitchFamily="2" charset="-122"/>
                <a:ea typeface="华文中宋" panose="02010600040101010101" pitchFamily="2" charset="-122"/>
              </a:rPr>
              <a:t>Microkernel</a:t>
            </a:r>
            <a:r>
              <a:rPr lang="zh-CN" altLang="en-US" sz="2000" dirty="0">
                <a:solidFill>
                  <a:srgbClr val="002060"/>
                </a:solidFill>
                <a:latin typeface="华文中宋" panose="02010600040101010101" pitchFamily="2" charset="-122"/>
                <a:ea typeface="华文中宋" panose="02010600040101010101" pitchFamily="2" charset="-122"/>
              </a:rPr>
              <a:t>模式构建的，执行部件对应于</a:t>
            </a:r>
            <a:r>
              <a:rPr lang="en-US" altLang="zh-CN" sz="2000" dirty="0">
                <a:solidFill>
                  <a:srgbClr val="002060"/>
                </a:solidFill>
                <a:latin typeface="华文中宋" panose="02010600040101010101" pitchFamily="2" charset="-122"/>
                <a:ea typeface="华文中宋" panose="02010600040101010101" pitchFamily="2" charset="-122"/>
              </a:rPr>
              <a:t>Microkernel</a:t>
            </a:r>
            <a:r>
              <a:rPr lang="zh-CN" altLang="en-US" sz="2000" dirty="0">
                <a:solidFill>
                  <a:srgbClr val="002060"/>
                </a:solidFill>
                <a:latin typeface="华文中宋" panose="02010600040101010101" pitchFamily="2" charset="-122"/>
                <a:ea typeface="华文中宋" panose="02010600040101010101" pitchFamily="2" charset="-122"/>
              </a:rPr>
              <a:t>的部件，是一个松弛的层析系统，包括以下几个层次</a:t>
            </a:r>
          </a:p>
          <a:p>
            <a:pPr lvl="3" eaLnBrk="1" hangingPunct="1">
              <a:lnSpc>
                <a:spcPct val="150000"/>
              </a:lnSpc>
            </a:pPr>
            <a:r>
              <a:rPr lang="zh-CN" altLang="en-US" dirty="0">
                <a:latin typeface="华文中宋" panose="02010600040101010101" pitchFamily="2" charset="-122"/>
                <a:ea typeface="华文中宋" panose="02010600040101010101" pitchFamily="2" charset="-122"/>
              </a:rPr>
              <a:t>系统服务层：子系统和</a:t>
            </a:r>
            <a:r>
              <a:rPr lang="en-US" altLang="zh-CN" dirty="0">
                <a:latin typeface="华文中宋" panose="02010600040101010101" pitchFamily="2" charset="-122"/>
                <a:ea typeface="华文中宋" panose="02010600040101010101" pitchFamily="2" charset="-122"/>
              </a:rPr>
              <a:t>NT</a:t>
            </a:r>
            <a:r>
              <a:rPr lang="zh-CN" altLang="en-US" dirty="0">
                <a:latin typeface="华文中宋" panose="02010600040101010101" pitchFamily="2" charset="-122"/>
                <a:ea typeface="华文中宋" panose="02010600040101010101" pitchFamily="2" charset="-122"/>
              </a:rPr>
              <a:t>执行部件之间的接口层</a:t>
            </a:r>
          </a:p>
          <a:p>
            <a:pPr lvl="3" eaLnBrk="1" hangingPunct="1">
              <a:lnSpc>
                <a:spcPct val="150000"/>
              </a:lnSpc>
            </a:pPr>
            <a:r>
              <a:rPr lang="zh-CN" altLang="en-US" dirty="0">
                <a:latin typeface="华文中宋" panose="02010600040101010101" pitchFamily="2" charset="-122"/>
                <a:ea typeface="华文中宋" panose="02010600040101010101" pitchFamily="2" charset="-122"/>
              </a:rPr>
              <a:t>资源管理层：对象、安全、进程、</a:t>
            </a:r>
            <a:r>
              <a:rPr lang="en-US" altLang="zh-CN" dirty="0">
                <a:latin typeface="华文中宋" panose="02010600040101010101" pitchFamily="2" charset="-122"/>
                <a:ea typeface="华文中宋" panose="02010600040101010101" pitchFamily="2" charset="-122"/>
              </a:rPr>
              <a:t>I/O</a:t>
            </a:r>
            <a:r>
              <a:rPr lang="zh-CN" altLang="en-US" dirty="0">
                <a:latin typeface="华文中宋" panose="02010600040101010101" pitchFamily="2" charset="-122"/>
                <a:ea typeface="华文中宋" panose="02010600040101010101" pitchFamily="2" charset="-122"/>
              </a:rPr>
              <a:t>、虚拟存储</a:t>
            </a:r>
            <a:endParaRPr lang="en-US" altLang="zh-CN" dirty="0">
              <a:latin typeface="华文中宋" panose="02010600040101010101" pitchFamily="2" charset="-122"/>
              <a:ea typeface="华文中宋" panose="02010600040101010101" pitchFamily="2" charset="-122"/>
            </a:endParaRPr>
          </a:p>
          <a:p>
            <a:pPr lvl="3" eaLnBrk="1" hangingPunct="1">
              <a:lnSpc>
                <a:spcPct val="150000"/>
              </a:lnSpc>
            </a:pPr>
            <a:r>
              <a:rPr lang="zh-CN" altLang="en-US" dirty="0">
                <a:latin typeface="华文中宋" panose="02010600040101010101" pitchFamily="2" charset="-122"/>
                <a:ea typeface="华文中宋" panose="02010600040101010101" pitchFamily="2" charset="-122"/>
              </a:rPr>
              <a:t>内核：负责基本功能，</a:t>
            </a:r>
            <a:r>
              <a:rPr lang="en-US" altLang="zh-CN" dirty="0">
                <a:latin typeface="华文中宋" panose="02010600040101010101" pitchFamily="2" charset="-122"/>
                <a:ea typeface="华文中宋" panose="02010600040101010101" pitchFamily="2" charset="-122"/>
              </a:rPr>
              <a:t>Int.</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E</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Thread</a:t>
            </a:r>
            <a:r>
              <a:rPr lang="zh-CN" altLang="en-US" dirty="0">
                <a:latin typeface="华文中宋" panose="02010600040101010101" pitchFamily="2" charset="-122"/>
                <a:ea typeface="华文中宋" panose="02010600040101010101" pitchFamily="2" charset="-122"/>
              </a:rPr>
              <a:t>、多处理器同步</a:t>
            </a:r>
          </a:p>
          <a:p>
            <a:pPr lvl="3" eaLnBrk="1" hangingPunct="1">
              <a:lnSpc>
                <a:spcPct val="150000"/>
              </a:lnSpc>
            </a:pPr>
            <a:r>
              <a:rPr lang="en-US" altLang="zh-CN" dirty="0">
                <a:latin typeface="华文中宋" panose="02010600040101010101" pitchFamily="2" charset="-122"/>
                <a:ea typeface="华文中宋" panose="02010600040101010101" pitchFamily="2" charset="-122"/>
              </a:rPr>
              <a:t>HAL</a:t>
            </a:r>
            <a:r>
              <a:rPr lang="zh-CN" altLang="en-US" dirty="0">
                <a:latin typeface="华文中宋" panose="02010600040101010101" pitchFamily="2" charset="-122"/>
                <a:ea typeface="华文中宋" panose="02010600040101010101" pitchFamily="2" charset="-122"/>
              </a:rPr>
              <a:t>（硬件抽象层）：隐藏了不同处理器间硬件的差异</a:t>
            </a:r>
          </a:p>
          <a:p>
            <a:pPr lvl="3" eaLnBrk="1" hangingPunct="1">
              <a:lnSpc>
                <a:spcPct val="150000"/>
              </a:lnSpc>
            </a:pPr>
            <a:r>
              <a:rPr lang="zh-CN" altLang="en-US" dirty="0">
                <a:latin typeface="华文中宋" panose="02010600040101010101" pitchFamily="2" charset="-122"/>
                <a:ea typeface="华文中宋" panose="02010600040101010101" pitchFamily="2" charset="-122"/>
              </a:rPr>
              <a:t>硬件层：</a:t>
            </a:r>
            <a:r>
              <a:rPr lang="en-US" altLang="zh-CN" dirty="0">
                <a:latin typeface="华文中宋" panose="02010600040101010101" pitchFamily="2" charset="-122"/>
                <a:ea typeface="华文中宋" panose="02010600040101010101" pitchFamily="2" charset="-122"/>
              </a:rPr>
              <a:t>NT</a:t>
            </a:r>
            <a:r>
              <a:rPr lang="zh-CN" altLang="en-US" dirty="0">
                <a:latin typeface="华文中宋" panose="02010600040101010101" pitchFamily="2" charset="-122"/>
                <a:ea typeface="华文中宋" panose="02010600040101010101" pitchFamily="2" charset="-122"/>
              </a:rPr>
              <a:t>松弛层模型的规则，出于效率的考虑，内核和</a:t>
            </a:r>
            <a:r>
              <a:rPr lang="en-US" altLang="zh-CN" dirty="0">
                <a:latin typeface="华文中宋" panose="02010600040101010101" pitchFamily="2" charset="-122"/>
                <a:ea typeface="华文中宋" panose="02010600040101010101" pitchFamily="2" charset="-122"/>
              </a:rPr>
              <a:t>IO</a:t>
            </a:r>
            <a:r>
              <a:rPr lang="zh-CN" altLang="en-US" dirty="0">
                <a:latin typeface="华文中宋" panose="02010600040101010101" pitchFamily="2" charset="-122"/>
                <a:ea typeface="华文中宋" panose="02010600040101010101" pitchFamily="2" charset="-122"/>
              </a:rPr>
              <a:t>管理需要直接访问硬件</a:t>
            </a:r>
          </a:p>
        </p:txBody>
      </p:sp>
    </p:spTree>
    <p:extLst>
      <p:ext uri="{BB962C8B-B14F-4D97-AF65-F5344CB8AC3E}">
        <p14:creationId xmlns:p14="http://schemas.microsoft.com/office/powerpoint/2010/main" val="303712923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39939"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§6.3 </a:t>
            </a:r>
            <a:r>
              <a:rPr lang="zh-CN" altLang="en-US" dirty="0">
                <a:latin typeface="华文中宋" panose="02010600040101010101" pitchFamily="2" charset="-122"/>
                <a:ea typeface="华文中宋" panose="02010600040101010101" pitchFamily="2" charset="-122"/>
              </a:rPr>
              <a:t>层次结构</a:t>
            </a:r>
          </a:p>
        </p:txBody>
      </p:sp>
      <p:sp>
        <p:nvSpPr>
          <p:cNvPr id="39940" name="Rectangle 3"/>
          <p:cNvSpPr>
            <a:spLocks noGrp="1" noChangeArrowheads="1"/>
          </p:cNvSpPr>
          <p:nvPr>
            <p:ph type="body" idx="1"/>
          </p:nvPr>
        </p:nvSpPr>
        <p:spPr>
          <a:xfrm>
            <a:off x="479376" y="1052736"/>
            <a:ext cx="11377264" cy="5688632"/>
          </a:xfrm>
        </p:spPr>
        <p:txBody>
          <a:bodyPr/>
          <a:lstStyle/>
          <a:p>
            <a:pPr eaLnBrk="1" hangingPunct="1">
              <a:lnSpc>
                <a:spcPct val="70000"/>
              </a:lnSpc>
            </a:pPr>
            <a:r>
              <a:rPr lang="zh-CN" altLang="en-US" dirty="0">
                <a:solidFill>
                  <a:srgbClr val="002060"/>
                </a:solidFill>
                <a:latin typeface="华文中宋" panose="02010600040101010101" pitchFamily="2" charset="-122"/>
                <a:ea typeface="华文中宋" panose="02010600040101010101" pitchFamily="2" charset="-122"/>
              </a:rPr>
              <a:t>层次结构的优缺点</a:t>
            </a:r>
          </a:p>
          <a:p>
            <a:pPr lvl="1" eaLnBrk="1" hangingPunct="1">
              <a:lnSpc>
                <a:spcPct val="150000"/>
              </a:lnSpc>
              <a:buFont typeface="Wingdings" panose="05000000000000000000" pitchFamily="2" charset="2"/>
              <a:buChar char="n"/>
            </a:pPr>
            <a:r>
              <a:rPr lang="zh-CN" altLang="en-US" dirty="0">
                <a:solidFill>
                  <a:srgbClr val="002060"/>
                </a:solidFill>
                <a:latin typeface="华文中宋" panose="02010600040101010101" pitchFamily="2" charset="-122"/>
                <a:ea typeface="华文中宋" panose="02010600040101010101" pitchFamily="2" charset="-122"/>
              </a:rPr>
              <a:t>优点</a:t>
            </a:r>
          </a:p>
          <a:p>
            <a:pPr lvl="2" eaLnBrk="1" hangingPunct="1"/>
            <a:r>
              <a:rPr lang="zh-CN" altLang="en-US" sz="2000" b="0" dirty="0">
                <a:solidFill>
                  <a:schemeClr val="tx1"/>
                </a:solidFill>
                <a:latin typeface="华文楷体" panose="02010600040101010101" pitchFamily="2" charset="-122"/>
                <a:ea typeface="华文楷体" panose="02010600040101010101" pitchFamily="2" charset="-122"/>
              </a:rPr>
              <a:t>层次的复用性</a:t>
            </a:r>
          </a:p>
          <a:p>
            <a:pPr lvl="2" eaLnBrk="1" hangingPunct="1"/>
            <a:r>
              <a:rPr lang="zh-CN" altLang="en-US" sz="2000" b="0" dirty="0">
                <a:solidFill>
                  <a:schemeClr val="tx1"/>
                </a:solidFill>
                <a:latin typeface="华文楷体" panose="02010600040101010101" pitchFamily="2" charset="-122"/>
                <a:ea typeface="华文楷体" panose="02010600040101010101" pitchFamily="2" charset="-122"/>
              </a:rPr>
              <a:t>对标准化的支持，允许在不同层使用来自不同商家的产品</a:t>
            </a:r>
          </a:p>
          <a:p>
            <a:pPr lvl="2" eaLnBrk="1" hangingPunct="1"/>
            <a:r>
              <a:rPr lang="zh-CN" altLang="en-US" sz="2000" b="0" dirty="0">
                <a:solidFill>
                  <a:schemeClr val="tx1"/>
                </a:solidFill>
                <a:latin typeface="华文楷体" panose="02010600040101010101" pitchFamily="2" charset="-122"/>
                <a:ea typeface="华文楷体" panose="02010600040101010101" pitchFamily="2" charset="-122"/>
              </a:rPr>
              <a:t>依赖本地化，层次间的标准接口通常把代码变化的影响限制在其所在的层次之内，这样做便于支持系统的可移植性和可测试性</a:t>
            </a:r>
          </a:p>
          <a:p>
            <a:pPr lvl="2" eaLnBrk="1" hangingPunct="1"/>
            <a:r>
              <a:rPr lang="zh-CN" altLang="en-US" sz="2000" b="0" dirty="0">
                <a:solidFill>
                  <a:schemeClr val="tx1"/>
                </a:solidFill>
                <a:latin typeface="华文楷体" panose="02010600040101010101" pitchFamily="2" charset="-122"/>
                <a:ea typeface="华文楷体" panose="02010600040101010101" pitchFamily="2" charset="-122"/>
              </a:rPr>
              <a:t>可替换性，独立层次的实现能够被功能相同的模块替换（例如，硬件的可替换性），互操作性好处的代价是增加了程序开销。</a:t>
            </a:r>
          </a:p>
          <a:p>
            <a:pPr lvl="1" eaLnBrk="1" hangingPunct="1">
              <a:lnSpc>
                <a:spcPct val="150000"/>
              </a:lnSpc>
              <a:buFont typeface="Wingdings" panose="05000000000000000000" pitchFamily="2" charset="2"/>
              <a:buChar char="n"/>
            </a:pPr>
            <a:r>
              <a:rPr lang="zh-CN" altLang="en-US" dirty="0">
                <a:solidFill>
                  <a:srgbClr val="002060"/>
                </a:solidFill>
                <a:latin typeface="华文中宋" panose="02010600040101010101" pitchFamily="2" charset="-122"/>
                <a:ea typeface="华文中宋" panose="02010600040101010101" pitchFamily="2" charset="-122"/>
              </a:rPr>
              <a:t>缺点</a:t>
            </a:r>
          </a:p>
          <a:p>
            <a:pPr lvl="2" eaLnBrk="1" hangingPunct="1"/>
            <a:r>
              <a:rPr lang="zh-CN" altLang="en-US" sz="2000" b="0" dirty="0">
                <a:solidFill>
                  <a:schemeClr val="tx1"/>
                </a:solidFill>
                <a:latin typeface="华文楷体" panose="02010600040101010101" pitchFamily="2" charset="-122"/>
                <a:ea typeface="华文楷体" panose="02010600040101010101" pitchFamily="2" charset="-122"/>
              </a:rPr>
              <a:t>改变行为的</a:t>
            </a:r>
            <a:r>
              <a:rPr lang="zh-CN" altLang="en-US" sz="2000" b="0" dirty="0">
                <a:solidFill>
                  <a:schemeClr val="tx1"/>
                </a:solidFill>
                <a:highlight>
                  <a:srgbClr val="FFFF00"/>
                </a:highlight>
                <a:latin typeface="华文楷体" panose="02010600040101010101" pitchFamily="2" charset="-122"/>
                <a:ea typeface="华文楷体" panose="02010600040101010101" pitchFamily="2" charset="-122"/>
              </a:rPr>
              <a:t>连锁效应</a:t>
            </a:r>
            <a:r>
              <a:rPr lang="zh-CN" altLang="en-US" sz="2000" b="0" dirty="0">
                <a:solidFill>
                  <a:schemeClr val="tx1"/>
                </a:solidFill>
                <a:latin typeface="华文楷体" panose="02010600040101010101" pitchFamily="2" charset="-122"/>
                <a:ea typeface="华文楷体" panose="02010600040101010101" pitchFamily="2" charset="-122"/>
              </a:rPr>
              <a:t>。例如，在维护升级时，如果必须在许多层次上做大量的工作。</a:t>
            </a:r>
          </a:p>
          <a:p>
            <a:pPr lvl="2" eaLnBrk="1" hangingPunct="1"/>
            <a:r>
              <a:rPr lang="zh-CN" altLang="en-US" sz="2000" b="0" dirty="0">
                <a:solidFill>
                  <a:schemeClr val="tx1"/>
                </a:solidFill>
                <a:latin typeface="华文楷体" panose="02010600040101010101" pitchFamily="2" charset="-122"/>
                <a:ea typeface="华文楷体" panose="02010600040101010101" pitchFamily="2" charset="-122"/>
              </a:rPr>
              <a:t>低效率。分层结构通常比单一层次的结构效率更低。例如，通信协议在从高层传送信息时需要</a:t>
            </a:r>
            <a:r>
              <a:rPr lang="zh-CN" altLang="en-US" sz="2000" b="0" dirty="0">
                <a:solidFill>
                  <a:schemeClr val="tx1"/>
                </a:solidFill>
                <a:highlight>
                  <a:srgbClr val="FFFF00"/>
                </a:highlight>
                <a:latin typeface="华文楷体" panose="02010600040101010101" pitchFamily="2" charset="-122"/>
                <a:ea typeface="华文楷体" panose="02010600040101010101" pitchFamily="2" charset="-122"/>
              </a:rPr>
              <a:t>增加信息头和尾</a:t>
            </a:r>
            <a:r>
              <a:rPr lang="zh-CN" altLang="en-US" sz="2000" b="0" dirty="0">
                <a:solidFill>
                  <a:schemeClr val="tx1"/>
                </a:solidFill>
                <a:latin typeface="华文楷体" panose="02010600040101010101" pitchFamily="2" charset="-122"/>
                <a:ea typeface="华文楷体" panose="02010600040101010101" pitchFamily="2" charset="-122"/>
              </a:rPr>
              <a:t>。</a:t>
            </a:r>
          </a:p>
          <a:p>
            <a:pPr lvl="2" eaLnBrk="1" hangingPunct="1"/>
            <a:r>
              <a:rPr lang="zh-CN" altLang="en-US" sz="2000" b="0" dirty="0">
                <a:solidFill>
                  <a:schemeClr val="tx1"/>
                </a:solidFill>
                <a:latin typeface="华文楷体" panose="02010600040101010101" pitchFamily="2" charset="-122"/>
                <a:ea typeface="华文楷体" panose="02010600040101010101" pitchFamily="2" charset="-122"/>
              </a:rPr>
              <a:t>包含多于不必要的工作。高层请求通常会导致多次对低层次的同样的请求；层次数太多还会在</a:t>
            </a:r>
            <a:r>
              <a:rPr lang="zh-CN" altLang="en-US" sz="2000" b="0" dirty="0">
                <a:solidFill>
                  <a:schemeClr val="tx1"/>
                </a:solidFill>
                <a:highlight>
                  <a:srgbClr val="FFFF00"/>
                </a:highlight>
                <a:latin typeface="华文楷体" panose="02010600040101010101" pitchFamily="2" charset="-122"/>
                <a:ea typeface="华文楷体" panose="02010600040101010101" pitchFamily="2" charset="-122"/>
              </a:rPr>
              <a:t>层次间产送变量和返回值时带来额外的开销</a:t>
            </a:r>
            <a:r>
              <a:rPr lang="zh-CN" altLang="en-US" sz="2000" b="0" dirty="0">
                <a:solidFill>
                  <a:schemeClr val="tx1"/>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236685698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40963" name="Rectangle 2"/>
          <p:cNvSpPr>
            <a:spLocks noGrp="1" noChangeArrowheads="1"/>
          </p:cNvSpPr>
          <p:nvPr>
            <p:ph type="title"/>
          </p:nvPr>
        </p:nvSpPr>
        <p:spPr>
          <a:xfrm>
            <a:off x="47328" y="260650"/>
            <a:ext cx="12192000" cy="688975"/>
          </a:xfrm>
        </p:spPr>
        <p:txBody>
          <a:bodyPr/>
          <a:lstStyle/>
          <a:p>
            <a:pPr eaLnBrk="1" hangingPunct="1"/>
            <a:r>
              <a:rPr lang="en-US" altLang="zh-CN" sz="3400" dirty="0">
                <a:latin typeface="华文中宋" panose="02010600040101010101" pitchFamily="2" charset="-122"/>
                <a:ea typeface="华文中宋" panose="02010600040101010101" pitchFamily="2" charset="-122"/>
              </a:rPr>
              <a:t>§6.4 </a:t>
            </a:r>
            <a:r>
              <a:rPr lang="zh-CN" altLang="en-US" sz="3400" dirty="0">
                <a:latin typeface="华文中宋" panose="02010600040101010101" pitchFamily="2" charset="-122"/>
                <a:ea typeface="华文中宋" panose="02010600040101010101" pitchFamily="2" charset="-122"/>
              </a:rPr>
              <a:t>体系结构的形式化描述</a:t>
            </a:r>
            <a:endParaRPr lang="en-US" altLang="zh-CN" sz="3400" dirty="0">
              <a:latin typeface="华文中宋" panose="02010600040101010101" pitchFamily="2" charset="-122"/>
              <a:ea typeface="华文中宋" panose="02010600040101010101" pitchFamily="2" charset="-122"/>
            </a:endParaRPr>
          </a:p>
        </p:txBody>
      </p:sp>
      <p:sp>
        <p:nvSpPr>
          <p:cNvPr id="40964" name="Rectangle 3"/>
          <p:cNvSpPr>
            <a:spLocks noGrp="1" noChangeArrowheads="1"/>
          </p:cNvSpPr>
          <p:nvPr>
            <p:ph type="body" idx="1"/>
          </p:nvPr>
        </p:nvSpPr>
        <p:spPr>
          <a:xfrm>
            <a:off x="623392" y="1052736"/>
            <a:ext cx="11161240" cy="5431704"/>
          </a:xfrm>
        </p:spPr>
        <p:txBody>
          <a:bodyPr/>
          <a:lstStyle/>
          <a:p>
            <a:pPr eaLnBrk="1" hangingPunct="1">
              <a:lnSpc>
                <a:spcPct val="80000"/>
              </a:lnSpc>
            </a:pPr>
            <a:r>
              <a:rPr lang="zh-CN" altLang="en-US" dirty="0">
                <a:solidFill>
                  <a:srgbClr val="002060"/>
                </a:solidFill>
                <a:latin typeface="华文中宋" panose="02010600040101010101" pitchFamily="2" charset="-122"/>
                <a:ea typeface="华文中宋" panose="02010600040101010101" pitchFamily="2" charset="-122"/>
              </a:rPr>
              <a:t>概述</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传统的软件工程大都采用图、文本、表格和简单的符号集合来创建分析和设计系统的模型。</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采用形式化方法就是使用形如数学符号的形式化语法和语义来刻画系统的功能行为和描述系统规约及设计。</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形式化方法是有争议的。</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支持者：革命</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反对者：相当的困难</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而我们：如此的不熟悉，难以判断这些争论</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使用形式化方法进行体系结构描述语言的描述、设计和开发受到研究者的重视。</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精确复制的必然性</a:t>
            </a:r>
          </a:p>
        </p:txBody>
      </p:sp>
      <mc:AlternateContent xmlns:mc="http://schemas.openxmlformats.org/markup-compatibility/2006">
        <mc:Choice xmlns:p14="http://schemas.microsoft.com/office/powerpoint/2010/main" Requires="p14">
          <p:contentPart p14:bwMode="auto" r:id="rId2">
            <p14:nvContentPartPr>
              <p14:cNvPr id="2" name="墨迹 1">
                <a:extLst>
                  <a:ext uri="{FF2B5EF4-FFF2-40B4-BE49-F238E27FC236}">
                    <a16:creationId xmlns:a16="http://schemas.microsoft.com/office/drawing/2014/main" id="{8DA9CA12-29C5-4B00-978D-70D919559EAC}"/>
                  </a:ext>
                </a:extLst>
              </p14:cNvPr>
              <p14:cNvContentPartPr/>
              <p14:nvPr/>
            </p14:nvContentPartPr>
            <p14:xfrm>
              <a:off x="1961308" y="4470996"/>
              <a:ext cx="764640" cy="522720"/>
            </p14:xfrm>
          </p:contentPart>
        </mc:Choice>
        <mc:Fallback>
          <p:pic>
            <p:nvPicPr>
              <p:cNvPr id="2" name="墨迹 1">
                <a:extLst>
                  <a:ext uri="{FF2B5EF4-FFF2-40B4-BE49-F238E27FC236}">
                    <a16:creationId xmlns:a16="http://schemas.microsoft.com/office/drawing/2014/main" id="{8DA9CA12-29C5-4B00-978D-70D919559EAC}"/>
                  </a:ext>
                </a:extLst>
              </p:cNvPr>
              <p:cNvPicPr/>
              <p:nvPr/>
            </p:nvPicPr>
            <p:blipFill>
              <a:blip r:embed="rId3"/>
              <a:stretch>
                <a:fillRect/>
              </a:stretch>
            </p:blipFill>
            <p:spPr>
              <a:xfrm>
                <a:off x="1952308" y="4461996"/>
                <a:ext cx="782280" cy="5403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墨迹 2">
                <a:extLst>
                  <a:ext uri="{FF2B5EF4-FFF2-40B4-BE49-F238E27FC236}">
                    <a16:creationId xmlns:a16="http://schemas.microsoft.com/office/drawing/2014/main" id="{D9A4C9C9-12FD-4B4A-BAAF-22E7CA6EF99E}"/>
                  </a:ext>
                </a:extLst>
              </p14:cNvPr>
              <p14:cNvContentPartPr/>
              <p14:nvPr/>
            </p14:nvContentPartPr>
            <p14:xfrm>
              <a:off x="5047948" y="4897596"/>
              <a:ext cx="1795320" cy="77040"/>
            </p14:xfrm>
          </p:contentPart>
        </mc:Choice>
        <mc:Fallback>
          <p:pic>
            <p:nvPicPr>
              <p:cNvPr id="3" name="墨迹 2">
                <a:extLst>
                  <a:ext uri="{FF2B5EF4-FFF2-40B4-BE49-F238E27FC236}">
                    <a16:creationId xmlns:a16="http://schemas.microsoft.com/office/drawing/2014/main" id="{D9A4C9C9-12FD-4B4A-BAAF-22E7CA6EF99E}"/>
                  </a:ext>
                </a:extLst>
              </p:cNvPr>
              <p:cNvPicPr/>
              <p:nvPr/>
            </p:nvPicPr>
            <p:blipFill>
              <a:blip r:embed="rId5"/>
              <a:stretch>
                <a:fillRect/>
              </a:stretch>
            </p:blipFill>
            <p:spPr>
              <a:xfrm>
                <a:off x="5038948" y="4888956"/>
                <a:ext cx="1812960" cy="94680"/>
              </a:xfrm>
              <a:prstGeom prst="rect">
                <a:avLst/>
              </a:prstGeom>
            </p:spPr>
          </p:pic>
        </mc:Fallback>
      </mc:AlternateContent>
      <p:grpSp>
        <p:nvGrpSpPr>
          <p:cNvPr id="22" name="组合 21">
            <a:extLst>
              <a:ext uri="{FF2B5EF4-FFF2-40B4-BE49-F238E27FC236}">
                <a16:creationId xmlns:a16="http://schemas.microsoft.com/office/drawing/2014/main" id="{770D9F64-E7E8-4516-85B6-B9A276283E3D}"/>
              </a:ext>
            </a:extLst>
          </p:cNvPr>
          <p:cNvGrpSpPr/>
          <p:nvPr/>
        </p:nvGrpSpPr>
        <p:grpSpPr>
          <a:xfrm>
            <a:off x="7231708" y="3959436"/>
            <a:ext cx="1280520" cy="885240"/>
            <a:chOff x="7231708" y="3959436"/>
            <a:chExt cx="1280520" cy="885240"/>
          </a:xfrm>
        </p:grpSpPr>
        <mc:AlternateContent xmlns:mc="http://schemas.openxmlformats.org/markup-compatibility/2006">
          <mc:Choice xmlns:p14="http://schemas.microsoft.com/office/powerpoint/2010/main" Requires="p14">
            <p:contentPart p14:bwMode="auto" r:id="rId6">
              <p14:nvContentPartPr>
                <p14:cNvPr id="4" name="墨迹 3">
                  <a:extLst>
                    <a:ext uri="{FF2B5EF4-FFF2-40B4-BE49-F238E27FC236}">
                      <a16:creationId xmlns:a16="http://schemas.microsoft.com/office/drawing/2014/main" id="{A8ADC1C1-3903-4FC1-BBF2-4DF8A20BD24E}"/>
                    </a:ext>
                  </a:extLst>
                </p14:cNvPr>
                <p14:cNvContentPartPr/>
                <p14:nvPr/>
              </p14:nvContentPartPr>
              <p14:xfrm>
                <a:off x="7231708" y="4168236"/>
                <a:ext cx="231840" cy="37800"/>
              </p14:xfrm>
            </p:contentPart>
          </mc:Choice>
          <mc:Fallback>
            <p:pic>
              <p:nvPicPr>
                <p:cNvPr id="4" name="墨迹 3">
                  <a:extLst>
                    <a:ext uri="{FF2B5EF4-FFF2-40B4-BE49-F238E27FC236}">
                      <a16:creationId xmlns:a16="http://schemas.microsoft.com/office/drawing/2014/main" id="{A8ADC1C1-3903-4FC1-BBF2-4DF8A20BD24E}"/>
                    </a:ext>
                  </a:extLst>
                </p:cNvPr>
                <p:cNvPicPr/>
                <p:nvPr/>
              </p:nvPicPr>
              <p:blipFill>
                <a:blip r:embed="rId7"/>
                <a:stretch>
                  <a:fillRect/>
                </a:stretch>
              </p:blipFill>
              <p:spPr>
                <a:xfrm>
                  <a:off x="7222708" y="4159596"/>
                  <a:ext cx="24948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墨迹 4">
                  <a:extLst>
                    <a:ext uri="{FF2B5EF4-FFF2-40B4-BE49-F238E27FC236}">
                      <a16:creationId xmlns:a16="http://schemas.microsoft.com/office/drawing/2014/main" id="{C414CBFB-B34E-4C85-9DBA-56B05EF65826}"/>
                    </a:ext>
                  </a:extLst>
                </p14:cNvPr>
                <p14:cNvContentPartPr/>
                <p14:nvPr/>
              </p14:nvContentPartPr>
              <p14:xfrm>
                <a:off x="7257268" y="3964476"/>
                <a:ext cx="113040" cy="534240"/>
              </p14:xfrm>
            </p:contentPart>
          </mc:Choice>
          <mc:Fallback>
            <p:pic>
              <p:nvPicPr>
                <p:cNvPr id="5" name="墨迹 4">
                  <a:extLst>
                    <a:ext uri="{FF2B5EF4-FFF2-40B4-BE49-F238E27FC236}">
                      <a16:creationId xmlns:a16="http://schemas.microsoft.com/office/drawing/2014/main" id="{C414CBFB-B34E-4C85-9DBA-56B05EF65826}"/>
                    </a:ext>
                  </a:extLst>
                </p:cNvPr>
                <p:cNvPicPr/>
                <p:nvPr/>
              </p:nvPicPr>
              <p:blipFill>
                <a:blip r:embed="rId9"/>
                <a:stretch>
                  <a:fillRect/>
                </a:stretch>
              </p:blipFill>
              <p:spPr>
                <a:xfrm>
                  <a:off x="7248628" y="3955476"/>
                  <a:ext cx="130680" cy="5518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墨迹 5">
                  <a:extLst>
                    <a:ext uri="{FF2B5EF4-FFF2-40B4-BE49-F238E27FC236}">
                      <a16:creationId xmlns:a16="http://schemas.microsoft.com/office/drawing/2014/main" id="{4FDBAD7A-C3C9-400A-BC6D-CDECDAA9300F}"/>
                    </a:ext>
                  </a:extLst>
                </p14:cNvPr>
                <p14:cNvContentPartPr/>
                <p14:nvPr/>
              </p14:nvContentPartPr>
              <p14:xfrm>
                <a:off x="7251868" y="4306116"/>
                <a:ext cx="44280" cy="300960"/>
              </p14:xfrm>
            </p:contentPart>
          </mc:Choice>
          <mc:Fallback>
            <p:pic>
              <p:nvPicPr>
                <p:cNvPr id="6" name="墨迹 5">
                  <a:extLst>
                    <a:ext uri="{FF2B5EF4-FFF2-40B4-BE49-F238E27FC236}">
                      <a16:creationId xmlns:a16="http://schemas.microsoft.com/office/drawing/2014/main" id="{4FDBAD7A-C3C9-400A-BC6D-CDECDAA9300F}"/>
                    </a:ext>
                  </a:extLst>
                </p:cNvPr>
                <p:cNvPicPr/>
                <p:nvPr/>
              </p:nvPicPr>
              <p:blipFill>
                <a:blip r:embed="rId11"/>
                <a:stretch>
                  <a:fillRect/>
                </a:stretch>
              </p:blipFill>
              <p:spPr>
                <a:xfrm>
                  <a:off x="7242868" y="4297476"/>
                  <a:ext cx="61920" cy="318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墨迹 6">
                  <a:extLst>
                    <a:ext uri="{FF2B5EF4-FFF2-40B4-BE49-F238E27FC236}">
                      <a16:creationId xmlns:a16="http://schemas.microsoft.com/office/drawing/2014/main" id="{DDBC7DE6-E276-4521-943B-D361A0DE8293}"/>
                    </a:ext>
                  </a:extLst>
                </p14:cNvPr>
                <p14:cNvContentPartPr/>
                <p14:nvPr/>
              </p14:nvContentPartPr>
              <p14:xfrm>
                <a:off x="7388308" y="4372356"/>
                <a:ext cx="107640" cy="30960"/>
              </p14:xfrm>
            </p:contentPart>
          </mc:Choice>
          <mc:Fallback>
            <p:pic>
              <p:nvPicPr>
                <p:cNvPr id="7" name="墨迹 6">
                  <a:extLst>
                    <a:ext uri="{FF2B5EF4-FFF2-40B4-BE49-F238E27FC236}">
                      <a16:creationId xmlns:a16="http://schemas.microsoft.com/office/drawing/2014/main" id="{DDBC7DE6-E276-4521-943B-D361A0DE8293}"/>
                    </a:ext>
                  </a:extLst>
                </p:cNvPr>
                <p:cNvPicPr/>
                <p:nvPr/>
              </p:nvPicPr>
              <p:blipFill>
                <a:blip r:embed="rId13"/>
                <a:stretch>
                  <a:fillRect/>
                </a:stretch>
              </p:blipFill>
              <p:spPr>
                <a:xfrm>
                  <a:off x="7379668" y="4363356"/>
                  <a:ext cx="12528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墨迹 7">
                  <a:extLst>
                    <a:ext uri="{FF2B5EF4-FFF2-40B4-BE49-F238E27FC236}">
                      <a16:creationId xmlns:a16="http://schemas.microsoft.com/office/drawing/2014/main" id="{FE22A182-E462-4743-A0B9-3912A9B5834D}"/>
                    </a:ext>
                  </a:extLst>
                </p14:cNvPr>
                <p14:cNvContentPartPr/>
                <p14:nvPr/>
              </p14:nvContentPartPr>
              <p14:xfrm>
                <a:off x="7472188" y="4317276"/>
                <a:ext cx="15120" cy="131400"/>
              </p14:xfrm>
            </p:contentPart>
          </mc:Choice>
          <mc:Fallback>
            <p:pic>
              <p:nvPicPr>
                <p:cNvPr id="8" name="墨迹 7">
                  <a:extLst>
                    <a:ext uri="{FF2B5EF4-FFF2-40B4-BE49-F238E27FC236}">
                      <a16:creationId xmlns:a16="http://schemas.microsoft.com/office/drawing/2014/main" id="{FE22A182-E462-4743-A0B9-3912A9B5834D}"/>
                    </a:ext>
                  </a:extLst>
                </p:cNvPr>
                <p:cNvPicPr/>
                <p:nvPr/>
              </p:nvPicPr>
              <p:blipFill>
                <a:blip r:embed="rId15"/>
                <a:stretch>
                  <a:fillRect/>
                </a:stretch>
              </p:blipFill>
              <p:spPr>
                <a:xfrm>
                  <a:off x="7463548" y="4308276"/>
                  <a:ext cx="3276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墨迹 8">
                  <a:extLst>
                    <a:ext uri="{FF2B5EF4-FFF2-40B4-BE49-F238E27FC236}">
                      <a16:creationId xmlns:a16="http://schemas.microsoft.com/office/drawing/2014/main" id="{A0C785EE-CC14-439C-A2D4-8974997180E2}"/>
                    </a:ext>
                  </a:extLst>
                </p14:cNvPr>
                <p14:cNvContentPartPr/>
                <p14:nvPr/>
              </p14:nvContentPartPr>
              <p14:xfrm>
                <a:off x="7448428" y="4452996"/>
                <a:ext cx="105120" cy="15120"/>
              </p14:xfrm>
            </p:contentPart>
          </mc:Choice>
          <mc:Fallback>
            <p:pic>
              <p:nvPicPr>
                <p:cNvPr id="9" name="墨迹 8">
                  <a:extLst>
                    <a:ext uri="{FF2B5EF4-FFF2-40B4-BE49-F238E27FC236}">
                      <a16:creationId xmlns:a16="http://schemas.microsoft.com/office/drawing/2014/main" id="{A0C785EE-CC14-439C-A2D4-8974997180E2}"/>
                    </a:ext>
                  </a:extLst>
                </p:cNvPr>
                <p:cNvPicPr/>
                <p:nvPr/>
              </p:nvPicPr>
              <p:blipFill>
                <a:blip r:embed="rId17"/>
                <a:stretch>
                  <a:fillRect/>
                </a:stretch>
              </p:blipFill>
              <p:spPr>
                <a:xfrm>
                  <a:off x="7439788" y="4444356"/>
                  <a:ext cx="12276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墨迹 9">
                  <a:extLst>
                    <a:ext uri="{FF2B5EF4-FFF2-40B4-BE49-F238E27FC236}">
                      <a16:creationId xmlns:a16="http://schemas.microsoft.com/office/drawing/2014/main" id="{E3D87BB6-A0DF-4D4B-BE7A-D8FCCEA2E2FC}"/>
                    </a:ext>
                  </a:extLst>
                </p14:cNvPr>
                <p14:cNvContentPartPr/>
                <p14:nvPr/>
              </p14:nvContentPartPr>
              <p14:xfrm>
                <a:off x="7699348" y="4328796"/>
                <a:ext cx="80640" cy="123480"/>
              </p14:xfrm>
            </p:contentPart>
          </mc:Choice>
          <mc:Fallback>
            <p:pic>
              <p:nvPicPr>
                <p:cNvPr id="10" name="墨迹 9">
                  <a:extLst>
                    <a:ext uri="{FF2B5EF4-FFF2-40B4-BE49-F238E27FC236}">
                      <a16:creationId xmlns:a16="http://schemas.microsoft.com/office/drawing/2014/main" id="{E3D87BB6-A0DF-4D4B-BE7A-D8FCCEA2E2FC}"/>
                    </a:ext>
                  </a:extLst>
                </p:cNvPr>
                <p:cNvPicPr/>
                <p:nvPr/>
              </p:nvPicPr>
              <p:blipFill>
                <a:blip r:embed="rId19"/>
                <a:stretch>
                  <a:fillRect/>
                </a:stretch>
              </p:blipFill>
              <p:spPr>
                <a:xfrm>
                  <a:off x="7690708" y="4319796"/>
                  <a:ext cx="9828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墨迹 10">
                  <a:extLst>
                    <a:ext uri="{FF2B5EF4-FFF2-40B4-BE49-F238E27FC236}">
                      <a16:creationId xmlns:a16="http://schemas.microsoft.com/office/drawing/2014/main" id="{CBB19A1F-A9D8-4FEB-A896-5172D1AC69FC}"/>
                    </a:ext>
                  </a:extLst>
                </p14:cNvPr>
                <p14:cNvContentPartPr/>
                <p14:nvPr/>
              </p14:nvContentPartPr>
              <p14:xfrm>
                <a:off x="7890148" y="4132956"/>
                <a:ext cx="15480" cy="270360"/>
              </p14:xfrm>
            </p:contentPart>
          </mc:Choice>
          <mc:Fallback>
            <p:pic>
              <p:nvPicPr>
                <p:cNvPr id="11" name="墨迹 10">
                  <a:extLst>
                    <a:ext uri="{FF2B5EF4-FFF2-40B4-BE49-F238E27FC236}">
                      <a16:creationId xmlns:a16="http://schemas.microsoft.com/office/drawing/2014/main" id="{CBB19A1F-A9D8-4FEB-A896-5172D1AC69FC}"/>
                    </a:ext>
                  </a:extLst>
                </p:cNvPr>
                <p:cNvPicPr/>
                <p:nvPr/>
              </p:nvPicPr>
              <p:blipFill>
                <a:blip r:embed="rId21"/>
                <a:stretch>
                  <a:fillRect/>
                </a:stretch>
              </p:blipFill>
              <p:spPr>
                <a:xfrm>
                  <a:off x="7881508" y="4123956"/>
                  <a:ext cx="3312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墨迹 11">
                  <a:extLst>
                    <a:ext uri="{FF2B5EF4-FFF2-40B4-BE49-F238E27FC236}">
                      <a16:creationId xmlns:a16="http://schemas.microsoft.com/office/drawing/2014/main" id="{583985E7-58B2-4AA6-8FC6-E3F519252A52}"/>
                    </a:ext>
                  </a:extLst>
                </p14:cNvPr>
                <p14:cNvContentPartPr/>
                <p14:nvPr/>
              </p14:nvContentPartPr>
              <p14:xfrm>
                <a:off x="7824988" y="4299276"/>
                <a:ext cx="168120" cy="545400"/>
              </p14:xfrm>
            </p:contentPart>
          </mc:Choice>
          <mc:Fallback>
            <p:pic>
              <p:nvPicPr>
                <p:cNvPr id="12" name="墨迹 11">
                  <a:extLst>
                    <a:ext uri="{FF2B5EF4-FFF2-40B4-BE49-F238E27FC236}">
                      <a16:creationId xmlns:a16="http://schemas.microsoft.com/office/drawing/2014/main" id="{583985E7-58B2-4AA6-8FC6-E3F519252A52}"/>
                    </a:ext>
                  </a:extLst>
                </p:cNvPr>
                <p:cNvPicPr/>
                <p:nvPr/>
              </p:nvPicPr>
              <p:blipFill>
                <a:blip r:embed="rId23"/>
                <a:stretch>
                  <a:fillRect/>
                </a:stretch>
              </p:blipFill>
              <p:spPr>
                <a:xfrm>
                  <a:off x="7816348" y="4290636"/>
                  <a:ext cx="185760" cy="5630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 name="墨迹 12">
                  <a:extLst>
                    <a:ext uri="{FF2B5EF4-FFF2-40B4-BE49-F238E27FC236}">
                      <a16:creationId xmlns:a16="http://schemas.microsoft.com/office/drawing/2014/main" id="{11A91AC2-4327-4195-8684-66DCECDF5415}"/>
                    </a:ext>
                  </a:extLst>
                </p14:cNvPr>
                <p14:cNvContentPartPr/>
                <p14:nvPr/>
              </p14:nvContentPartPr>
              <p14:xfrm>
                <a:off x="8085268" y="4121796"/>
                <a:ext cx="24120" cy="53640"/>
              </p14:xfrm>
            </p:contentPart>
          </mc:Choice>
          <mc:Fallback>
            <p:pic>
              <p:nvPicPr>
                <p:cNvPr id="13" name="墨迹 12">
                  <a:extLst>
                    <a:ext uri="{FF2B5EF4-FFF2-40B4-BE49-F238E27FC236}">
                      <a16:creationId xmlns:a16="http://schemas.microsoft.com/office/drawing/2014/main" id="{11A91AC2-4327-4195-8684-66DCECDF5415}"/>
                    </a:ext>
                  </a:extLst>
                </p:cNvPr>
                <p:cNvPicPr/>
                <p:nvPr/>
              </p:nvPicPr>
              <p:blipFill>
                <a:blip r:embed="rId25"/>
                <a:stretch>
                  <a:fillRect/>
                </a:stretch>
              </p:blipFill>
              <p:spPr>
                <a:xfrm>
                  <a:off x="8076628" y="4113156"/>
                  <a:ext cx="4176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4" name="墨迹 13">
                  <a:extLst>
                    <a:ext uri="{FF2B5EF4-FFF2-40B4-BE49-F238E27FC236}">
                      <a16:creationId xmlns:a16="http://schemas.microsoft.com/office/drawing/2014/main" id="{56104AB6-903C-4E36-B53F-4EF4E58D3A44}"/>
                    </a:ext>
                  </a:extLst>
                </p14:cNvPr>
                <p14:cNvContentPartPr/>
                <p14:nvPr/>
              </p14:nvContentPartPr>
              <p14:xfrm>
                <a:off x="8180308" y="4221516"/>
                <a:ext cx="23760" cy="131400"/>
              </p14:xfrm>
            </p:contentPart>
          </mc:Choice>
          <mc:Fallback>
            <p:pic>
              <p:nvPicPr>
                <p:cNvPr id="14" name="墨迹 13">
                  <a:extLst>
                    <a:ext uri="{FF2B5EF4-FFF2-40B4-BE49-F238E27FC236}">
                      <a16:creationId xmlns:a16="http://schemas.microsoft.com/office/drawing/2014/main" id="{56104AB6-903C-4E36-B53F-4EF4E58D3A44}"/>
                    </a:ext>
                  </a:extLst>
                </p:cNvPr>
                <p:cNvPicPr/>
                <p:nvPr/>
              </p:nvPicPr>
              <p:blipFill>
                <a:blip r:embed="rId27"/>
                <a:stretch>
                  <a:fillRect/>
                </a:stretch>
              </p:blipFill>
              <p:spPr>
                <a:xfrm>
                  <a:off x="8171308" y="4212876"/>
                  <a:ext cx="4140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5" name="墨迹 14">
                  <a:extLst>
                    <a:ext uri="{FF2B5EF4-FFF2-40B4-BE49-F238E27FC236}">
                      <a16:creationId xmlns:a16="http://schemas.microsoft.com/office/drawing/2014/main" id="{C4A7032C-8974-481A-BE09-1ED755494490}"/>
                    </a:ext>
                  </a:extLst>
                </p14:cNvPr>
                <p14:cNvContentPartPr/>
                <p14:nvPr/>
              </p14:nvContentPartPr>
              <p14:xfrm>
                <a:off x="8196148" y="4182636"/>
                <a:ext cx="82440" cy="127800"/>
              </p14:xfrm>
            </p:contentPart>
          </mc:Choice>
          <mc:Fallback>
            <p:pic>
              <p:nvPicPr>
                <p:cNvPr id="15" name="墨迹 14">
                  <a:extLst>
                    <a:ext uri="{FF2B5EF4-FFF2-40B4-BE49-F238E27FC236}">
                      <a16:creationId xmlns:a16="http://schemas.microsoft.com/office/drawing/2014/main" id="{C4A7032C-8974-481A-BE09-1ED755494490}"/>
                    </a:ext>
                  </a:extLst>
                </p:cNvPr>
                <p:cNvPicPr/>
                <p:nvPr/>
              </p:nvPicPr>
              <p:blipFill>
                <a:blip r:embed="rId29"/>
                <a:stretch>
                  <a:fillRect/>
                </a:stretch>
              </p:blipFill>
              <p:spPr>
                <a:xfrm>
                  <a:off x="8187508" y="4173996"/>
                  <a:ext cx="10008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6" name="墨迹 15">
                  <a:extLst>
                    <a:ext uri="{FF2B5EF4-FFF2-40B4-BE49-F238E27FC236}">
                      <a16:creationId xmlns:a16="http://schemas.microsoft.com/office/drawing/2014/main" id="{90105E32-0FB8-4DE1-80E8-78472612EAEF}"/>
                    </a:ext>
                  </a:extLst>
                </p14:cNvPr>
                <p14:cNvContentPartPr/>
                <p14:nvPr/>
              </p14:nvContentPartPr>
              <p14:xfrm>
                <a:off x="8353828" y="3959436"/>
                <a:ext cx="115920" cy="124560"/>
              </p14:xfrm>
            </p:contentPart>
          </mc:Choice>
          <mc:Fallback>
            <p:pic>
              <p:nvPicPr>
                <p:cNvPr id="16" name="墨迹 15">
                  <a:extLst>
                    <a:ext uri="{FF2B5EF4-FFF2-40B4-BE49-F238E27FC236}">
                      <a16:creationId xmlns:a16="http://schemas.microsoft.com/office/drawing/2014/main" id="{90105E32-0FB8-4DE1-80E8-78472612EAEF}"/>
                    </a:ext>
                  </a:extLst>
                </p:cNvPr>
                <p:cNvPicPr/>
                <p:nvPr/>
              </p:nvPicPr>
              <p:blipFill>
                <a:blip r:embed="rId31"/>
                <a:stretch>
                  <a:fillRect/>
                </a:stretch>
              </p:blipFill>
              <p:spPr>
                <a:xfrm>
                  <a:off x="8344828" y="3950796"/>
                  <a:ext cx="13356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7" name="墨迹 16">
                  <a:extLst>
                    <a:ext uri="{FF2B5EF4-FFF2-40B4-BE49-F238E27FC236}">
                      <a16:creationId xmlns:a16="http://schemas.microsoft.com/office/drawing/2014/main" id="{B2E96612-F603-40A5-ADAE-406761B94E69}"/>
                    </a:ext>
                  </a:extLst>
                </p14:cNvPr>
                <p14:cNvContentPartPr/>
                <p14:nvPr/>
              </p14:nvContentPartPr>
              <p14:xfrm>
                <a:off x="8350948" y="4186236"/>
                <a:ext cx="78840" cy="3600"/>
              </p14:xfrm>
            </p:contentPart>
          </mc:Choice>
          <mc:Fallback>
            <p:pic>
              <p:nvPicPr>
                <p:cNvPr id="17" name="墨迹 16">
                  <a:extLst>
                    <a:ext uri="{FF2B5EF4-FFF2-40B4-BE49-F238E27FC236}">
                      <a16:creationId xmlns:a16="http://schemas.microsoft.com/office/drawing/2014/main" id="{B2E96612-F603-40A5-ADAE-406761B94E69}"/>
                    </a:ext>
                  </a:extLst>
                </p:cNvPr>
                <p:cNvPicPr/>
                <p:nvPr/>
              </p:nvPicPr>
              <p:blipFill>
                <a:blip r:embed="rId33"/>
                <a:stretch>
                  <a:fillRect/>
                </a:stretch>
              </p:blipFill>
              <p:spPr>
                <a:xfrm>
                  <a:off x="8342308" y="4177236"/>
                  <a:ext cx="9648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8" name="墨迹 17">
                  <a:extLst>
                    <a:ext uri="{FF2B5EF4-FFF2-40B4-BE49-F238E27FC236}">
                      <a16:creationId xmlns:a16="http://schemas.microsoft.com/office/drawing/2014/main" id="{A49A3E6D-7C1A-4C0C-BC50-69EB3B71B0BA}"/>
                    </a:ext>
                  </a:extLst>
                </p14:cNvPr>
                <p14:cNvContentPartPr/>
                <p14:nvPr/>
              </p14:nvContentPartPr>
              <p14:xfrm>
                <a:off x="8307748" y="4302516"/>
                <a:ext cx="165600" cy="29880"/>
              </p14:xfrm>
            </p:contentPart>
          </mc:Choice>
          <mc:Fallback>
            <p:pic>
              <p:nvPicPr>
                <p:cNvPr id="18" name="墨迹 17">
                  <a:extLst>
                    <a:ext uri="{FF2B5EF4-FFF2-40B4-BE49-F238E27FC236}">
                      <a16:creationId xmlns:a16="http://schemas.microsoft.com/office/drawing/2014/main" id="{A49A3E6D-7C1A-4C0C-BC50-69EB3B71B0BA}"/>
                    </a:ext>
                  </a:extLst>
                </p:cNvPr>
                <p:cNvPicPr/>
                <p:nvPr/>
              </p:nvPicPr>
              <p:blipFill>
                <a:blip r:embed="rId35"/>
                <a:stretch>
                  <a:fillRect/>
                </a:stretch>
              </p:blipFill>
              <p:spPr>
                <a:xfrm>
                  <a:off x="8298748" y="4293516"/>
                  <a:ext cx="18324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9" name="墨迹 18">
                  <a:extLst>
                    <a:ext uri="{FF2B5EF4-FFF2-40B4-BE49-F238E27FC236}">
                      <a16:creationId xmlns:a16="http://schemas.microsoft.com/office/drawing/2014/main" id="{19A036D3-0A84-4DF5-A7ED-BB4A7BD0B937}"/>
                    </a:ext>
                  </a:extLst>
                </p14:cNvPr>
                <p14:cNvContentPartPr/>
                <p14:nvPr/>
              </p14:nvContentPartPr>
              <p14:xfrm>
                <a:off x="8398468" y="4253916"/>
                <a:ext cx="113760" cy="197640"/>
              </p14:xfrm>
            </p:contentPart>
          </mc:Choice>
          <mc:Fallback>
            <p:pic>
              <p:nvPicPr>
                <p:cNvPr id="19" name="墨迹 18">
                  <a:extLst>
                    <a:ext uri="{FF2B5EF4-FFF2-40B4-BE49-F238E27FC236}">
                      <a16:creationId xmlns:a16="http://schemas.microsoft.com/office/drawing/2014/main" id="{19A036D3-0A84-4DF5-A7ED-BB4A7BD0B937}"/>
                    </a:ext>
                  </a:extLst>
                </p:cNvPr>
                <p:cNvPicPr/>
                <p:nvPr/>
              </p:nvPicPr>
              <p:blipFill>
                <a:blip r:embed="rId37"/>
                <a:stretch>
                  <a:fillRect/>
                </a:stretch>
              </p:blipFill>
              <p:spPr>
                <a:xfrm>
                  <a:off x="8389468" y="4245276"/>
                  <a:ext cx="131400" cy="215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8">
            <p14:nvContentPartPr>
              <p14:cNvPr id="20" name="墨迹 19">
                <a:extLst>
                  <a:ext uri="{FF2B5EF4-FFF2-40B4-BE49-F238E27FC236}">
                    <a16:creationId xmlns:a16="http://schemas.microsoft.com/office/drawing/2014/main" id="{92520C81-9916-4791-9BC5-2A2FA204D6DC}"/>
                  </a:ext>
                </a:extLst>
              </p14:cNvPr>
              <p14:cNvContentPartPr/>
              <p14:nvPr/>
            </p14:nvContentPartPr>
            <p14:xfrm>
              <a:off x="9004708" y="3993636"/>
              <a:ext cx="59400" cy="183240"/>
            </p14:xfrm>
          </p:contentPart>
        </mc:Choice>
        <mc:Fallback>
          <p:pic>
            <p:nvPicPr>
              <p:cNvPr id="20" name="墨迹 19">
                <a:extLst>
                  <a:ext uri="{FF2B5EF4-FFF2-40B4-BE49-F238E27FC236}">
                    <a16:creationId xmlns:a16="http://schemas.microsoft.com/office/drawing/2014/main" id="{92520C81-9916-4791-9BC5-2A2FA204D6DC}"/>
                  </a:ext>
                </a:extLst>
              </p:cNvPr>
              <p:cNvPicPr/>
              <p:nvPr/>
            </p:nvPicPr>
            <p:blipFill>
              <a:blip r:embed="rId39"/>
              <a:stretch>
                <a:fillRect/>
              </a:stretch>
            </p:blipFill>
            <p:spPr>
              <a:xfrm>
                <a:off x="8995708" y="3984636"/>
                <a:ext cx="7704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1" name="墨迹 20">
                <a:extLst>
                  <a:ext uri="{FF2B5EF4-FFF2-40B4-BE49-F238E27FC236}">
                    <a16:creationId xmlns:a16="http://schemas.microsoft.com/office/drawing/2014/main" id="{917B0682-A1F1-4700-8618-9C6712911C3D}"/>
                  </a:ext>
                </a:extLst>
              </p14:cNvPr>
              <p14:cNvContentPartPr/>
              <p14:nvPr/>
            </p14:nvContentPartPr>
            <p14:xfrm>
              <a:off x="9047908" y="4397916"/>
              <a:ext cx="360" cy="360"/>
            </p14:xfrm>
          </p:contentPart>
        </mc:Choice>
        <mc:Fallback>
          <p:pic>
            <p:nvPicPr>
              <p:cNvPr id="21" name="墨迹 20">
                <a:extLst>
                  <a:ext uri="{FF2B5EF4-FFF2-40B4-BE49-F238E27FC236}">
                    <a16:creationId xmlns:a16="http://schemas.microsoft.com/office/drawing/2014/main" id="{917B0682-A1F1-4700-8618-9C6712911C3D}"/>
                  </a:ext>
                </a:extLst>
              </p:cNvPr>
              <p:cNvPicPr/>
              <p:nvPr/>
            </p:nvPicPr>
            <p:blipFill>
              <a:blip r:embed="rId41"/>
              <a:stretch>
                <a:fillRect/>
              </a:stretch>
            </p:blipFill>
            <p:spPr>
              <a:xfrm>
                <a:off x="9039268" y="4389276"/>
                <a:ext cx="18000" cy="18000"/>
              </a:xfrm>
              <a:prstGeom prst="rect">
                <a:avLst/>
              </a:prstGeom>
            </p:spPr>
          </p:pic>
        </mc:Fallback>
      </mc:AlternateContent>
    </p:spTree>
    <p:extLst>
      <p:ext uri="{BB962C8B-B14F-4D97-AF65-F5344CB8AC3E}">
        <p14:creationId xmlns:p14="http://schemas.microsoft.com/office/powerpoint/2010/main" val="154920369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41987"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§6.4 </a:t>
            </a:r>
            <a:r>
              <a:rPr lang="zh-CN" altLang="en-US" sz="3200" dirty="0">
                <a:latin typeface="华文中宋" panose="02010600040101010101" pitchFamily="2" charset="-122"/>
                <a:ea typeface="华文中宋" panose="02010600040101010101" pitchFamily="2" charset="-122"/>
              </a:rPr>
              <a:t>体系结构的形式化描述</a:t>
            </a:r>
          </a:p>
        </p:txBody>
      </p:sp>
      <p:sp>
        <p:nvSpPr>
          <p:cNvPr id="41988" name="Rectangle 3"/>
          <p:cNvSpPr>
            <a:spLocks noGrp="1" noChangeArrowheads="1"/>
          </p:cNvSpPr>
          <p:nvPr>
            <p:ph type="body" idx="1"/>
          </p:nvPr>
        </p:nvSpPr>
        <p:spPr>
          <a:xfrm>
            <a:off x="552481" y="830336"/>
            <a:ext cx="11304231" cy="5760640"/>
          </a:xfrm>
        </p:spPr>
        <p:txBody>
          <a:bodyPr/>
          <a:lstStyle/>
          <a:p>
            <a:pPr eaLnBrk="1" hangingPunct="1">
              <a:lnSpc>
                <a:spcPct val="150000"/>
              </a:lnSpc>
            </a:pPr>
            <a:r>
              <a:rPr lang="zh-CN" altLang="en-US" dirty="0">
                <a:solidFill>
                  <a:schemeClr val="tx1"/>
                </a:solidFill>
                <a:latin typeface="华文中宋" panose="02010600040101010101" pitchFamily="2" charset="-122"/>
                <a:ea typeface="华文中宋" panose="02010600040101010101" pitchFamily="2" charset="-122"/>
              </a:rPr>
              <a:t>形式化基本概念</a:t>
            </a:r>
          </a:p>
          <a:p>
            <a:pPr lvl="1"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定义：用于开发计算机系统的形式化方法是描述系统性质的基于数学的技术。</a:t>
            </a:r>
          </a:p>
          <a:p>
            <a:pPr lvl="1"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如果一个方法有良好的数学基础，那么它就是形式化的。典型的是以形式化规约语言给出的。</a:t>
            </a:r>
          </a:p>
          <a:p>
            <a:pPr lvl="1"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规约方法的目标：</a:t>
            </a:r>
            <a:r>
              <a:rPr lang="zh-CN" altLang="en-US" dirty="0">
                <a:solidFill>
                  <a:srgbClr val="C00000"/>
                </a:solidFill>
                <a:latin typeface="华文中宋" panose="02010600040101010101" pitchFamily="2" charset="-122"/>
                <a:ea typeface="华文中宋" panose="02010600040101010101" pitchFamily="2" charset="-122"/>
              </a:rPr>
              <a:t>无二义性、一致性和完整性</a:t>
            </a:r>
            <a:r>
              <a:rPr lang="zh-CN" altLang="en-US" dirty="0">
                <a:latin typeface="华文中宋" panose="02010600040101010101" pitchFamily="2" charset="-122"/>
                <a:ea typeface="华文中宋" panose="02010600040101010101" pitchFamily="2" charset="-122"/>
              </a:rPr>
              <a:t>。</a:t>
            </a:r>
          </a:p>
          <a:p>
            <a:pPr lvl="2" eaLnBrk="1" hangingPunct="1">
              <a:lnSpc>
                <a:spcPct val="150000"/>
              </a:lnSpc>
              <a:buFont typeface="Wingdings" panose="05000000000000000000" pitchFamily="2" charset="2"/>
              <a:buChar char="l"/>
            </a:pPr>
            <a:r>
              <a:rPr lang="zh-CN" altLang="en-US" sz="2000" b="0" dirty="0">
                <a:solidFill>
                  <a:schemeClr val="tx1"/>
                </a:solidFill>
                <a:latin typeface="华文中宋" panose="02010600040101010101" pitchFamily="2" charset="-122"/>
                <a:ea typeface="华文中宋" panose="02010600040101010101" pitchFamily="2" charset="-122"/>
              </a:rPr>
              <a:t>传统的软件工程：图形、符号、文字</a:t>
            </a:r>
          </a:p>
          <a:p>
            <a:pPr lvl="3" eaLnBrk="1" hangingPunct="1"/>
            <a:r>
              <a:rPr lang="zh-CN" altLang="en-US" dirty="0">
                <a:latin typeface="华文楷体" panose="02010600040101010101" pitchFamily="2" charset="-122"/>
                <a:ea typeface="华文楷体" panose="02010600040101010101" pitchFamily="2" charset="-122"/>
              </a:rPr>
              <a:t>在系统实现的过程中存在的问题</a:t>
            </a:r>
            <a:r>
              <a:rPr lang="zh-CN" altLang="en-US" b="1" dirty="0">
                <a:solidFill>
                  <a:srgbClr val="C00000"/>
                </a:solidFill>
                <a:latin typeface="华文楷体" panose="02010600040101010101" pitchFamily="2" charset="-122"/>
                <a:ea typeface="华文楷体" panose="02010600040101010101" pitchFamily="2" charset="-122"/>
              </a:rPr>
              <a:t>（二义性，不一致性，不完整性）</a:t>
            </a:r>
            <a:endParaRPr lang="en-US" altLang="zh-CN" b="1" dirty="0">
              <a:solidFill>
                <a:srgbClr val="C00000"/>
              </a:solidFill>
              <a:latin typeface="华文楷体" panose="02010600040101010101" pitchFamily="2" charset="-122"/>
              <a:ea typeface="华文楷体" panose="02010600040101010101" pitchFamily="2" charset="-122"/>
            </a:endParaRPr>
          </a:p>
          <a:p>
            <a:pPr lvl="3" eaLnBrk="1" hangingPunct="1"/>
            <a:r>
              <a:rPr lang="zh-CN" altLang="en-US" dirty="0">
                <a:highlight>
                  <a:srgbClr val="FFFF00"/>
                </a:highlight>
                <a:latin typeface="华文楷体" panose="02010600040101010101" pitchFamily="2" charset="-122"/>
                <a:ea typeface="华文楷体" panose="02010600040101010101" pitchFamily="2" charset="-122"/>
              </a:rPr>
              <a:t>编译：已证明目标代码与源程序的等价性</a:t>
            </a:r>
            <a:endParaRPr lang="en-US" altLang="zh-CN" dirty="0">
              <a:highlight>
                <a:srgbClr val="FFFF00"/>
              </a:highlight>
              <a:latin typeface="华文楷体" panose="02010600040101010101" pitchFamily="2" charset="-122"/>
              <a:ea typeface="华文楷体" panose="02010600040101010101" pitchFamily="2" charset="-122"/>
            </a:endParaRPr>
          </a:p>
          <a:p>
            <a:pPr lvl="3" eaLnBrk="1" hangingPunct="1"/>
            <a:r>
              <a:rPr lang="zh-CN" altLang="en-US" dirty="0">
                <a:highlight>
                  <a:srgbClr val="FFFF00"/>
                </a:highlight>
                <a:latin typeface="华文楷体" panose="02010600040101010101" pitchFamily="2" charset="-122"/>
                <a:ea typeface="华文楷体" panose="02010600040101010101" pitchFamily="2" charset="-122"/>
              </a:rPr>
              <a:t>不能保证内存安全的代码一定会产生内存的不安全性</a:t>
            </a:r>
          </a:p>
          <a:p>
            <a:pPr lvl="2" eaLnBrk="1" hangingPunct="1">
              <a:buFont typeface="Wingdings" panose="05000000000000000000" pitchFamily="2" charset="2"/>
              <a:buChar char="l"/>
            </a:pPr>
            <a:r>
              <a:rPr lang="zh-CN" altLang="en-US" sz="2000" b="0" dirty="0">
                <a:solidFill>
                  <a:schemeClr val="tx1"/>
                </a:solidFill>
                <a:latin typeface="华文中宋" panose="02010600040101010101" pitchFamily="2" charset="-122"/>
                <a:ea typeface="华文中宋" panose="02010600040101010101" pitchFamily="2" charset="-122"/>
              </a:rPr>
              <a:t>精确的语义描述</a:t>
            </a:r>
          </a:p>
          <a:p>
            <a:pPr lvl="2" eaLnBrk="1" hangingPunct="1">
              <a:buFont typeface="Wingdings" panose="05000000000000000000" pitchFamily="2" charset="2"/>
              <a:buChar char="l"/>
            </a:pPr>
            <a:r>
              <a:rPr lang="zh-CN" altLang="en-US" sz="2000" b="0" dirty="0">
                <a:solidFill>
                  <a:schemeClr val="tx1"/>
                </a:solidFill>
                <a:latin typeface="华文中宋" panose="02010600040101010101" pitchFamily="2" charset="-122"/>
                <a:ea typeface="华文中宋" panose="02010600040101010101" pitchFamily="2" charset="-122"/>
              </a:rPr>
              <a:t>支持分析推理</a:t>
            </a:r>
            <a:endParaRPr lang="en-US" altLang="zh-CN" sz="2000" b="0" dirty="0">
              <a:solidFill>
                <a:schemeClr val="tx1"/>
              </a:solidFill>
              <a:latin typeface="华文中宋" panose="02010600040101010101" pitchFamily="2" charset="-122"/>
              <a:ea typeface="华文中宋" panose="02010600040101010101" pitchFamily="2" charset="-122"/>
            </a:endParaRPr>
          </a:p>
          <a:p>
            <a:pPr lvl="2" eaLnBrk="1" hangingPunct="1">
              <a:buFont typeface="Wingdings" panose="05000000000000000000" pitchFamily="2" charset="2"/>
              <a:buChar char="l"/>
            </a:pPr>
            <a:r>
              <a:rPr lang="zh-CN" altLang="en-US" sz="2000" b="0" dirty="0">
                <a:solidFill>
                  <a:schemeClr val="tx1"/>
                </a:solidFill>
                <a:latin typeface="华文中宋" panose="02010600040101010101" pitchFamily="2" charset="-122"/>
                <a:ea typeface="华文中宋" panose="02010600040101010101" pitchFamily="2" charset="-122"/>
              </a:rPr>
              <a:t>机器可读</a:t>
            </a:r>
            <a:endParaRPr lang="en-US" altLang="zh-CN" sz="2000" b="0" dirty="0">
              <a:solidFill>
                <a:schemeClr val="tx1"/>
              </a:solidFill>
              <a:latin typeface="华文中宋" panose="02010600040101010101" pitchFamily="2" charset="-122"/>
              <a:ea typeface="华文中宋" panose="02010600040101010101" pitchFamily="2" charset="-122"/>
            </a:endParaRPr>
          </a:p>
          <a:p>
            <a:pPr lvl="2" eaLnBrk="1" hangingPunct="1">
              <a:buFont typeface="Wingdings" panose="05000000000000000000" pitchFamily="2" charset="2"/>
              <a:buChar char="l"/>
            </a:pPr>
            <a:r>
              <a:rPr lang="zh-CN" altLang="en-US" sz="2000" b="0" dirty="0">
                <a:solidFill>
                  <a:schemeClr val="tx1"/>
                </a:solidFill>
                <a:latin typeface="华文中宋" panose="02010600040101010101" pitchFamily="2" charset="-122"/>
                <a:ea typeface="华文中宋" panose="02010600040101010101" pitchFamily="2" charset="-122"/>
              </a:rPr>
              <a:t>正确性的组合和传播</a:t>
            </a:r>
            <a:endParaRPr lang="en-US" altLang="zh-CN" sz="2000" b="0" dirty="0">
              <a:solidFill>
                <a:schemeClr val="tx1"/>
              </a:solidFill>
              <a:latin typeface="华文中宋" panose="02010600040101010101" pitchFamily="2" charset="-122"/>
              <a:ea typeface="华文中宋" panose="02010600040101010101" pitchFamily="2" charset="-122"/>
            </a:endParaRPr>
          </a:p>
          <a:p>
            <a:pPr lvl="2" eaLnBrk="1" hangingPunct="1">
              <a:buFont typeface="Wingdings" panose="05000000000000000000" pitchFamily="2" charset="2"/>
              <a:buChar char="l"/>
            </a:pPr>
            <a:r>
              <a:rPr lang="zh-CN" altLang="en-US" sz="2000" b="0" dirty="0">
                <a:solidFill>
                  <a:schemeClr val="tx1"/>
                </a:solidFill>
                <a:latin typeface="华文中宋" panose="02010600040101010101" pitchFamily="2" charset="-122"/>
                <a:ea typeface="华文中宋" panose="02010600040101010101" pitchFamily="2" charset="-122"/>
              </a:rPr>
              <a:t>越来越多的经过严格证明的软件系统或者系统部件</a:t>
            </a:r>
            <a:r>
              <a:rPr lang="zh-CN" altLang="en-US" sz="2000" dirty="0">
                <a:solidFill>
                  <a:srgbClr val="C00000"/>
                </a:solidFill>
                <a:latin typeface="华文楷体" panose="02010600040101010101" pitchFamily="2" charset="-122"/>
                <a:ea typeface="华文楷体" panose="02010600040101010101" pitchFamily="2" charset="-122"/>
              </a:rPr>
              <a:t>（我们的希望）</a:t>
            </a:r>
          </a:p>
        </p:txBody>
      </p:sp>
      <mc:AlternateContent xmlns:mc="http://schemas.openxmlformats.org/markup-compatibility/2006">
        <mc:Choice xmlns:p14="http://schemas.microsoft.com/office/powerpoint/2010/main" Requires="p14">
          <p:contentPart p14:bwMode="auto" r:id="rId3">
            <p14:nvContentPartPr>
              <p14:cNvPr id="2" name="墨迹 1">
                <a:extLst>
                  <a:ext uri="{FF2B5EF4-FFF2-40B4-BE49-F238E27FC236}">
                    <a16:creationId xmlns:a16="http://schemas.microsoft.com/office/drawing/2014/main" id="{5AB5590D-0BB2-4139-A9AD-0A460A0E0329}"/>
                  </a:ext>
                </a:extLst>
              </p14:cNvPr>
              <p14:cNvContentPartPr/>
              <p14:nvPr/>
            </p14:nvContentPartPr>
            <p14:xfrm>
              <a:off x="6038723" y="3655956"/>
              <a:ext cx="3241800" cy="41040"/>
            </p14:xfrm>
          </p:contentPart>
        </mc:Choice>
        <mc:Fallback>
          <p:pic>
            <p:nvPicPr>
              <p:cNvPr id="2" name="墨迹 1">
                <a:extLst>
                  <a:ext uri="{FF2B5EF4-FFF2-40B4-BE49-F238E27FC236}">
                    <a16:creationId xmlns:a16="http://schemas.microsoft.com/office/drawing/2014/main" id="{5AB5590D-0BB2-4139-A9AD-0A460A0E0329}"/>
                  </a:ext>
                </a:extLst>
              </p:cNvPr>
              <p:cNvPicPr/>
              <p:nvPr/>
            </p:nvPicPr>
            <p:blipFill>
              <a:blip r:embed="rId4"/>
              <a:stretch>
                <a:fillRect/>
              </a:stretch>
            </p:blipFill>
            <p:spPr>
              <a:xfrm>
                <a:off x="6029723" y="3647316"/>
                <a:ext cx="3259440" cy="58680"/>
              </a:xfrm>
              <a:prstGeom prst="rect">
                <a:avLst/>
              </a:prstGeom>
            </p:spPr>
          </p:pic>
        </mc:Fallback>
      </mc:AlternateContent>
      <p:grpSp>
        <p:nvGrpSpPr>
          <p:cNvPr id="21" name="组合 20">
            <a:extLst>
              <a:ext uri="{FF2B5EF4-FFF2-40B4-BE49-F238E27FC236}">
                <a16:creationId xmlns:a16="http://schemas.microsoft.com/office/drawing/2014/main" id="{3023736D-01FA-4C00-BFE6-E797116DE343}"/>
              </a:ext>
            </a:extLst>
          </p:cNvPr>
          <p:cNvGrpSpPr/>
          <p:nvPr/>
        </p:nvGrpSpPr>
        <p:grpSpPr>
          <a:xfrm>
            <a:off x="9699868" y="2565720"/>
            <a:ext cx="1134720" cy="863280"/>
            <a:chOff x="9948988" y="3390636"/>
            <a:chExt cx="1134720" cy="863280"/>
          </a:xfrm>
        </p:grpSpPr>
        <mc:AlternateContent xmlns:mc="http://schemas.openxmlformats.org/markup-compatibility/2006">
          <mc:Choice xmlns:p14="http://schemas.microsoft.com/office/powerpoint/2010/main" Requires="p14">
            <p:contentPart p14:bwMode="auto" r:id="rId5">
              <p14:nvContentPartPr>
                <p14:cNvPr id="3" name="墨迹 2">
                  <a:extLst>
                    <a:ext uri="{FF2B5EF4-FFF2-40B4-BE49-F238E27FC236}">
                      <a16:creationId xmlns:a16="http://schemas.microsoft.com/office/drawing/2014/main" id="{7C768090-A296-4854-9D32-5C137739ACC6}"/>
                    </a:ext>
                  </a:extLst>
                </p14:cNvPr>
                <p14:cNvContentPartPr/>
                <p14:nvPr/>
              </p14:nvContentPartPr>
              <p14:xfrm>
                <a:off x="10176868" y="3427356"/>
                <a:ext cx="41760" cy="74880"/>
              </p14:xfrm>
            </p:contentPart>
          </mc:Choice>
          <mc:Fallback>
            <p:pic>
              <p:nvPicPr>
                <p:cNvPr id="3" name="墨迹 2">
                  <a:extLst>
                    <a:ext uri="{FF2B5EF4-FFF2-40B4-BE49-F238E27FC236}">
                      <a16:creationId xmlns:a16="http://schemas.microsoft.com/office/drawing/2014/main" id="{7C768090-A296-4854-9D32-5C137739ACC6}"/>
                    </a:ext>
                  </a:extLst>
                </p:cNvPr>
                <p:cNvPicPr/>
                <p:nvPr/>
              </p:nvPicPr>
              <p:blipFill>
                <a:blip r:embed="rId6"/>
                <a:stretch>
                  <a:fillRect/>
                </a:stretch>
              </p:blipFill>
              <p:spPr>
                <a:xfrm>
                  <a:off x="10167868" y="3418356"/>
                  <a:ext cx="5940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墨迹 3">
                  <a:extLst>
                    <a:ext uri="{FF2B5EF4-FFF2-40B4-BE49-F238E27FC236}">
                      <a16:creationId xmlns:a16="http://schemas.microsoft.com/office/drawing/2014/main" id="{C06A5FCA-15B4-47FE-B7CF-16B841BDD912}"/>
                    </a:ext>
                  </a:extLst>
                </p14:cNvPr>
                <p14:cNvContentPartPr/>
                <p14:nvPr/>
              </p14:nvContentPartPr>
              <p14:xfrm>
                <a:off x="9983908" y="3736596"/>
                <a:ext cx="360" cy="60480"/>
              </p14:xfrm>
            </p:contentPart>
          </mc:Choice>
          <mc:Fallback>
            <p:pic>
              <p:nvPicPr>
                <p:cNvPr id="4" name="墨迹 3">
                  <a:extLst>
                    <a:ext uri="{FF2B5EF4-FFF2-40B4-BE49-F238E27FC236}">
                      <a16:creationId xmlns:a16="http://schemas.microsoft.com/office/drawing/2014/main" id="{C06A5FCA-15B4-47FE-B7CF-16B841BDD912}"/>
                    </a:ext>
                  </a:extLst>
                </p:cNvPr>
                <p:cNvPicPr/>
                <p:nvPr/>
              </p:nvPicPr>
              <p:blipFill>
                <a:blip r:embed="rId8"/>
                <a:stretch>
                  <a:fillRect/>
                </a:stretch>
              </p:blipFill>
              <p:spPr>
                <a:xfrm>
                  <a:off x="9974908" y="3727956"/>
                  <a:ext cx="1800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 name="墨迹 4">
                  <a:extLst>
                    <a:ext uri="{FF2B5EF4-FFF2-40B4-BE49-F238E27FC236}">
                      <a16:creationId xmlns:a16="http://schemas.microsoft.com/office/drawing/2014/main" id="{85F7C783-413D-4F3A-9C29-BE66BD887EBC}"/>
                    </a:ext>
                  </a:extLst>
                </p14:cNvPr>
                <p14:cNvContentPartPr/>
                <p14:nvPr/>
              </p14:nvContentPartPr>
              <p14:xfrm>
                <a:off x="9948988" y="3943596"/>
                <a:ext cx="22320" cy="199440"/>
              </p14:xfrm>
            </p:contentPart>
          </mc:Choice>
          <mc:Fallback>
            <p:pic>
              <p:nvPicPr>
                <p:cNvPr id="5" name="墨迹 4">
                  <a:extLst>
                    <a:ext uri="{FF2B5EF4-FFF2-40B4-BE49-F238E27FC236}">
                      <a16:creationId xmlns:a16="http://schemas.microsoft.com/office/drawing/2014/main" id="{85F7C783-413D-4F3A-9C29-BE66BD887EBC}"/>
                    </a:ext>
                  </a:extLst>
                </p:cNvPr>
                <p:cNvPicPr/>
                <p:nvPr/>
              </p:nvPicPr>
              <p:blipFill>
                <a:blip r:embed="rId10"/>
                <a:stretch>
                  <a:fillRect/>
                </a:stretch>
              </p:blipFill>
              <p:spPr>
                <a:xfrm>
                  <a:off x="9939988" y="3934596"/>
                  <a:ext cx="3996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6" name="墨迹 5">
                  <a:extLst>
                    <a:ext uri="{FF2B5EF4-FFF2-40B4-BE49-F238E27FC236}">
                      <a16:creationId xmlns:a16="http://schemas.microsoft.com/office/drawing/2014/main" id="{E6FA2B0F-1079-4DE9-B99F-FA823939B572}"/>
                    </a:ext>
                  </a:extLst>
                </p14:cNvPr>
                <p14:cNvContentPartPr/>
                <p14:nvPr/>
              </p14:nvContentPartPr>
              <p14:xfrm>
                <a:off x="10059868" y="3644076"/>
                <a:ext cx="337320" cy="504000"/>
              </p14:xfrm>
            </p:contentPart>
          </mc:Choice>
          <mc:Fallback>
            <p:pic>
              <p:nvPicPr>
                <p:cNvPr id="6" name="墨迹 5">
                  <a:extLst>
                    <a:ext uri="{FF2B5EF4-FFF2-40B4-BE49-F238E27FC236}">
                      <a16:creationId xmlns:a16="http://schemas.microsoft.com/office/drawing/2014/main" id="{E6FA2B0F-1079-4DE9-B99F-FA823939B572}"/>
                    </a:ext>
                  </a:extLst>
                </p:cNvPr>
                <p:cNvPicPr/>
                <p:nvPr/>
              </p:nvPicPr>
              <p:blipFill>
                <a:blip r:embed="rId12"/>
                <a:stretch>
                  <a:fillRect/>
                </a:stretch>
              </p:blipFill>
              <p:spPr>
                <a:xfrm>
                  <a:off x="10050868" y="3635436"/>
                  <a:ext cx="354960" cy="5216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7" name="墨迹 6">
                  <a:extLst>
                    <a:ext uri="{FF2B5EF4-FFF2-40B4-BE49-F238E27FC236}">
                      <a16:creationId xmlns:a16="http://schemas.microsoft.com/office/drawing/2014/main" id="{51C20EE6-3000-4BD8-BB81-4A09C2B20990}"/>
                    </a:ext>
                  </a:extLst>
                </p14:cNvPr>
                <p14:cNvContentPartPr/>
                <p14:nvPr/>
              </p14:nvContentPartPr>
              <p14:xfrm>
                <a:off x="10080028" y="3888516"/>
                <a:ext cx="28080" cy="52560"/>
              </p14:xfrm>
            </p:contentPart>
          </mc:Choice>
          <mc:Fallback>
            <p:pic>
              <p:nvPicPr>
                <p:cNvPr id="7" name="墨迹 6">
                  <a:extLst>
                    <a:ext uri="{FF2B5EF4-FFF2-40B4-BE49-F238E27FC236}">
                      <a16:creationId xmlns:a16="http://schemas.microsoft.com/office/drawing/2014/main" id="{51C20EE6-3000-4BD8-BB81-4A09C2B20990}"/>
                    </a:ext>
                  </a:extLst>
                </p:cNvPr>
                <p:cNvPicPr/>
                <p:nvPr/>
              </p:nvPicPr>
              <p:blipFill>
                <a:blip r:embed="rId14"/>
                <a:stretch>
                  <a:fillRect/>
                </a:stretch>
              </p:blipFill>
              <p:spPr>
                <a:xfrm>
                  <a:off x="10071028" y="3879516"/>
                  <a:ext cx="4572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9" name="墨迹 8">
                  <a:extLst>
                    <a:ext uri="{FF2B5EF4-FFF2-40B4-BE49-F238E27FC236}">
                      <a16:creationId xmlns:a16="http://schemas.microsoft.com/office/drawing/2014/main" id="{3A3B4D3A-EA45-43B1-B55C-CE0397BBF015}"/>
                    </a:ext>
                  </a:extLst>
                </p14:cNvPr>
                <p14:cNvContentPartPr/>
                <p14:nvPr/>
              </p14:nvContentPartPr>
              <p14:xfrm>
                <a:off x="10065268" y="3846756"/>
                <a:ext cx="147960" cy="135720"/>
              </p14:xfrm>
            </p:contentPart>
          </mc:Choice>
          <mc:Fallback>
            <p:pic>
              <p:nvPicPr>
                <p:cNvPr id="9" name="墨迹 8">
                  <a:extLst>
                    <a:ext uri="{FF2B5EF4-FFF2-40B4-BE49-F238E27FC236}">
                      <a16:creationId xmlns:a16="http://schemas.microsoft.com/office/drawing/2014/main" id="{3A3B4D3A-EA45-43B1-B55C-CE0397BBF015}"/>
                    </a:ext>
                  </a:extLst>
                </p:cNvPr>
                <p:cNvPicPr/>
                <p:nvPr/>
              </p:nvPicPr>
              <p:blipFill>
                <a:blip r:embed="rId16"/>
                <a:stretch>
                  <a:fillRect/>
                </a:stretch>
              </p:blipFill>
              <p:spPr>
                <a:xfrm>
                  <a:off x="10056268" y="3838116"/>
                  <a:ext cx="16560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墨迹 10">
                  <a:extLst>
                    <a:ext uri="{FF2B5EF4-FFF2-40B4-BE49-F238E27FC236}">
                      <a16:creationId xmlns:a16="http://schemas.microsoft.com/office/drawing/2014/main" id="{69CCE2C5-2E59-4F51-A985-E5AC3E9E5903}"/>
                    </a:ext>
                  </a:extLst>
                </p14:cNvPr>
                <p14:cNvContentPartPr/>
                <p14:nvPr/>
              </p14:nvContentPartPr>
              <p14:xfrm>
                <a:off x="10572508" y="3476316"/>
                <a:ext cx="48600" cy="179640"/>
              </p14:xfrm>
            </p:contentPart>
          </mc:Choice>
          <mc:Fallback>
            <p:pic>
              <p:nvPicPr>
                <p:cNvPr id="11" name="墨迹 10">
                  <a:extLst>
                    <a:ext uri="{FF2B5EF4-FFF2-40B4-BE49-F238E27FC236}">
                      <a16:creationId xmlns:a16="http://schemas.microsoft.com/office/drawing/2014/main" id="{69CCE2C5-2E59-4F51-A985-E5AC3E9E5903}"/>
                    </a:ext>
                  </a:extLst>
                </p:cNvPr>
                <p:cNvPicPr/>
                <p:nvPr/>
              </p:nvPicPr>
              <p:blipFill>
                <a:blip r:embed="rId18"/>
                <a:stretch>
                  <a:fillRect/>
                </a:stretch>
              </p:blipFill>
              <p:spPr>
                <a:xfrm>
                  <a:off x="10563508" y="3467676"/>
                  <a:ext cx="6624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墨迹 11">
                  <a:extLst>
                    <a:ext uri="{FF2B5EF4-FFF2-40B4-BE49-F238E27FC236}">
                      <a16:creationId xmlns:a16="http://schemas.microsoft.com/office/drawing/2014/main" id="{1B7165E1-D2C8-4FE2-920F-CB3546CF431B}"/>
                    </a:ext>
                  </a:extLst>
                </p14:cNvPr>
                <p14:cNvContentPartPr/>
                <p14:nvPr/>
              </p14:nvContentPartPr>
              <p14:xfrm>
                <a:off x="10636588" y="3390636"/>
                <a:ext cx="99720" cy="276120"/>
              </p14:xfrm>
            </p:contentPart>
          </mc:Choice>
          <mc:Fallback>
            <p:pic>
              <p:nvPicPr>
                <p:cNvPr id="12" name="墨迹 11">
                  <a:extLst>
                    <a:ext uri="{FF2B5EF4-FFF2-40B4-BE49-F238E27FC236}">
                      <a16:creationId xmlns:a16="http://schemas.microsoft.com/office/drawing/2014/main" id="{1B7165E1-D2C8-4FE2-920F-CB3546CF431B}"/>
                    </a:ext>
                  </a:extLst>
                </p:cNvPr>
                <p:cNvPicPr/>
                <p:nvPr/>
              </p:nvPicPr>
              <p:blipFill>
                <a:blip r:embed="rId20"/>
                <a:stretch>
                  <a:fillRect/>
                </a:stretch>
              </p:blipFill>
              <p:spPr>
                <a:xfrm>
                  <a:off x="10627948" y="3381636"/>
                  <a:ext cx="11736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墨迹 12">
                  <a:extLst>
                    <a:ext uri="{FF2B5EF4-FFF2-40B4-BE49-F238E27FC236}">
                      <a16:creationId xmlns:a16="http://schemas.microsoft.com/office/drawing/2014/main" id="{1DF807C8-1974-45C9-B188-649308C9FEA1}"/>
                    </a:ext>
                  </a:extLst>
                </p14:cNvPr>
                <p14:cNvContentPartPr/>
                <p14:nvPr/>
              </p14:nvContentPartPr>
              <p14:xfrm>
                <a:off x="10480348" y="3765396"/>
                <a:ext cx="185760" cy="118440"/>
              </p14:xfrm>
            </p:contentPart>
          </mc:Choice>
          <mc:Fallback>
            <p:pic>
              <p:nvPicPr>
                <p:cNvPr id="13" name="墨迹 12">
                  <a:extLst>
                    <a:ext uri="{FF2B5EF4-FFF2-40B4-BE49-F238E27FC236}">
                      <a16:creationId xmlns:a16="http://schemas.microsoft.com/office/drawing/2014/main" id="{1DF807C8-1974-45C9-B188-649308C9FEA1}"/>
                    </a:ext>
                  </a:extLst>
                </p:cNvPr>
                <p:cNvPicPr/>
                <p:nvPr/>
              </p:nvPicPr>
              <p:blipFill>
                <a:blip r:embed="rId22"/>
                <a:stretch>
                  <a:fillRect/>
                </a:stretch>
              </p:blipFill>
              <p:spPr>
                <a:xfrm>
                  <a:off x="10471708" y="3756396"/>
                  <a:ext cx="20340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墨迹 13">
                  <a:extLst>
                    <a:ext uri="{FF2B5EF4-FFF2-40B4-BE49-F238E27FC236}">
                      <a16:creationId xmlns:a16="http://schemas.microsoft.com/office/drawing/2014/main" id="{887EA6C0-041C-444E-B79B-F5F507A340FC}"/>
                    </a:ext>
                  </a:extLst>
                </p14:cNvPr>
                <p14:cNvContentPartPr/>
                <p14:nvPr/>
              </p14:nvContentPartPr>
              <p14:xfrm>
                <a:off x="10512748" y="3890316"/>
                <a:ext cx="147960" cy="43920"/>
              </p14:xfrm>
            </p:contentPart>
          </mc:Choice>
          <mc:Fallback>
            <p:pic>
              <p:nvPicPr>
                <p:cNvPr id="14" name="墨迹 13">
                  <a:extLst>
                    <a:ext uri="{FF2B5EF4-FFF2-40B4-BE49-F238E27FC236}">
                      <a16:creationId xmlns:a16="http://schemas.microsoft.com/office/drawing/2014/main" id="{887EA6C0-041C-444E-B79B-F5F507A340FC}"/>
                    </a:ext>
                  </a:extLst>
                </p:cNvPr>
                <p:cNvPicPr/>
                <p:nvPr/>
              </p:nvPicPr>
              <p:blipFill>
                <a:blip r:embed="rId24"/>
                <a:stretch>
                  <a:fillRect/>
                </a:stretch>
              </p:blipFill>
              <p:spPr>
                <a:xfrm>
                  <a:off x="10504108" y="3881316"/>
                  <a:ext cx="16560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墨迹 14">
                  <a:extLst>
                    <a:ext uri="{FF2B5EF4-FFF2-40B4-BE49-F238E27FC236}">
                      <a16:creationId xmlns:a16="http://schemas.microsoft.com/office/drawing/2014/main" id="{B14EA1FF-02C9-4F1A-AD4D-F725466E8715}"/>
                    </a:ext>
                  </a:extLst>
                </p14:cNvPr>
                <p14:cNvContentPartPr/>
                <p14:nvPr/>
              </p14:nvContentPartPr>
              <p14:xfrm>
                <a:off x="10600948" y="3993636"/>
                <a:ext cx="482760" cy="260280"/>
              </p14:xfrm>
            </p:contentPart>
          </mc:Choice>
          <mc:Fallback>
            <p:pic>
              <p:nvPicPr>
                <p:cNvPr id="15" name="墨迹 14">
                  <a:extLst>
                    <a:ext uri="{FF2B5EF4-FFF2-40B4-BE49-F238E27FC236}">
                      <a16:creationId xmlns:a16="http://schemas.microsoft.com/office/drawing/2014/main" id="{B14EA1FF-02C9-4F1A-AD4D-F725466E8715}"/>
                    </a:ext>
                  </a:extLst>
                </p:cNvPr>
                <p:cNvPicPr/>
                <p:nvPr/>
              </p:nvPicPr>
              <p:blipFill>
                <a:blip r:embed="rId26"/>
                <a:stretch>
                  <a:fillRect/>
                </a:stretch>
              </p:blipFill>
              <p:spPr>
                <a:xfrm>
                  <a:off x="10591948" y="3984996"/>
                  <a:ext cx="50040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墨迹 15">
                  <a:extLst>
                    <a:ext uri="{FF2B5EF4-FFF2-40B4-BE49-F238E27FC236}">
                      <a16:creationId xmlns:a16="http://schemas.microsoft.com/office/drawing/2014/main" id="{D0913977-D101-4376-B2D5-A1A741458C31}"/>
                    </a:ext>
                  </a:extLst>
                </p14:cNvPr>
                <p14:cNvContentPartPr/>
                <p14:nvPr/>
              </p14:nvContentPartPr>
              <p14:xfrm>
                <a:off x="10898668" y="3634356"/>
                <a:ext cx="52560" cy="55440"/>
              </p14:xfrm>
            </p:contentPart>
          </mc:Choice>
          <mc:Fallback>
            <p:pic>
              <p:nvPicPr>
                <p:cNvPr id="16" name="墨迹 15">
                  <a:extLst>
                    <a:ext uri="{FF2B5EF4-FFF2-40B4-BE49-F238E27FC236}">
                      <a16:creationId xmlns:a16="http://schemas.microsoft.com/office/drawing/2014/main" id="{D0913977-D101-4376-B2D5-A1A741458C31}"/>
                    </a:ext>
                  </a:extLst>
                </p:cNvPr>
                <p:cNvPicPr/>
                <p:nvPr/>
              </p:nvPicPr>
              <p:blipFill>
                <a:blip r:embed="rId28"/>
                <a:stretch>
                  <a:fillRect/>
                </a:stretch>
              </p:blipFill>
              <p:spPr>
                <a:xfrm>
                  <a:off x="10890028" y="3625356"/>
                  <a:ext cx="7020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墨迹 16">
                  <a:extLst>
                    <a:ext uri="{FF2B5EF4-FFF2-40B4-BE49-F238E27FC236}">
                      <a16:creationId xmlns:a16="http://schemas.microsoft.com/office/drawing/2014/main" id="{71A6B835-D7D5-497E-9E1B-FE9110577996}"/>
                    </a:ext>
                  </a:extLst>
                </p14:cNvPr>
                <p14:cNvContentPartPr/>
                <p14:nvPr/>
              </p14:nvContentPartPr>
              <p14:xfrm>
                <a:off x="10803988" y="3797796"/>
                <a:ext cx="177840" cy="193320"/>
              </p14:xfrm>
            </p:contentPart>
          </mc:Choice>
          <mc:Fallback>
            <p:pic>
              <p:nvPicPr>
                <p:cNvPr id="17" name="墨迹 16">
                  <a:extLst>
                    <a:ext uri="{FF2B5EF4-FFF2-40B4-BE49-F238E27FC236}">
                      <a16:creationId xmlns:a16="http://schemas.microsoft.com/office/drawing/2014/main" id="{71A6B835-D7D5-497E-9E1B-FE9110577996}"/>
                    </a:ext>
                  </a:extLst>
                </p:cNvPr>
                <p:cNvPicPr/>
                <p:nvPr/>
              </p:nvPicPr>
              <p:blipFill>
                <a:blip r:embed="rId30"/>
                <a:stretch>
                  <a:fillRect/>
                </a:stretch>
              </p:blipFill>
              <p:spPr>
                <a:xfrm>
                  <a:off x="10794988" y="3789156"/>
                  <a:ext cx="19548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8" name="墨迹 17">
                  <a:extLst>
                    <a:ext uri="{FF2B5EF4-FFF2-40B4-BE49-F238E27FC236}">
                      <a16:creationId xmlns:a16="http://schemas.microsoft.com/office/drawing/2014/main" id="{EE661259-8D0F-4F9B-86E0-52D366562128}"/>
                    </a:ext>
                  </a:extLst>
                </p14:cNvPr>
                <p14:cNvContentPartPr/>
                <p14:nvPr/>
              </p14:nvContentPartPr>
              <p14:xfrm>
                <a:off x="11000908" y="3938556"/>
                <a:ext cx="34560" cy="18000"/>
              </p14:xfrm>
            </p:contentPart>
          </mc:Choice>
          <mc:Fallback>
            <p:pic>
              <p:nvPicPr>
                <p:cNvPr id="18" name="墨迹 17">
                  <a:extLst>
                    <a:ext uri="{FF2B5EF4-FFF2-40B4-BE49-F238E27FC236}">
                      <a16:creationId xmlns:a16="http://schemas.microsoft.com/office/drawing/2014/main" id="{EE661259-8D0F-4F9B-86E0-52D366562128}"/>
                    </a:ext>
                  </a:extLst>
                </p:cNvPr>
                <p:cNvPicPr/>
                <p:nvPr/>
              </p:nvPicPr>
              <p:blipFill>
                <a:blip r:embed="rId32"/>
                <a:stretch>
                  <a:fillRect/>
                </a:stretch>
              </p:blipFill>
              <p:spPr>
                <a:xfrm>
                  <a:off x="10992268" y="3929916"/>
                  <a:ext cx="52200" cy="35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3">
            <p14:nvContentPartPr>
              <p14:cNvPr id="19" name="墨迹 18">
                <a:extLst>
                  <a:ext uri="{FF2B5EF4-FFF2-40B4-BE49-F238E27FC236}">
                    <a16:creationId xmlns:a16="http://schemas.microsoft.com/office/drawing/2014/main" id="{F1AF3EDF-3EC4-4E71-9F21-FD1F9CD871A2}"/>
                  </a:ext>
                </a:extLst>
              </p14:cNvPr>
              <p14:cNvContentPartPr/>
              <p14:nvPr/>
            </p14:nvContentPartPr>
            <p14:xfrm>
              <a:off x="11474032" y="2807776"/>
              <a:ext cx="78840" cy="282240"/>
            </p14:xfrm>
          </p:contentPart>
        </mc:Choice>
        <mc:Fallback>
          <p:pic>
            <p:nvPicPr>
              <p:cNvPr id="19" name="墨迹 18">
                <a:extLst>
                  <a:ext uri="{FF2B5EF4-FFF2-40B4-BE49-F238E27FC236}">
                    <a16:creationId xmlns:a16="http://schemas.microsoft.com/office/drawing/2014/main" id="{F1AF3EDF-3EC4-4E71-9F21-FD1F9CD871A2}"/>
                  </a:ext>
                </a:extLst>
              </p:cNvPr>
              <p:cNvPicPr/>
              <p:nvPr/>
            </p:nvPicPr>
            <p:blipFill>
              <a:blip r:embed="rId34"/>
              <a:stretch>
                <a:fillRect/>
              </a:stretch>
            </p:blipFill>
            <p:spPr>
              <a:xfrm>
                <a:off x="11465392" y="2799136"/>
                <a:ext cx="9648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0" name="墨迹 19">
                <a:extLst>
                  <a:ext uri="{FF2B5EF4-FFF2-40B4-BE49-F238E27FC236}">
                    <a16:creationId xmlns:a16="http://schemas.microsoft.com/office/drawing/2014/main" id="{4DE65E3A-19F2-4694-80E9-32AB60F08C1D}"/>
                  </a:ext>
                </a:extLst>
              </p14:cNvPr>
              <p14:cNvContentPartPr/>
              <p14:nvPr/>
            </p14:nvContentPartPr>
            <p14:xfrm>
              <a:off x="9264352" y="3615256"/>
              <a:ext cx="433800" cy="326520"/>
            </p14:xfrm>
          </p:contentPart>
        </mc:Choice>
        <mc:Fallback>
          <p:pic>
            <p:nvPicPr>
              <p:cNvPr id="20" name="墨迹 19">
                <a:extLst>
                  <a:ext uri="{FF2B5EF4-FFF2-40B4-BE49-F238E27FC236}">
                    <a16:creationId xmlns:a16="http://schemas.microsoft.com/office/drawing/2014/main" id="{4DE65E3A-19F2-4694-80E9-32AB60F08C1D}"/>
                  </a:ext>
                </a:extLst>
              </p:cNvPr>
              <p:cNvPicPr/>
              <p:nvPr/>
            </p:nvPicPr>
            <p:blipFill>
              <a:blip r:embed="rId36"/>
              <a:stretch>
                <a:fillRect/>
              </a:stretch>
            </p:blipFill>
            <p:spPr>
              <a:xfrm>
                <a:off x="9255712" y="3606256"/>
                <a:ext cx="451440" cy="344160"/>
              </a:xfrm>
              <a:prstGeom prst="rect">
                <a:avLst/>
              </a:prstGeom>
            </p:spPr>
          </p:pic>
        </mc:Fallback>
      </mc:AlternateContent>
      <p:grpSp>
        <p:nvGrpSpPr>
          <p:cNvPr id="34" name="组合 33">
            <a:extLst>
              <a:ext uri="{FF2B5EF4-FFF2-40B4-BE49-F238E27FC236}">
                <a16:creationId xmlns:a16="http://schemas.microsoft.com/office/drawing/2014/main" id="{559F9B5F-B9FB-45C9-B5AF-49A0EF01B39A}"/>
              </a:ext>
            </a:extLst>
          </p:cNvPr>
          <p:cNvGrpSpPr/>
          <p:nvPr/>
        </p:nvGrpSpPr>
        <p:grpSpPr>
          <a:xfrm>
            <a:off x="9888592" y="3420856"/>
            <a:ext cx="477360" cy="1232280"/>
            <a:chOff x="9739468" y="4360476"/>
            <a:chExt cx="477360" cy="1232280"/>
          </a:xfrm>
        </p:grpSpPr>
        <mc:AlternateContent xmlns:mc="http://schemas.openxmlformats.org/markup-compatibility/2006">
          <mc:Choice xmlns:p14="http://schemas.microsoft.com/office/powerpoint/2010/main" Requires="p14">
            <p:contentPart p14:bwMode="auto" r:id="rId37">
              <p14:nvContentPartPr>
                <p14:cNvPr id="22" name="墨迹 21">
                  <a:extLst>
                    <a:ext uri="{FF2B5EF4-FFF2-40B4-BE49-F238E27FC236}">
                      <a16:creationId xmlns:a16="http://schemas.microsoft.com/office/drawing/2014/main" id="{1C308C94-E52A-43A2-8BF7-8A9128F24956}"/>
                    </a:ext>
                  </a:extLst>
                </p14:cNvPr>
                <p14:cNvContentPartPr/>
                <p14:nvPr/>
              </p14:nvContentPartPr>
              <p14:xfrm>
                <a:off x="9739468" y="4360476"/>
                <a:ext cx="173520" cy="390600"/>
              </p14:xfrm>
            </p:contentPart>
          </mc:Choice>
          <mc:Fallback>
            <p:pic>
              <p:nvPicPr>
                <p:cNvPr id="22" name="墨迹 21">
                  <a:extLst>
                    <a:ext uri="{FF2B5EF4-FFF2-40B4-BE49-F238E27FC236}">
                      <a16:creationId xmlns:a16="http://schemas.microsoft.com/office/drawing/2014/main" id="{1C308C94-E52A-43A2-8BF7-8A9128F24956}"/>
                    </a:ext>
                  </a:extLst>
                </p:cNvPr>
                <p:cNvPicPr/>
                <p:nvPr/>
              </p:nvPicPr>
              <p:blipFill>
                <a:blip r:embed="rId38"/>
                <a:stretch>
                  <a:fillRect/>
                </a:stretch>
              </p:blipFill>
              <p:spPr>
                <a:xfrm>
                  <a:off x="9730468" y="4351836"/>
                  <a:ext cx="191160" cy="4082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3" name="墨迹 22">
                  <a:extLst>
                    <a:ext uri="{FF2B5EF4-FFF2-40B4-BE49-F238E27FC236}">
                      <a16:creationId xmlns:a16="http://schemas.microsoft.com/office/drawing/2014/main" id="{A63E0A5F-C40D-4D15-9481-D29E5ADCC709}"/>
                    </a:ext>
                  </a:extLst>
                </p14:cNvPr>
                <p14:cNvContentPartPr/>
                <p14:nvPr/>
              </p14:nvContentPartPr>
              <p14:xfrm>
                <a:off x="10032868" y="4561356"/>
                <a:ext cx="111240" cy="211320"/>
              </p14:xfrm>
            </p:contentPart>
          </mc:Choice>
          <mc:Fallback>
            <p:pic>
              <p:nvPicPr>
                <p:cNvPr id="23" name="墨迹 22">
                  <a:extLst>
                    <a:ext uri="{FF2B5EF4-FFF2-40B4-BE49-F238E27FC236}">
                      <a16:creationId xmlns:a16="http://schemas.microsoft.com/office/drawing/2014/main" id="{A63E0A5F-C40D-4D15-9481-D29E5ADCC709}"/>
                    </a:ext>
                  </a:extLst>
                </p:cNvPr>
                <p:cNvPicPr/>
                <p:nvPr/>
              </p:nvPicPr>
              <p:blipFill>
                <a:blip r:embed="rId40"/>
                <a:stretch>
                  <a:fillRect/>
                </a:stretch>
              </p:blipFill>
              <p:spPr>
                <a:xfrm>
                  <a:off x="10023868" y="4552716"/>
                  <a:ext cx="12888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4" name="墨迹 23">
                  <a:extLst>
                    <a:ext uri="{FF2B5EF4-FFF2-40B4-BE49-F238E27FC236}">
                      <a16:creationId xmlns:a16="http://schemas.microsoft.com/office/drawing/2014/main" id="{8D75E494-1D14-4209-9734-CB2A3FEE35D9}"/>
                    </a:ext>
                  </a:extLst>
                </p14:cNvPr>
                <p14:cNvContentPartPr/>
                <p14:nvPr/>
              </p14:nvContentPartPr>
              <p14:xfrm>
                <a:off x="9929188" y="4556676"/>
                <a:ext cx="287640" cy="1036080"/>
              </p14:xfrm>
            </p:contentPart>
          </mc:Choice>
          <mc:Fallback>
            <p:pic>
              <p:nvPicPr>
                <p:cNvPr id="24" name="墨迹 23">
                  <a:extLst>
                    <a:ext uri="{FF2B5EF4-FFF2-40B4-BE49-F238E27FC236}">
                      <a16:creationId xmlns:a16="http://schemas.microsoft.com/office/drawing/2014/main" id="{8D75E494-1D14-4209-9734-CB2A3FEE35D9}"/>
                    </a:ext>
                  </a:extLst>
                </p:cNvPr>
                <p:cNvPicPr/>
                <p:nvPr/>
              </p:nvPicPr>
              <p:blipFill>
                <a:blip r:embed="rId42"/>
                <a:stretch>
                  <a:fillRect/>
                </a:stretch>
              </p:blipFill>
              <p:spPr>
                <a:xfrm>
                  <a:off x="9920548" y="4547676"/>
                  <a:ext cx="305280" cy="1053720"/>
                </a:xfrm>
                <a:prstGeom prst="rect">
                  <a:avLst/>
                </a:prstGeom>
              </p:spPr>
            </p:pic>
          </mc:Fallback>
        </mc:AlternateContent>
      </p:grpSp>
      <p:grpSp>
        <p:nvGrpSpPr>
          <p:cNvPr id="33" name="组合 32">
            <a:extLst>
              <a:ext uri="{FF2B5EF4-FFF2-40B4-BE49-F238E27FC236}">
                <a16:creationId xmlns:a16="http://schemas.microsoft.com/office/drawing/2014/main" id="{D4843EC4-C9D2-4C7D-AE8D-FFE22D824CD0}"/>
              </a:ext>
            </a:extLst>
          </p:cNvPr>
          <p:cNvGrpSpPr/>
          <p:nvPr/>
        </p:nvGrpSpPr>
        <p:grpSpPr>
          <a:xfrm>
            <a:off x="10899112" y="3397096"/>
            <a:ext cx="797040" cy="451800"/>
            <a:chOff x="10749988" y="4336716"/>
            <a:chExt cx="797040" cy="451800"/>
          </a:xfrm>
        </p:grpSpPr>
        <mc:AlternateContent xmlns:mc="http://schemas.openxmlformats.org/markup-compatibility/2006">
          <mc:Choice xmlns:p14="http://schemas.microsoft.com/office/powerpoint/2010/main" Requires="p14">
            <p:contentPart p14:bwMode="auto" r:id="rId43">
              <p14:nvContentPartPr>
                <p14:cNvPr id="25" name="墨迹 24">
                  <a:extLst>
                    <a:ext uri="{FF2B5EF4-FFF2-40B4-BE49-F238E27FC236}">
                      <a16:creationId xmlns:a16="http://schemas.microsoft.com/office/drawing/2014/main" id="{EA28773A-FED4-4B8F-8C00-1246966AEF9B}"/>
                    </a:ext>
                  </a:extLst>
                </p14:cNvPr>
                <p14:cNvContentPartPr/>
                <p14:nvPr/>
              </p14:nvContentPartPr>
              <p14:xfrm>
                <a:off x="10749988" y="4490436"/>
                <a:ext cx="114840" cy="298080"/>
              </p14:xfrm>
            </p:contentPart>
          </mc:Choice>
          <mc:Fallback>
            <p:pic>
              <p:nvPicPr>
                <p:cNvPr id="25" name="墨迹 24">
                  <a:extLst>
                    <a:ext uri="{FF2B5EF4-FFF2-40B4-BE49-F238E27FC236}">
                      <a16:creationId xmlns:a16="http://schemas.microsoft.com/office/drawing/2014/main" id="{EA28773A-FED4-4B8F-8C00-1246966AEF9B}"/>
                    </a:ext>
                  </a:extLst>
                </p:cNvPr>
                <p:cNvPicPr/>
                <p:nvPr/>
              </p:nvPicPr>
              <p:blipFill>
                <a:blip r:embed="rId44"/>
                <a:stretch>
                  <a:fillRect/>
                </a:stretch>
              </p:blipFill>
              <p:spPr>
                <a:xfrm>
                  <a:off x="10740988" y="4481796"/>
                  <a:ext cx="132480" cy="3157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6" name="墨迹 25">
                  <a:extLst>
                    <a:ext uri="{FF2B5EF4-FFF2-40B4-BE49-F238E27FC236}">
                      <a16:creationId xmlns:a16="http://schemas.microsoft.com/office/drawing/2014/main" id="{DBC0BE67-E5C4-4CB9-8C80-7C033770EDD3}"/>
                    </a:ext>
                  </a:extLst>
                </p14:cNvPr>
                <p14:cNvContentPartPr/>
                <p14:nvPr/>
              </p14:nvContentPartPr>
              <p14:xfrm>
                <a:off x="10838548" y="4518156"/>
                <a:ext cx="104400" cy="187920"/>
              </p14:xfrm>
            </p:contentPart>
          </mc:Choice>
          <mc:Fallback>
            <p:pic>
              <p:nvPicPr>
                <p:cNvPr id="26" name="墨迹 25">
                  <a:extLst>
                    <a:ext uri="{FF2B5EF4-FFF2-40B4-BE49-F238E27FC236}">
                      <a16:creationId xmlns:a16="http://schemas.microsoft.com/office/drawing/2014/main" id="{DBC0BE67-E5C4-4CB9-8C80-7C033770EDD3}"/>
                    </a:ext>
                  </a:extLst>
                </p:cNvPr>
                <p:cNvPicPr/>
                <p:nvPr/>
              </p:nvPicPr>
              <p:blipFill>
                <a:blip r:embed="rId46"/>
                <a:stretch>
                  <a:fillRect/>
                </a:stretch>
              </p:blipFill>
              <p:spPr>
                <a:xfrm>
                  <a:off x="10829908" y="4509156"/>
                  <a:ext cx="12204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7" name="墨迹 26">
                  <a:extLst>
                    <a:ext uri="{FF2B5EF4-FFF2-40B4-BE49-F238E27FC236}">
                      <a16:creationId xmlns:a16="http://schemas.microsoft.com/office/drawing/2014/main" id="{76E510F2-15D1-4A72-B5B1-68F4D663D3C7}"/>
                    </a:ext>
                  </a:extLst>
                </p14:cNvPr>
                <p14:cNvContentPartPr/>
                <p14:nvPr/>
              </p14:nvContentPartPr>
              <p14:xfrm>
                <a:off x="10751788" y="4650276"/>
                <a:ext cx="165600" cy="60840"/>
              </p14:xfrm>
            </p:contentPart>
          </mc:Choice>
          <mc:Fallback>
            <p:pic>
              <p:nvPicPr>
                <p:cNvPr id="27" name="墨迹 26">
                  <a:extLst>
                    <a:ext uri="{FF2B5EF4-FFF2-40B4-BE49-F238E27FC236}">
                      <a16:creationId xmlns:a16="http://schemas.microsoft.com/office/drawing/2014/main" id="{76E510F2-15D1-4A72-B5B1-68F4D663D3C7}"/>
                    </a:ext>
                  </a:extLst>
                </p:cNvPr>
                <p:cNvPicPr/>
                <p:nvPr/>
              </p:nvPicPr>
              <p:blipFill>
                <a:blip r:embed="rId48"/>
                <a:stretch>
                  <a:fillRect/>
                </a:stretch>
              </p:blipFill>
              <p:spPr>
                <a:xfrm>
                  <a:off x="10742788" y="4641636"/>
                  <a:ext cx="18324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8" name="墨迹 27">
                  <a:extLst>
                    <a:ext uri="{FF2B5EF4-FFF2-40B4-BE49-F238E27FC236}">
                      <a16:creationId xmlns:a16="http://schemas.microsoft.com/office/drawing/2014/main" id="{20E85CE0-166B-4EAB-B7DC-59DD4E4C9430}"/>
                    </a:ext>
                  </a:extLst>
                </p14:cNvPr>
                <p14:cNvContentPartPr/>
                <p14:nvPr/>
              </p14:nvContentPartPr>
              <p14:xfrm>
                <a:off x="11113588" y="4488636"/>
                <a:ext cx="181080" cy="268920"/>
              </p14:xfrm>
            </p:contentPart>
          </mc:Choice>
          <mc:Fallback>
            <p:pic>
              <p:nvPicPr>
                <p:cNvPr id="28" name="墨迹 27">
                  <a:extLst>
                    <a:ext uri="{FF2B5EF4-FFF2-40B4-BE49-F238E27FC236}">
                      <a16:creationId xmlns:a16="http://schemas.microsoft.com/office/drawing/2014/main" id="{20E85CE0-166B-4EAB-B7DC-59DD4E4C9430}"/>
                    </a:ext>
                  </a:extLst>
                </p:cNvPr>
                <p:cNvPicPr/>
                <p:nvPr/>
              </p:nvPicPr>
              <p:blipFill>
                <a:blip r:embed="rId50"/>
                <a:stretch>
                  <a:fillRect/>
                </a:stretch>
              </p:blipFill>
              <p:spPr>
                <a:xfrm>
                  <a:off x="11104948" y="4479636"/>
                  <a:ext cx="198720" cy="2865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29" name="墨迹 28">
                  <a:extLst>
                    <a:ext uri="{FF2B5EF4-FFF2-40B4-BE49-F238E27FC236}">
                      <a16:creationId xmlns:a16="http://schemas.microsoft.com/office/drawing/2014/main" id="{8A3957F2-F661-4D18-AC49-3AA0D9C8A490}"/>
                    </a:ext>
                  </a:extLst>
                </p14:cNvPr>
                <p14:cNvContentPartPr/>
                <p14:nvPr/>
              </p14:nvContentPartPr>
              <p14:xfrm>
                <a:off x="11091268" y="4546956"/>
                <a:ext cx="66240" cy="149040"/>
              </p14:xfrm>
            </p:contentPart>
          </mc:Choice>
          <mc:Fallback>
            <p:pic>
              <p:nvPicPr>
                <p:cNvPr id="29" name="墨迹 28">
                  <a:extLst>
                    <a:ext uri="{FF2B5EF4-FFF2-40B4-BE49-F238E27FC236}">
                      <a16:creationId xmlns:a16="http://schemas.microsoft.com/office/drawing/2014/main" id="{8A3957F2-F661-4D18-AC49-3AA0D9C8A490}"/>
                    </a:ext>
                  </a:extLst>
                </p:cNvPr>
                <p:cNvPicPr/>
                <p:nvPr/>
              </p:nvPicPr>
              <p:blipFill>
                <a:blip r:embed="rId52"/>
                <a:stretch>
                  <a:fillRect/>
                </a:stretch>
              </p:blipFill>
              <p:spPr>
                <a:xfrm>
                  <a:off x="11082628" y="4537956"/>
                  <a:ext cx="8388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0" name="墨迹 29">
                  <a:extLst>
                    <a:ext uri="{FF2B5EF4-FFF2-40B4-BE49-F238E27FC236}">
                      <a16:creationId xmlns:a16="http://schemas.microsoft.com/office/drawing/2014/main" id="{B8BA02EA-A0B9-47A1-866C-A9F87905CCC4}"/>
                    </a:ext>
                  </a:extLst>
                </p14:cNvPr>
                <p14:cNvContentPartPr/>
                <p14:nvPr/>
              </p14:nvContentPartPr>
              <p14:xfrm>
                <a:off x="11430388" y="4336716"/>
                <a:ext cx="116640" cy="315720"/>
              </p14:xfrm>
            </p:contentPart>
          </mc:Choice>
          <mc:Fallback>
            <p:pic>
              <p:nvPicPr>
                <p:cNvPr id="30" name="墨迹 29">
                  <a:extLst>
                    <a:ext uri="{FF2B5EF4-FFF2-40B4-BE49-F238E27FC236}">
                      <a16:creationId xmlns:a16="http://schemas.microsoft.com/office/drawing/2014/main" id="{B8BA02EA-A0B9-47A1-866C-A9F87905CCC4}"/>
                    </a:ext>
                  </a:extLst>
                </p:cNvPr>
                <p:cNvPicPr/>
                <p:nvPr/>
              </p:nvPicPr>
              <p:blipFill>
                <a:blip r:embed="rId54"/>
                <a:stretch>
                  <a:fillRect/>
                </a:stretch>
              </p:blipFill>
              <p:spPr>
                <a:xfrm>
                  <a:off x="11421388" y="4328076"/>
                  <a:ext cx="134280" cy="333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5">
            <p14:nvContentPartPr>
              <p14:cNvPr id="32" name="墨迹 31">
                <a:extLst>
                  <a:ext uri="{FF2B5EF4-FFF2-40B4-BE49-F238E27FC236}">
                    <a16:creationId xmlns:a16="http://schemas.microsoft.com/office/drawing/2014/main" id="{8023B5EE-F862-46BE-BBD9-0347B8F3F260}"/>
                  </a:ext>
                </a:extLst>
              </p14:cNvPr>
              <p14:cNvContentPartPr/>
              <p14:nvPr/>
            </p14:nvContentPartPr>
            <p14:xfrm>
              <a:off x="11879668" y="4728036"/>
              <a:ext cx="2160" cy="7200"/>
            </p14:xfrm>
          </p:contentPart>
        </mc:Choice>
        <mc:Fallback>
          <p:pic>
            <p:nvPicPr>
              <p:cNvPr id="32" name="墨迹 31">
                <a:extLst>
                  <a:ext uri="{FF2B5EF4-FFF2-40B4-BE49-F238E27FC236}">
                    <a16:creationId xmlns:a16="http://schemas.microsoft.com/office/drawing/2014/main" id="{8023B5EE-F862-46BE-BBD9-0347B8F3F260}"/>
                  </a:ext>
                </a:extLst>
              </p:cNvPr>
              <p:cNvPicPr/>
              <p:nvPr/>
            </p:nvPicPr>
            <p:blipFill>
              <a:blip r:embed="rId56"/>
              <a:stretch>
                <a:fillRect/>
              </a:stretch>
            </p:blipFill>
            <p:spPr>
              <a:xfrm>
                <a:off x="11871028" y="4719396"/>
                <a:ext cx="19800" cy="24840"/>
              </a:xfrm>
              <a:prstGeom prst="rect">
                <a:avLst/>
              </a:prstGeom>
            </p:spPr>
          </p:pic>
        </mc:Fallback>
      </mc:AlternateContent>
      <p:grpSp>
        <p:nvGrpSpPr>
          <p:cNvPr id="36" name="组合 35">
            <a:extLst>
              <a:ext uri="{FF2B5EF4-FFF2-40B4-BE49-F238E27FC236}">
                <a16:creationId xmlns:a16="http://schemas.microsoft.com/office/drawing/2014/main" id="{255BFB83-9DDA-4961-A035-FB8BB42255DC}"/>
              </a:ext>
            </a:extLst>
          </p:cNvPr>
          <p:cNvGrpSpPr/>
          <p:nvPr/>
        </p:nvGrpSpPr>
        <p:grpSpPr>
          <a:xfrm>
            <a:off x="11979832" y="3478456"/>
            <a:ext cx="98640" cy="146880"/>
            <a:chOff x="11830708" y="4418076"/>
            <a:chExt cx="98640" cy="146880"/>
          </a:xfrm>
        </p:grpSpPr>
        <mc:AlternateContent xmlns:mc="http://schemas.openxmlformats.org/markup-compatibility/2006">
          <mc:Choice xmlns:p14="http://schemas.microsoft.com/office/powerpoint/2010/main" Requires="p14">
            <p:contentPart p14:bwMode="auto" r:id="rId57">
              <p14:nvContentPartPr>
                <p14:cNvPr id="31" name="墨迹 30">
                  <a:extLst>
                    <a:ext uri="{FF2B5EF4-FFF2-40B4-BE49-F238E27FC236}">
                      <a16:creationId xmlns:a16="http://schemas.microsoft.com/office/drawing/2014/main" id="{1062539C-A526-4049-BA4E-2BF4501B8EDD}"/>
                    </a:ext>
                  </a:extLst>
                </p14:cNvPr>
                <p14:cNvContentPartPr/>
                <p14:nvPr/>
              </p14:nvContentPartPr>
              <p14:xfrm>
                <a:off x="11830708" y="4418076"/>
                <a:ext cx="98640" cy="56520"/>
              </p14:xfrm>
            </p:contentPart>
          </mc:Choice>
          <mc:Fallback>
            <p:pic>
              <p:nvPicPr>
                <p:cNvPr id="31" name="墨迹 30">
                  <a:extLst>
                    <a:ext uri="{FF2B5EF4-FFF2-40B4-BE49-F238E27FC236}">
                      <a16:creationId xmlns:a16="http://schemas.microsoft.com/office/drawing/2014/main" id="{1062539C-A526-4049-BA4E-2BF4501B8EDD}"/>
                    </a:ext>
                  </a:extLst>
                </p:cNvPr>
                <p:cNvPicPr/>
                <p:nvPr/>
              </p:nvPicPr>
              <p:blipFill>
                <a:blip r:embed="rId58"/>
                <a:stretch>
                  <a:fillRect/>
                </a:stretch>
              </p:blipFill>
              <p:spPr>
                <a:xfrm>
                  <a:off x="11822068" y="4409076"/>
                  <a:ext cx="11628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5" name="墨迹 34">
                  <a:extLst>
                    <a:ext uri="{FF2B5EF4-FFF2-40B4-BE49-F238E27FC236}">
                      <a16:creationId xmlns:a16="http://schemas.microsoft.com/office/drawing/2014/main" id="{75B817B5-0432-47CB-A980-0D75F31A9FC5}"/>
                    </a:ext>
                  </a:extLst>
                </p14:cNvPr>
                <p14:cNvContentPartPr/>
                <p14:nvPr/>
              </p14:nvContentPartPr>
              <p14:xfrm>
                <a:off x="11868148" y="4482876"/>
                <a:ext cx="58680" cy="82080"/>
              </p14:xfrm>
            </p:contentPart>
          </mc:Choice>
          <mc:Fallback>
            <p:pic>
              <p:nvPicPr>
                <p:cNvPr id="35" name="墨迹 34">
                  <a:extLst>
                    <a:ext uri="{FF2B5EF4-FFF2-40B4-BE49-F238E27FC236}">
                      <a16:creationId xmlns:a16="http://schemas.microsoft.com/office/drawing/2014/main" id="{75B817B5-0432-47CB-A980-0D75F31A9FC5}"/>
                    </a:ext>
                  </a:extLst>
                </p:cNvPr>
                <p:cNvPicPr/>
                <p:nvPr/>
              </p:nvPicPr>
              <p:blipFill>
                <a:blip r:embed="rId60"/>
                <a:stretch>
                  <a:fillRect/>
                </a:stretch>
              </p:blipFill>
              <p:spPr>
                <a:xfrm>
                  <a:off x="11859148" y="4474236"/>
                  <a:ext cx="76320" cy="99720"/>
                </a:xfrm>
                <a:prstGeom prst="rect">
                  <a:avLst/>
                </a:prstGeom>
              </p:spPr>
            </p:pic>
          </mc:Fallback>
        </mc:AlternateContent>
      </p:grpSp>
    </p:spTree>
    <p:extLst>
      <p:ext uri="{BB962C8B-B14F-4D97-AF65-F5344CB8AC3E}">
        <p14:creationId xmlns:p14="http://schemas.microsoft.com/office/powerpoint/2010/main" val="88311772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en-US" altLang="zh-CN" sz="3400" dirty="0">
                <a:latin typeface="华文中宋" panose="02010600040101010101" pitchFamily="2" charset="-122"/>
                <a:ea typeface="华文中宋" panose="02010600040101010101" pitchFamily="2" charset="-122"/>
              </a:rPr>
              <a:t>§6.4 </a:t>
            </a:r>
            <a:r>
              <a:rPr lang="zh-CN" altLang="en-US" sz="3400" dirty="0">
                <a:latin typeface="华文中宋" panose="02010600040101010101" pitchFamily="2" charset="-122"/>
                <a:ea typeface="华文中宋" panose="02010600040101010101" pitchFamily="2" charset="-122"/>
              </a:rPr>
              <a:t>体系结构的形式化描述</a:t>
            </a:r>
            <a:endParaRPr lang="en-US" altLang="zh-CN" sz="3400" dirty="0">
              <a:latin typeface="华文中宋" panose="02010600040101010101" pitchFamily="2" charset="-122"/>
              <a:ea typeface="华文中宋" panose="02010600040101010101" pitchFamily="2" charset="-122"/>
            </a:endParaRPr>
          </a:p>
        </p:txBody>
      </p:sp>
      <p:sp>
        <p:nvSpPr>
          <p:cNvPr id="43012" name="Rectangle 3"/>
          <p:cNvSpPr>
            <a:spLocks noGrp="1" noChangeArrowheads="1"/>
          </p:cNvSpPr>
          <p:nvPr>
            <p:ph idx="1"/>
          </p:nvPr>
        </p:nvSpPr>
        <p:spPr>
          <a:xfrm>
            <a:off x="623392" y="764704"/>
            <a:ext cx="11089231" cy="5760640"/>
          </a:xfrm>
        </p:spPr>
        <p:txBody>
          <a:bodyPr/>
          <a:lstStyle/>
          <a:p>
            <a:pPr eaLnBrk="1" hangingPunct="1">
              <a:lnSpc>
                <a:spcPct val="150000"/>
              </a:lnSpc>
            </a:pPr>
            <a:r>
              <a:rPr lang="zh-CN" altLang="en-US" dirty="0">
                <a:solidFill>
                  <a:srgbClr val="002060"/>
                </a:solidFill>
                <a:ea typeface="华文中宋" panose="02010600040101010101" pitchFamily="2" charset="-122"/>
              </a:rPr>
              <a:t>体系结构描述的分类</a:t>
            </a:r>
          </a:p>
          <a:p>
            <a:pPr lvl="1" eaLnBrk="1" hangingPunct="1">
              <a:lnSpc>
                <a:spcPct val="100000"/>
              </a:lnSpc>
              <a:buFont typeface="Wingdings" panose="05000000000000000000" pitchFamily="2" charset="2"/>
              <a:buChar char="n"/>
            </a:pPr>
            <a:r>
              <a:rPr lang="zh-CN" altLang="en-US" sz="1800" dirty="0">
                <a:solidFill>
                  <a:schemeClr val="tx1"/>
                </a:solidFill>
                <a:ea typeface="华文中宋" panose="02010600040101010101" pitchFamily="2" charset="-122"/>
              </a:rPr>
              <a:t>描述软件体系结构</a:t>
            </a:r>
            <a:endParaRPr lang="en-US" altLang="zh-CN" sz="1800" dirty="0">
              <a:solidFill>
                <a:schemeClr val="tx1"/>
              </a:solidFill>
              <a:ea typeface="华文中宋" panose="02010600040101010101" pitchFamily="2" charset="-122"/>
            </a:endParaRPr>
          </a:p>
          <a:p>
            <a:pPr lvl="1" eaLnBrk="1" hangingPunct="1">
              <a:lnSpc>
                <a:spcPct val="100000"/>
              </a:lnSpc>
              <a:buFont typeface="Wingdings" panose="05000000000000000000" pitchFamily="2" charset="2"/>
              <a:buChar char="n"/>
            </a:pPr>
            <a:r>
              <a:rPr lang="zh-CN" altLang="en-US" sz="1800" dirty="0">
                <a:solidFill>
                  <a:schemeClr val="tx1"/>
                </a:solidFill>
                <a:highlight>
                  <a:srgbClr val="FFFF00"/>
                </a:highlight>
                <a:ea typeface="华文中宋" panose="02010600040101010101" pitchFamily="2" charset="-122"/>
              </a:rPr>
              <a:t>配置、实例、风格</a:t>
            </a:r>
            <a:endParaRPr lang="en-US" altLang="zh-CN" sz="1800" dirty="0">
              <a:solidFill>
                <a:schemeClr val="tx1"/>
              </a:solidFill>
              <a:highlight>
                <a:srgbClr val="FFFF00"/>
              </a:highlight>
              <a:ea typeface="华文中宋" panose="02010600040101010101" pitchFamily="2" charset="-122"/>
            </a:endParaRPr>
          </a:p>
          <a:p>
            <a:pPr marL="449251" lvl="1" indent="-449251" eaLnBrk="1" hangingPunct="1">
              <a:lnSpc>
                <a:spcPct val="150000"/>
              </a:lnSpc>
              <a:buSzPct val="100000"/>
              <a:buFont typeface="Wingdings" pitchFamily="2" charset="2"/>
              <a:buChar char="p"/>
            </a:pPr>
            <a:r>
              <a:rPr lang="zh-CN" altLang="en-US" sz="2400" dirty="0">
                <a:solidFill>
                  <a:srgbClr val="002060"/>
                </a:solidFill>
                <a:ea typeface="华文中宋" panose="02010600040101010101" pitchFamily="2" charset="-122"/>
              </a:rPr>
              <a:t>体系结构的描述语言</a:t>
            </a:r>
          </a:p>
          <a:p>
            <a:pPr lvl="1" eaLnBrk="1" hangingPunct="1">
              <a:lnSpc>
                <a:spcPct val="150000"/>
              </a:lnSpc>
              <a:buFont typeface="Wingdings" panose="05000000000000000000" pitchFamily="2" charset="2"/>
              <a:buChar char="n"/>
            </a:pPr>
            <a:r>
              <a:rPr lang="en-US" altLang="zh-CN" sz="1800" dirty="0">
                <a:solidFill>
                  <a:schemeClr val="tx1"/>
                </a:solidFill>
                <a:ea typeface="华文中宋" panose="02010600040101010101" pitchFamily="2" charset="-122"/>
              </a:rPr>
              <a:t>ADL</a:t>
            </a:r>
            <a:r>
              <a:rPr lang="zh-CN" altLang="en-US" sz="1800" dirty="0">
                <a:solidFill>
                  <a:schemeClr val="tx1"/>
                </a:solidFill>
                <a:ea typeface="华文中宋" panose="02010600040101010101" pitchFamily="2" charset="-122"/>
              </a:rPr>
              <a:t>，建立在形式化的理论基础之上</a:t>
            </a:r>
          </a:p>
          <a:p>
            <a:pPr lvl="2" eaLnBrk="1" hangingPunct="1">
              <a:buFont typeface="Wingdings" panose="05000000000000000000" pitchFamily="2" charset="2"/>
              <a:buChar char="l"/>
            </a:pPr>
            <a:r>
              <a:rPr lang="en-US" altLang="zh-CN" sz="1800" dirty="0">
                <a:solidFill>
                  <a:schemeClr val="tx1"/>
                </a:solidFill>
                <a:latin typeface="华文楷体" panose="02010600040101010101" pitchFamily="2" charset="-122"/>
                <a:ea typeface="华文楷体" panose="02010600040101010101" pitchFamily="2" charset="-122"/>
              </a:rPr>
              <a:t>Petri</a:t>
            </a:r>
            <a:r>
              <a:rPr lang="zh-CN" altLang="en-US" sz="1800" dirty="0">
                <a:solidFill>
                  <a:schemeClr val="tx1"/>
                </a:solidFill>
                <a:latin typeface="华文楷体" panose="02010600040101010101" pitchFamily="2" charset="-122"/>
                <a:ea typeface="华文楷体" panose="02010600040101010101" pitchFamily="2" charset="-122"/>
              </a:rPr>
              <a:t>网、</a:t>
            </a:r>
            <a:r>
              <a:rPr lang="en-US" altLang="zh-CN" sz="1800" dirty="0">
                <a:solidFill>
                  <a:schemeClr val="tx1"/>
                </a:solidFill>
                <a:latin typeface="华文楷体" panose="02010600040101010101" pitchFamily="2" charset="-122"/>
                <a:ea typeface="华文楷体" panose="02010600040101010101" pitchFamily="2" charset="-122"/>
              </a:rPr>
              <a:t>Z</a:t>
            </a:r>
            <a:r>
              <a:rPr lang="zh-CN" altLang="en-US" sz="1800" dirty="0">
                <a:solidFill>
                  <a:schemeClr val="tx1"/>
                </a:solidFill>
                <a:latin typeface="华文楷体" panose="02010600040101010101" pitchFamily="2" charset="-122"/>
                <a:ea typeface="华文楷体" panose="02010600040101010101" pitchFamily="2" charset="-122"/>
              </a:rPr>
              <a:t>语言、状态图、</a:t>
            </a:r>
            <a:r>
              <a:rPr lang="en-US" altLang="zh-CN" sz="1800" dirty="0">
                <a:solidFill>
                  <a:schemeClr val="tx1"/>
                </a:solidFill>
                <a:latin typeface="华文楷体" panose="02010600040101010101" pitchFamily="2" charset="-122"/>
                <a:ea typeface="华文楷体" panose="02010600040101010101" pitchFamily="2" charset="-122"/>
              </a:rPr>
              <a:t>CSP etc.</a:t>
            </a:r>
          </a:p>
          <a:p>
            <a:pPr lvl="2" eaLnBrk="1" hangingPunct="1">
              <a:buFont typeface="Wingdings" panose="05000000000000000000" pitchFamily="2" charset="2"/>
              <a:buChar char="l"/>
            </a:pPr>
            <a:r>
              <a:rPr lang="zh-CN" altLang="en-US" sz="1800" dirty="0">
                <a:solidFill>
                  <a:schemeClr val="tx1"/>
                </a:solidFill>
                <a:latin typeface="华文楷体" panose="02010600040101010101" pitchFamily="2" charset="-122"/>
                <a:ea typeface="华文楷体" panose="02010600040101010101" pitchFamily="2" charset="-122"/>
              </a:rPr>
              <a:t>求精、验证、演化、分析</a:t>
            </a:r>
          </a:p>
          <a:p>
            <a:pPr lvl="1" eaLnBrk="1" hangingPunct="1">
              <a:lnSpc>
                <a:spcPct val="150000"/>
              </a:lnSpc>
              <a:buFont typeface="Wingdings" panose="05000000000000000000" pitchFamily="2" charset="2"/>
              <a:buChar char="n"/>
            </a:pPr>
            <a:r>
              <a:rPr lang="en-US" altLang="zh-CN" sz="1800" dirty="0">
                <a:solidFill>
                  <a:schemeClr val="tx1"/>
                </a:solidFill>
                <a:ea typeface="华文中宋" panose="02010600040101010101" pitchFamily="2" charset="-122"/>
              </a:rPr>
              <a:t>ADL</a:t>
            </a:r>
            <a:r>
              <a:rPr lang="zh-CN" altLang="en-US" sz="1800" dirty="0">
                <a:solidFill>
                  <a:schemeClr val="tx1"/>
                </a:solidFill>
                <a:ea typeface="华文中宋" panose="02010600040101010101" pitchFamily="2" charset="-122"/>
              </a:rPr>
              <a:t>应当具备的特点</a:t>
            </a:r>
            <a:endParaRPr lang="zh-CN" altLang="en-US" sz="1800" dirty="0">
              <a:solidFill>
                <a:schemeClr val="tx1"/>
              </a:solidFill>
              <a:highlight>
                <a:srgbClr val="FFFF00"/>
              </a:highlight>
              <a:ea typeface="华文中宋" panose="02010600040101010101" pitchFamily="2" charset="-122"/>
            </a:endParaRPr>
          </a:p>
          <a:p>
            <a:pPr lvl="2" eaLnBrk="1" hangingPunct="1">
              <a:buFont typeface="Wingdings" panose="05000000000000000000" pitchFamily="2" charset="2"/>
              <a:buChar char="l"/>
            </a:pPr>
            <a:r>
              <a:rPr lang="zh-CN" altLang="en-US" sz="1800" dirty="0">
                <a:solidFill>
                  <a:schemeClr val="tx1"/>
                </a:solidFill>
                <a:latin typeface="华文楷体" panose="02010600040101010101" pitchFamily="2" charset="-122"/>
                <a:ea typeface="华文楷体" panose="02010600040101010101" pitchFamily="2" charset="-122"/>
              </a:rPr>
              <a:t>严谨的语法、语义</a:t>
            </a:r>
          </a:p>
          <a:p>
            <a:pPr lvl="2" eaLnBrk="1" hangingPunct="1">
              <a:buFont typeface="Wingdings" panose="05000000000000000000" pitchFamily="2" charset="2"/>
              <a:buChar char="l"/>
            </a:pPr>
            <a:r>
              <a:rPr lang="zh-CN" altLang="en-US" sz="1800" dirty="0">
                <a:solidFill>
                  <a:schemeClr val="tx1"/>
                </a:solidFill>
                <a:latin typeface="华文楷体" panose="02010600040101010101" pitchFamily="2" charset="-122"/>
                <a:ea typeface="华文楷体" panose="02010600040101010101" pitchFamily="2" charset="-122"/>
              </a:rPr>
              <a:t>描述能力强</a:t>
            </a:r>
          </a:p>
          <a:p>
            <a:pPr lvl="2" eaLnBrk="1" hangingPunct="1">
              <a:buFont typeface="Wingdings" panose="05000000000000000000" pitchFamily="2" charset="2"/>
              <a:buChar char="l"/>
            </a:pPr>
            <a:r>
              <a:rPr lang="zh-CN" altLang="en-US" sz="1800" dirty="0">
                <a:solidFill>
                  <a:schemeClr val="tx1"/>
                </a:solidFill>
                <a:latin typeface="华文楷体" panose="02010600040101010101" pitchFamily="2" charset="-122"/>
                <a:ea typeface="华文楷体" panose="02010600040101010101" pitchFamily="2" charset="-122"/>
              </a:rPr>
              <a:t>有工具支持</a:t>
            </a:r>
          </a:p>
          <a:p>
            <a:pPr lvl="2" eaLnBrk="1" hangingPunct="1">
              <a:buFont typeface="Wingdings" panose="05000000000000000000" pitchFamily="2" charset="2"/>
              <a:buChar char="l"/>
            </a:pPr>
            <a:r>
              <a:rPr lang="zh-CN" altLang="en-US" sz="1800" dirty="0">
                <a:solidFill>
                  <a:schemeClr val="tx1"/>
                </a:solidFill>
                <a:latin typeface="华文楷体" panose="02010600040101010101" pitchFamily="2" charset="-122"/>
                <a:ea typeface="华文楷体" panose="02010600040101010101" pitchFamily="2" charset="-122"/>
              </a:rPr>
              <a:t>简单易懂</a:t>
            </a:r>
          </a:p>
          <a:p>
            <a:pPr lvl="2" eaLnBrk="1" hangingPunct="1">
              <a:buFont typeface="Wingdings" panose="05000000000000000000" pitchFamily="2" charset="2"/>
              <a:buChar char="l"/>
            </a:pPr>
            <a:r>
              <a:rPr lang="zh-CN" altLang="en-US" sz="1800" dirty="0">
                <a:solidFill>
                  <a:schemeClr val="tx1"/>
                </a:solidFill>
                <a:latin typeface="华文楷体" panose="02010600040101010101" pitchFamily="2" charset="-122"/>
                <a:ea typeface="华文楷体" panose="02010600040101010101" pitchFamily="2" charset="-122"/>
              </a:rPr>
              <a:t>不同的抽象级别</a:t>
            </a:r>
          </a:p>
          <a:p>
            <a:pPr lvl="2" eaLnBrk="1" hangingPunct="1">
              <a:buFont typeface="Wingdings" panose="05000000000000000000" pitchFamily="2" charset="2"/>
              <a:buChar char="l"/>
            </a:pPr>
            <a:r>
              <a:rPr lang="zh-CN" altLang="en-US" sz="1800" dirty="0">
                <a:solidFill>
                  <a:schemeClr val="tx1"/>
                </a:solidFill>
                <a:latin typeface="华文楷体" panose="02010600040101010101" pitchFamily="2" charset="-122"/>
                <a:ea typeface="华文楷体" panose="02010600040101010101" pitchFamily="2" charset="-122"/>
              </a:rPr>
              <a:t>静态分析、动态分析</a:t>
            </a:r>
            <a:endParaRPr lang="en-US" altLang="zh-CN" sz="1800" dirty="0">
              <a:solidFill>
                <a:schemeClr val="tx1"/>
              </a:solidFill>
              <a:latin typeface="华文楷体" panose="02010600040101010101" pitchFamily="2" charset="-122"/>
              <a:ea typeface="华文楷体" panose="02010600040101010101" pitchFamily="2" charset="-122"/>
            </a:endParaRPr>
          </a:p>
          <a:p>
            <a:pPr lvl="1" eaLnBrk="1" hangingPunct="1">
              <a:buFont typeface="Wingdings" panose="05000000000000000000" pitchFamily="2" charset="2"/>
              <a:buChar char="n"/>
            </a:pPr>
            <a:r>
              <a:rPr lang="zh-CN" altLang="en-US" sz="1600" dirty="0">
                <a:solidFill>
                  <a:schemeClr val="tx1"/>
                </a:solidFill>
                <a:highlight>
                  <a:srgbClr val="FFFF00"/>
                </a:highlight>
                <a:ea typeface="华文中宋" panose="02010600040101010101" pitchFamily="2" charset="-122"/>
              </a:rPr>
              <a:t>我说：要求太多了，因此不存在这样的</a:t>
            </a:r>
            <a:r>
              <a:rPr lang="en-US" altLang="zh-CN" sz="1600" dirty="0">
                <a:solidFill>
                  <a:schemeClr val="tx1"/>
                </a:solidFill>
                <a:highlight>
                  <a:srgbClr val="FFFF00"/>
                </a:highlight>
                <a:ea typeface="华文中宋" panose="02010600040101010101" pitchFamily="2" charset="-122"/>
              </a:rPr>
              <a:t>L</a:t>
            </a:r>
            <a:endParaRPr lang="zh-CN" altLang="en-US" sz="1600" dirty="0">
              <a:solidFill>
                <a:schemeClr val="tx1"/>
              </a:solidFill>
              <a:highlight>
                <a:srgbClr val="FFFF00"/>
              </a:highlight>
              <a:ea typeface="华文中宋" panose="02010600040101010101" pitchFamily="2" charset="-122"/>
            </a:endParaRPr>
          </a:p>
          <a:p>
            <a:pPr lvl="1" eaLnBrk="1" hangingPunct="1">
              <a:buFont typeface="Wingdings" panose="05000000000000000000" pitchFamily="2" charset="2"/>
              <a:buChar char="l"/>
            </a:pPr>
            <a:endParaRPr lang="zh-CN" altLang="en-US" sz="1400" dirty="0">
              <a:solidFill>
                <a:schemeClr val="tx1"/>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992412920"/>
      </p:ext>
    </p:extLst>
  </p:cSld>
  <p:clrMapOvr>
    <a:overrideClrMapping bg1="lt1" tx1="dk1" bg2="lt2" tx2="dk2" accent1="accent1" accent2="accent2" accent3="accent3" accent4="accent4" accent5="accent5" accent6="accent6" hlink="hlink" folHlink="folHlink"/>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6"/>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44035"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§6.4 </a:t>
            </a:r>
            <a:r>
              <a:rPr lang="zh-CN" altLang="en-US" dirty="0">
                <a:latin typeface="华文中宋" panose="02010600040101010101" pitchFamily="2" charset="-122"/>
                <a:ea typeface="华文中宋" panose="02010600040101010101" pitchFamily="2" charset="-122"/>
              </a:rPr>
              <a:t>体系结构的形式化描述</a:t>
            </a:r>
          </a:p>
        </p:txBody>
      </p:sp>
      <p:sp>
        <p:nvSpPr>
          <p:cNvPr id="44036" name="Rectangle 3"/>
          <p:cNvSpPr>
            <a:spLocks noGrp="1" noChangeArrowheads="1"/>
          </p:cNvSpPr>
          <p:nvPr>
            <p:ph type="body" sz="half" idx="1"/>
          </p:nvPr>
        </p:nvSpPr>
        <p:spPr>
          <a:xfrm>
            <a:off x="407370" y="868363"/>
            <a:ext cx="7561263" cy="4724400"/>
          </a:xfrm>
        </p:spPr>
        <p:txBody>
          <a:bodyPr/>
          <a:lstStyle/>
          <a:p>
            <a:pPr eaLnBrk="1" hangingPunct="1">
              <a:lnSpc>
                <a:spcPct val="150000"/>
              </a:lnSpc>
            </a:pPr>
            <a:r>
              <a:rPr lang="zh-CN" altLang="en-US" dirty="0">
                <a:solidFill>
                  <a:srgbClr val="002060"/>
                </a:solidFill>
                <a:latin typeface="华文中宋" panose="02010600040101010101" pitchFamily="2" charset="-122"/>
                <a:ea typeface="华文中宋" panose="02010600040101010101" pitchFamily="2" charset="-122"/>
              </a:rPr>
              <a:t>体系结构的描述语言</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几种体系结构描述语言的提出组织和倡导者</a:t>
            </a:r>
          </a:p>
        </p:txBody>
      </p:sp>
      <p:graphicFrame>
        <p:nvGraphicFramePr>
          <p:cNvPr id="89155" name="Group 67"/>
          <p:cNvGraphicFramePr>
            <a:graphicFrameLocks noGrp="1"/>
          </p:cNvGraphicFramePr>
          <p:nvPr>
            <p:ph sz="half" idx="2"/>
            <p:extLst>
              <p:ext uri="{D42A27DB-BD31-4B8C-83A1-F6EECF244321}">
                <p14:modId xmlns:p14="http://schemas.microsoft.com/office/powerpoint/2010/main" val="243045356"/>
              </p:ext>
            </p:extLst>
          </p:nvPr>
        </p:nvGraphicFramePr>
        <p:xfrm>
          <a:off x="1390997" y="2060849"/>
          <a:ext cx="9817571" cy="4176462"/>
        </p:xfrm>
        <a:graphic>
          <a:graphicData uri="http://schemas.openxmlformats.org/drawingml/2006/table">
            <a:tbl>
              <a:tblPr/>
              <a:tblGrid>
                <a:gridCol w="1820713">
                  <a:extLst>
                    <a:ext uri="{9D8B030D-6E8A-4147-A177-3AD203B41FA5}">
                      <a16:colId xmlns:a16="http://schemas.microsoft.com/office/drawing/2014/main" val="20000"/>
                    </a:ext>
                  </a:extLst>
                </a:gridCol>
                <a:gridCol w="5060511">
                  <a:extLst>
                    <a:ext uri="{9D8B030D-6E8A-4147-A177-3AD203B41FA5}">
                      <a16:colId xmlns:a16="http://schemas.microsoft.com/office/drawing/2014/main" val="20001"/>
                    </a:ext>
                  </a:extLst>
                </a:gridCol>
                <a:gridCol w="2936347">
                  <a:extLst>
                    <a:ext uri="{9D8B030D-6E8A-4147-A177-3AD203B41FA5}">
                      <a16:colId xmlns:a16="http://schemas.microsoft.com/office/drawing/2014/main" val="20002"/>
                    </a:ext>
                  </a:extLst>
                </a:gridCol>
              </a:tblGrid>
              <a:tr h="533431">
                <a:tc>
                  <a:txBody>
                    <a:bodyPr/>
                    <a:lstStyle/>
                    <a:p>
                      <a:pPr marL="0" marR="0" lvl="0" indent="0" algn="ctr" defTabSz="914400" rtl="0" eaLnBrk="1" fontAlgn="base" latinLnBrk="1" hangingPunct="1">
                        <a:lnSpc>
                          <a:spcPct val="150000"/>
                        </a:lnSpc>
                        <a:spcBef>
                          <a:spcPct val="20000"/>
                        </a:spcBef>
                        <a:spcAft>
                          <a:spcPct val="0"/>
                        </a:spcAft>
                        <a:buClrTx/>
                        <a:buSzTx/>
                        <a:buFontTx/>
                        <a:buNone/>
                        <a:tabLst/>
                      </a:pPr>
                      <a:r>
                        <a:rPr kumimoji="1" lang="en-US" altLang="zh-CN" sz="1900" b="1" i="0" u="none" strike="noStrike" cap="none" normalizeH="0" baseline="0" dirty="0">
                          <a:ln>
                            <a:noFill/>
                          </a:ln>
                          <a:solidFill>
                            <a:srgbClr val="C00000"/>
                          </a:solidFill>
                          <a:effectLst/>
                          <a:latin typeface="华文中宋" panose="02010600040101010101" pitchFamily="2" charset="-122"/>
                          <a:ea typeface="华文中宋" panose="02010600040101010101" pitchFamily="2" charset="-122"/>
                        </a:rPr>
                        <a:t>ADL</a:t>
                      </a:r>
                      <a:r>
                        <a:rPr kumimoji="1" lang="zh-CN" altLang="en-US" sz="1900" b="1" i="0" u="none" strike="noStrike" cap="none" normalizeH="0" baseline="0" dirty="0">
                          <a:ln>
                            <a:noFill/>
                          </a:ln>
                          <a:solidFill>
                            <a:srgbClr val="C00000"/>
                          </a:solidFill>
                          <a:effectLst/>
                          <a:latin typeface="华文中宋" panose="02010600040101010101" pitchFamily="2" charset="-122"/>
                          <a:ea typeface="华文中宋" panose="02010600040101010101" pitchFamily="2" charset="-122"/>
                        </a:rPr>
                        <a:t>语言</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s>
                        <a:gs pos="100000">
                          <a:srgbClr val="FFFFFF">
                            <a:gamma/>
                            <a:shade val="46275"/>
                            <a:invGamma/>
                          </a:srgbClr>
                        </a:gs>
                      </a:gsLst>
                      <a:lin ang="5400000" scaled="1"/>
                    </a:gradFill>
                  </a:tcPr>
                </a:tc>
                <a:tc>
                  <a:txBody>
                    <a:bodyPr/>
                    <a:lstStyle/>
                    <a:p>
                      <a:pPr marL="0" marR="0" lvl="0" indent="0" algn="ctr" defTabSz="914400" rtl="0" eaLnBrk="1" fontAlgn="base" latinLnBrk="1" hangingPunct="1">
                        <a:lnSpc>
                          <a:spcPct val="150000"/>
                        </a:lnSpc>
                        <a:spcBef>
                          <a:spcPct val="20000"/>
                        </a:spcBef>
                        <a:spcAft>
                          <a:spcPct val="0"/>
                        </a:spcAft>
                        <a:buClrTx/>
                        <a:buSzTx/>
                        <a:buFontTx/>
                        <a:buNone/>
                        <a:tabLst/>
                      </a:pPr>
                      <a:r>
                        <a:rPr kumimoji="1" lang="zh-CN" altLang="en-US" sz="1900" b="1" i="0" u="none" strike="noStrike" cap="none" normalizeH="0" baseline="0" dirty="0">
                          <a:ln>
                            <a:noFill/>
                          </a:ln>
                          <a:solidFill>
                            <a:srgbClr val="C00000"/>
                          </a:solidFill>
                          <a:effectLst/>
                          <a:latin typeface="华文中宋" panose="02010600040101010101" pitchFamily="2" charset="-122"/>
                          <a:ea typeface="华文中宋" panose="02010600040101010101" pitchFamily="2" charset="-122"/>
                        </a:rPr>
                        <a:t>提出组织</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s>
                        <a:gs pos="100000">
                          <a:srgbClr val="FFFFFF">
                            <a:gamma/>
                            <a:shade val="46275"/>
                            <a:invGamma/>
                          </a:srgbClr>
                        </a:gs>
                      </a:gsLst>
                      <a:lin ang="5400000" scaled="1"/>
                    </a:gradFill>
                  </a:tcPr>
                </a:tc>
                <a:tc>
                  <a:txBody>
                    <a:bodyPr/>
                    <a:lstStyle/>
                    <a:p>
                      <a:pPr marL="0" marR="0" lvl="0" indent="0" algn="ctr" defTabSz="914400" rtl="0" eaLnBrk="1" fontAlgn="base" latinLnBrk="1" hangingPunct="1">
                        <a:lnSpc>
                          <a:spcPct val="150000"/>
                        </a:lnSpc>
                        <a:spcBef>
                          <a:spcPct val="20000"/>
                        </a:spcBef>
                        <a:spcAft>
                          <a:spcPct val="0"/>
                        </a:spcAft>
                        <a:buClrTx/>
                        <a:buSzTx/>
                        <a:buFontTx/>
                        <a:buNone/>
                        <a:tabLst/>
                      </a:pPr>
                      <a:r>
                        <a:rPr kumimoji="1" lang="zh-CN" altLang="en-US" sz="1900" b="1" i="0" u="none" strike="noStrike" cap="none" normalizeH="0" baseline="0" dirty="0">
                          <a:ln>
                            <a:noFill/>
                          </a:ln>
                          <a:solidFill>
                            <a:srgbClr val="C00000"/>
                          </a:solidFill>
                          <a:effectLst/>
                          <a:latin typeface="华文中宋" panose="02010600040101010101" pitchFamily="2" charset="-122"/>
                          <a:ea typeface="华文中宋" panose="02010600040101010101" pitchFamily="2" charset="-122"/>
                        </a:rPr>
                        <a:t>倡导者</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s>
                        <a:gs pos="100000">
                          <a:srgbClr val="FFFFFF">
                            <a:gamma/>
                            <a:shade val="46275"/>
                            <a:invGamma/>
                          </a:srgbClr>
                        </a:gs>
                      </a:gsLst>
                      <a:lin ang="5400000" scaled="1"/>
                    </a:gradFill>
                  </a:tcPr>
                </a:tc>
                <a:extLst>
                  <a:ext uri="{0D108BD9-81ED-4DB2-BD59-A6C34878D82A}">
                    <a16:rowId xmlns:a16="http://schemas.microsoft.com/office/drawing/2014/main" val="10000"/>
                  </a:ext>
                </a:extLst>
              </a:tr>
              <a:tr h="53164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ACME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rPr>
                        <a:t>Carnegie Mellon University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rPr>
                        <a:t>David </a:t>
                      </a:r>
                      <a:r>
                        <a:rPr kumimoji="1" lang="en-US" altLang="zh-CN" sz="1900" b="0" i="0" u="none" strike="noStrike" cap="none" normalizeH="0" baseline="0" dirty="0" err="1">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rPr>
                        <a:t>Garlan</a:t>
                      </a:r>
                      <a:endParaRPr kumimoji="1" lang="en-US" altLang="zh-CN" sz="1900" b="0" i="0" u="none" strike="noStrike" cap="none" normalizeH="0" baseline="0" dirty="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58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Aesop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rPr>
                        <a:t>Carnegie Mellon University</a:t>
                      </a:r>
                      <a:endParaRPr kumimoji="1" lang="zh-CN" altLang="en-US" sz="1900" b="0" i="0" u="none" strike="noStrike" cap="none" normalizeH="0" baseline="0" dirty="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rPr>
                        <a:t>David </a:t>
                      </a:r>
                      <a:r>
                        <a:rPr kumimoji="1" lang="en-US" altLang="zh-CN" sz="1900" b="0" i="0" u="none" strike="noStrike" cap="none" normalizeH="0" baseline="0" dirty="0" err="1">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rPr>
                        <a:t>Garlan</a:t>
                      </a:r>
                      <a:endParaRPr kumimoji="1" lang="zh-CN" altLang="en-US" sz="1900" b="0" i="0" u="none" strike="noStrike" cap="none" normalizeH="0" baseline="0" dirty="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164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Meta</a:t>
                      </a:r>
                      <a:r>
                        <a:rPr kumimoji="1" lang="zh-CN" altLang="en-US" sz="1900" b="0" i="0" u="none" strike="noStrike" cap="none" normalizeH="0" baseline="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a:t>
                      </a:r>
                      <a:r>
                        <a:rPr kumimoji="1" lang="en-US" altLang="zh-CN" sz="1900" b="0" i="0" u="none" strike="noStrike" cap="none" normalizeH="0" baseline="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Honeywell Technology Center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Steven Vestal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3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Rapide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Stanford University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David </a:t>
                      </a:r>
                      <a:r>
                        <a:rPr kumimoji="1" lang="en-US" altLang="zh-CN" sz="1900" b="0" i="0" u="none" strike="noStrike" cap="none" normalizeH="0" baseline="0" dirty="0" err="1">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Luckham</a:t>
                      </a:r>
                      <a:endParaRPr kumimoji="1" lang="en-US" altLang="zh-CN" sz="1900" b="0" i="0" u="none" strike="noStrike" cap="none" normalizeH="0" baseline="0" dirty="0">
                        <a:ln>
                          <a:noFill/>
                        </a:ln>
                        <a:solidFill>
                          <a:schemeClr val="tx1"/>
                        </a:solidFill>
                        <a:effectLst/>
                        <a:latin typeface="Times New Roman" panose="02020603050405020304" pitchFamily="18" charset="0"/>
                        <a:ea typeface="-윤고딕140" pitchFamily="18" charset="-127"/>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343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SADL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SRI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Mark </a:t>
                      </a:r>
                      <a:r>
                        <a:rPr kumimoji="1" lang="en-US" altLang="zh-CN" sz="1900" b="0" i="0" u="none" strike="noStrike" cap="none" normalizeH="0" baseline="0" dirty="0" err="1">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Moriconi</a:t>
                      </a:r>
                      <a:endParaRPr kumimoji="1" lang="en-US" altLang="zh-CN" sz="1900" b="0" i="0" u="none" strike="noStrike" cap="none" normalizeH="0" baseline="0" dirty="0">
                        <a:ln>
                          <a:noFill/>
                        </a:ln>
                        <a:solidFill>
                          <a:schemeClr val="tx1"/>
                        </a:solidFill>
                        <a:effectLst/>
                        <a:latin typeface="Times New Roman" panose="02020603050405020304" pitchFamily="18" charset="0"/>
                        <a:ea typeface="-윤고딕140" pitchFamily="18" charset="-127"/>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9863">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Unicon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rPr>
                        <a:t>Carnegie Mellon University</a:t>
                      </a:r>
                      <a:endParaRPr kumimoji="1" lang="zh-CN" altLang="en-US" sz="1900" b="0" i="0" u="none" strike="noStrike" cap="none" normalizeH="0" baseline="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Mary Shaw</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343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a:ln>
                            <a:noFill/>
                          </a:ln>
                          <a:solidFill>
                            <a:schemeClr val="tx1"/>
                          </a:solidFill>
                          <a:effectLst/>
                          <a:latin typeface="Times New Roman" panose="02020603050405020304" pitchFamily="18" charset="0"/>
                          <a:ea typeface="-윤고딕140" pitchFamily="18" charset="-127"/>
                          <a:cs typeface="Times New Roman" panose="02020603050405020304" pitchFamily="18" charset="0"/>
                        </a:rPr>
                        <a:t>Wright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rPr>
                        <a:t>Carnegie Mellon University</a:t>
                      </a:r>
                      <a:endParaRPr kumimoji="1" lang="zh-CN" altLang="en-US" sz="1900" b="0" i="0" u="none" strike="noStrike" cap="none" normalizeH="0" baseline="0" dirty="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1900" b="0" i="0" u="none" strike="noStrike" cap="none" normalizeH="0" baseline="0" dirty="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rPr>
                        <a:t>David </a:t>
                      </a:r>
                      <a:r>
                        <a:rPr kumimoji="1" lang="en-US" altLang="zh-CN" sz="1900" b="0" i="0" u="none" strike="noStrike" cap="none" normalizeH="0" baseline="0" dirty="0" err="1">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rPr>
                        <a:t>Garlan</a:t>
                      </a:r>
                      <a:endParaRPr kumimoji="1" lang="zh-CN" altLang="en-US" sz="1900" b="0" i="0" u="none" strike="noStrike" cap="none" normalizeH="0" baseline="0" dirty="0">
                        <a:ln>
                          <a:noFill/>
                        </a:ln>
                        <a:solidFill>
                          <a:schemeClr val="tx1"/>
                        </a:solidFill>
                        <a:effectLst/>
                        <a:highlight>
                          <a:srgbClr val="FFFF00"/>
                        </a:highlight>
                        <a:latin typeface="Times New Roman" panose="02020603050405020304" pitchFamily="18" charset="0"/>
                        <a:ea typeface="-윤고딕140" pitchFamily="18" charset="-127"/>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96923828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45059"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§6.4 </a:t>
            </a:r>
            <a:r>
              <a:rPr lang="zh-CN" altLang="en-US" sz="3200" dirty="0">
                <a:latin typeface="华文中宋" panose="02010600040101010101" pitchFamily="2" charset="-122"/>
                <a:ea typeface="华文中宋" panose="02010600040101010101" pitchFamily="2" charset="-122"/>
              </a:rPr>
              <a:t>体系结构的形式化描述</a:t>
            </a:r>
          </a:p>
        </p:txBody>
      </p:sp>
      <p:sp>
        <p:nvSpPr>
          <p:cNvPr id="45060" name="Rectangle 3"/>
          <p:cNvSpPr>
            <a:spLocks noGrp="1" noChangeArrowheads="1"/>
          </p:cNvSpPr>
          <p:nvPr>
            <p:ph type="body" idx="1"/>
          </p:nvPr>
        </p:nvSpPr>
        <p:spPr>
          <a:xfrm>
            <a:off x="624417" y="1125538"/>
            <a:ext cx="10972800" cy="5327797"/>
          </a:xfrm>
        </p:spPr>
        <p:txBody>
          <a:bodyPr/>
          <a:lstStyle/>
          <a:p>
            <a:pPr eaLnBrk="1" hangingPunct="1">
              <a:lnSpc>
                <a:spcPct val="150000"/>
              </a:lnSpc>
            </a:pPr>
            <a:r>
              <a:rPr lang="zh-CN" altLang="en-US" dirty="0">
                <a:solidFill>
                  <a:srgbClr val="002060"/>
                </a:solidFill>
                <a:latin typeface="华文中宋" panose="02010600040101010101" pitchFamily="2" charset="-122"/>
                <a:ea typeface="华文中宋" panose="02010600040101010101" pitchFamily="2" charset="-122"/>
              </a:rPr>
              <a:t>体系结构的描述语言的定义与分类</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发展：从这          开始             </a:t>
            </a:r>
            <a:r>
              <a:rPr lang="en-US" altLang="zh-CN" b="0" dirty="0">
                <a:solidFill>
                  <a:schemeClr val="tx1"/>
                </a:solidFill>
                <a:latin typeface="华文中宋" panose="02010600040101010101" pitchFamily="2" charset="-122"/>
                <a:ea typeface="华文中宋" panose="02010600040101010101" pitchFamily="2" charset="-122"/>
              </a:rPr>
              <a:t>ADL</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定义：</a:t>
            </a:r>
            <a:r>
              <a:rPr lang="zh-CN" altLang="en-US" sz="2000" b="0" dirty="0">
                <a:solidFill>
                  <a:schemeClr val="tx1"/>
                </a:solidFill>
                <a:latin typeface="华文楷体" panose="02010600040101010101" pitchFamily="2" charset="-122"/>
                <a:ea typeface="华文楷体" panose="02010600040101010101" pitchFamily="2" charset="-122"/>
              </a:rPr>
              <a:t>人云亦云。</a:t>
            </a:r>
            <a:endParaRPr lang="en-US" altLang="zh-CN" sz="2000" b="0" dirty="0">
              <a:solidFill>
                <a:schemeClr val="tx1"/>
              </a:solidFill>
              <a:latin typeface="华文楷体" panose="02010600040101010101" pitchFamily="2" charset="-122"/>
              <a:ea typeface="华文楷体" panose="02010600040101010101" pitchFamily="2" charset="-122"/>
            </a:endParaRP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能够描述体系结构的组成要素，并能对系统体系结构、体系结构风格进行建模和分析验证的描述语言。</a:t>
            </a:r>
            <a:endParaRPr lang="en-US" altLang="zh-CN" sz="2000" b="0" dirty="0">
              <a:solidFill>
                <a:schemeClr val="tx1"/>
              </a:solidFill>
              <a:latin typeface="华文楷体" panose="02010600040101010101" pitchFamily="2" charset="-122"/>
              <a:ea typeface="华文楷体" panose="02010600040101010101" pitchFamily="2" charset="-122"/>
            </a:endParaRP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核心：基于数学的技术。</a:t>
            </a:r>
            <a:endParaRPr lang="en-US" altLang="zh-CN" sz="2000" b="0" dirty="0">
              <a:solidFill>
                <a:schemeClr val="tx1"/>
              </a:solidFill>
              <a:latin typeface="华文楷体" panose="02010600040101010101" pitchFamily="2" charset="-122"/>
              <a:ea typeface="华文楷体" panose="02010600040101010101" pitchFamily="2" charset="-122"/>
            </a:endParaRP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分类：</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描述软件体系结构配置的</a:t>
            </a:r>
            <a:r>
              <a:rPr lang="en-US" altLang="zh-CN" sz="2000" b="0" dirty="0">
                <a:solidFill>
                  <a:schemeClr val="tx1"/>
                </a:solidFill>
                <a:latin typeface="华文楷体" panose="02010600040101010101" pitchFamily="2" charset="-122"/>
                <a:ea typeface="华文楷体" panose="02010600040101010101" pitchFamily="2" charset="-122"/>
              </a:rPr>
              <a:t>ADL</a:t>
            </a:r>
            <a:r>
              <a:rPr lang="zh-CN" altLang="en-US" sz="2000" b="0" dirty="0">
                <a:solidFill>
                  <a:schemeClr val="tx1"/>
                </a:solidFill>
                <a:latin typeface="华文楷体" panose="02010600040101010101" pitchFamily="2" charset="-122"/>
                <a:ea typeface="华文楷体" panose="02010600040101010101" pitchFamily="2" charset="-122"/>
              </a:rPr>
              <a:t>：</a:t>
            </a:r>
            <a:r>
              <a:rPr lang="en-US" altLang="zh-CN" sz="2000" b="0" dirty="0">
                <a:solidFill>
                  <a:schemeClr val="tx1"/>
                </a:solidFill>
                <a:latin typeface="华文楷体" panose="02010600040101010101" pitchFamily="2" charset="-122"/>
                <a:ea typeface="华文楷体" panose="02010600040101010101" pitchFamily="2" charset="-122"/>
              </a:rPr>
              <a:t>CHAM</a:t>
            </a: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描述软件体系结构实例的</a:t>
            </a:r>
            <a:r>
              <a:rPr lang="en-US" altLang="zh-CN" sz="2000" b="0" dirty="0">
                <a:solidFill>
                  <a:schemeClr val="tx1"/>
                </a:solidFill>
                <a:latin typeface="华文楷体" panose="02010600040101010101" pitchFamily="2" charset="-122"/>
                <a:ea typeface="华文楷体" panose="02010600040101010101" pitchFamily="2" charset="-122"/>
              </a:rPr>
              <a:t>ADL</a:t>
            </a:r>
            <a:r>
              <a:rPr lang="zh-CN" altLang="en-US" sz="2000" b="0" dirty="0">
                <a:solidFill>
                  <a:schemeClr val="tx1"/>
                </a:solidFill>
                <a:latin typeface="华文楷体" panose="02010600040101010101" pitchFamily="2" charset="-122"/>
                <a:ea typeface="华文楷体" panose="02010600040101010101" pitchFamily="2" charset="-122"/>
              </a:rPr>
              <a:t>：</a:t>
            </a:r>
            <a:r>
              <a:rPr lang="en-US" altLang="zh-CN" sz="2000" b="0" dirty="0" err="1">
                <a:solidFill>
                  <a:schemeClr val="tx1"/>
                </a:solidFill>
                <a:latin typeface="华文楷体" panose="02010600040101010101" pitchFamily="2" charset="-122"/>
                <a:ea typeface="华文楷体" panose="02010600040101010101" pitchFamily="2" charset="-122"/>
              </a:rPr>
              <a:t>Rapide</a:t>
            </a:r>
            <a:endParaRPr lang="en-US" altLang="zh-CN" sz="2000" b="0" dirty="0">
              <a:solidFill>
                <a:schemeClr val="tx1"/>
              </a:solidFill>
              <a:latin typeface="华文楷体" panose="02010600040101010101" pitchFamily="2" charset="-122"/>
              <a:ea typeface="华文楷体" panose="02010600040101010101" pitchFamily="2" charset="-122"/>
            </a:endParaRPr>
          </a:p>
          <a:p>
            <a:pPr lvl="2" eaLnBrk="1" hangingPunct="1">
              <a:lnSpc>
                <a:spcPct val="150000"/>
              </a:lnSpc>
              <a:buFont typeface="Wingdings" panose="05000000000000000000" pitchFamily="2" charset="2"/>
              <a:buChar char="l"/>
            </a:pPr>
            <a:r>
              <a:rPr lang="zh-CN" altLang="en-US" sz="2000" b="0" dirty="0">
                <a:solidFill>
                  <a:schemeClr val="tx1"/>
                </a:solidFill>
                <a:latin typeface="华文楷体" panose="02010600040101010101" pitchFamily="2" charset="-122"/>
                <a:ea typeface="华文楷体" panose="02010600040101010101" pitchFamily="2" charset="-122"/>
              </a:rPr>
              <a:t>描述软件体系结构风格的</a:t>
            </a:r>
            <a:r>
              <a:rPr lang="en-US" altLang="zh-CN" sz="2000" b="0" dirty="0">
                <a:solidFill>
                  <a:schemeClr val="tx1"/>
                </a:solidFill>
                <a:latin typeface="华文楷体" panose="02010600040101010101" pitchFamily="2" charset="-122"/>
                <a:ea typeface="华文楷体" panose="02010600040101010101" pitchFamily="2" charset="-122"/>
              </a:rPr>
              <a:t>ADL</a:t>
            </a:r>
            <a:r>
              <a:rPr lang="zh-CN" altLang="en-US" sz="2000" b="0" dirty="0">
                <a:solidFill>
                  <a:schemeClr val="tx1"/>
                </a:solidFill>
                <a:latin typeface="华文楷体" panose="02010600040101010101" pitchFamily="2" charset="-122"/>
                <a:ea typeface="华文楷体" panose="02010600040101010101" pitchFamily="2" charset="-122"/>
              </a:rPr>
              <a:t>：</a:t>
            </a:r>
            <a:r>
              <a:rPr lang="en-US" altLang="zh-CN" sz="2000" b="0" dirty="0">
                <a:solidFill>
                  <a:schemeClr val="tx1"/>
                </a:solidFill>
                <a:latin typeface="华文楷体" panose="02010600040101010101" pitchFamily="2" charset="-122"/>
                <a:ea typeface="华文楷体" panose="02010600040101010101" pitchFamily="2" charset="-122"/>
              </a:rPr>
              <a:t>Wright</a:t>
            </a:r>
          </a:p>
          <a:p>
            <a:pPr marL="628635" lvl="1" indent="0" eaLnBrk="1" hangingPunct="1">
              <a:lnSpc>
                <a:spcPct val="150000"/>
              </a:lnSpc>
              <a:buNone/>
            </a:pPr>
            <a:endParaRPr lang="zh-CN" altLang="en-US" b="0" dirty="0">
              <a:solidFill>
                <a:schemeClr val="tx1"/>
              </a:solidFill>
              <a:latin typeface="华文中宋" panose="02010600040101010101" pitchFamily="2" charset="-122"/>
              <a:ea typeface="华文中宋" panose="02010600040101010101" pitchFamily="2" charset="-122"/>
            </a:endParaRPr>
          </a:p>
          <a:p>
            <a:pPr lvl="1" eaLnBrk="1" hangingPunct="1"/>
            <a:endParaRPr lang="zh-CN" altLang="en-US" dirty="0">
              <a:latin typeface="华文中宋" panose="02010600040101010101" pitchFamily="2" charset="-122"/>
              <a:ea typeface="华文中宋" panose="02010600040101010101" pitchFamily="2" charset="-122"/>
            </a:endParaRPr>
          </a:p>
        </p:txBody>
      </p:sp>
      <p:sp>
        <p:nvSpPr>
          <p:cNvPr id="45061" name="Rectangle 4"/>
          <p:cNvSpPr>
            <a:spLocks noChangeArrowheads="1"/>
          </p:cNvSpPr>
          <p:nvPr/>
        </p:nvSpPr>
        <p:spPr bwMode="auto">
          <a:xfrm>
            <a:off x="2927648" y="1917464"/>
            <a:ext cx="719137" cy="288925"/>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eaLnBrk="1" hangingPunct="1">
              <a:spcBef>
                <a:spcPct val="0"/>
              </a:spcBef>
              <a:buFontTx/>
              <a:buNone/>
            </a:pPr>
            <a:r>
              <a:rPr lang="en-US" altLang="zh-CN" sz="2400" b="1" dirty="0">
                <a:latin typeface="Times New Roman" panose="02020603050405020304" pitchFamily="18" charset="0"/>
                <a:ea typeface="Gulim" pitchFamily="34" charset="-127"/>
                <a:cs typeface="Times New Roman" panose="02020603050405020304" pitchFamily="18" charset="0"/>
              </a:rPr>
              <a:t>MIL</a:t>
            </a:r>
            <a:endParaRPr lang="zh-CN" altLang="en-US" sz="2400" b="1" dirty="0">
              <a:latin typeface="Times New Roman" panose="02020603050405020304" pitchFamily="18" charset="0"/>
              <a:ea typeface="Gulim" pitchFamily="34" charset="-127"/>
              <a:cs typeface="Times New Roman" panose="02020603050405020304" pitchFamily="18" charset="0"/>
            </a:endParaRPr>
          </a:p>
        </p:txBody>
      </p:sp>
      <p:sp>
        <p:nvSpPr>
          <p:cNvPr id="45062" name="Line 5"/>
          <p:cNvSpPr>
            <a:spLocks noChangeShapeType="1"/>
          </p:cNvSpPr>
          <p:nvPr/>
        </p:nvSpPr>
        <p:spPr bwMode="auto">
          <a:xfrm>
            <a:off x="4439171" y="2061927"/>
            <a:ext cx="7207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Tree>
    <p:extLst>
      <p:ext uri="{BB962C8B-B14F-4D97-AF65-F5344CB8AC3E}">
        <p14:creationId xmlns:p14="http://schemas.microsoft.com/office/powerpoint/2010/main" val="79422127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47107" name="Rectangle 2"/>
          <p:cNvSpPr>
            <a:spLocks noGrp="1" noChangeArrowheads="1"/>
          </p:cNvSpPr>
          <p:nvPr>
            <p:ph type="title"/>
          </p:nvPr>
        </p:nvSpPr>
        <p:spPr/>
        <p:txBody>
          <a:bodyPr/>
          <a:lstStyle/>
          <a:p>
            <a:pPr eaLnBrk="1" hangingPunct="1"/>
            <a:r>
              <a:rPr lang="en-US" altLang="zh-CN" sz="3400" dirty="0">
                <a:latin typeface="华文中宋" panose="02010600040101010101" pitchFamily="2" charset="-122"/>
                <a:ea typeface="华文中宋" panose="02010600040101010101" pitchFamily="2" charset="-122"/>
              </a:rPr>
              <a:t>§6.4 </a:t>
            </a:r>
            <a:r>
              <a:rPr lang="zh-CN" altLang="en-US" sz="3600" dirty="0">
                <a:latin typeface="华文中宋" panose="02010600040101010101" pitchFamily="2" charset="-122"/>
                <a:ea typeface="华文中宋" panose="02010600040101010101" pitchFamily="2" charset="-122"/>
              </a:rPr>
              <a:t>体系结构的形式化描述</a:t>
            </a:r>
            <a:r>
              <a:rPr lang="zh-CN" altLang="en-US" sz="3400" dirty="0">
                <a:latin typeface="华文中宋" panose="02010600040101010101" pitchFamily="2" charset="-122"/>
                <a:ea typeface="华文中宋" panose="02010600040101010101" pitchFamily="2" charset="-122"/>
              </a:rPr>
              <a:t>：类属理论</a:t>
            </a:r>
          </a:p>
        </p:txBody>
      </p:sp>
      <p:sp>
        <p:nvSpPr>
          <p:cNvPr id="47108" name="Rectangle 3"/>
          <p:cNvSpPr>
            <a:spLocks noGrp="1" noChangeArrowheads="1"/>
          </p:cNvSpPr>
          <p:nvPr>
            <p:ph type="body" idx="1"/>
          </p:nvPr>
        </p:nvSpPr>
        <p:spPr>
          <a:xfrm>
            <a:off x="551384" y="949624"/>
            <a:ext cx="11161240" cy="5719735"/>
          </a:xfrm>
        </p:spPr>
        <p:txBody>
          <a:bodyPr/>
          <a:lstStyle/>
          <a:p>
            <a:pPr eaLnBrk="1" hangingPunct="1">
              <a:lnSpc>
                <a:spcPct val="150000"/>
              </a:lnSpc>
            </a:pPr>
            <a:r>
              <a:rPr lang="zh-CN" altLang="en-US" dirty="0">
                <a:solidFill>
                  <a:srgbClr val="324A7A"/>
                </a:solidFill>
                <a:latin typeface="华文中宋" panose="02010600040101010101" pitchFamily="2" charset="-122"/>
                <a:ea typeface="华文中宋" panose="02010600040101010101" pitchFamily="2" charset="-122"/>
              </a:rPr>
              <a:t>类属理论是一种表达对象关系的数学语言。最初由</a:t>
            </a:r>
            <a:r>
              <a:rPr lang="en-US" altLang="zh-CN" dirty="0">
                <a:solidFill>
                  <a:srgbClr val="324A7A"/>
                </a:solidFill>
                <a:latin typeface="华文中宋" panose="02010600040101010101" pitchFamily="2" charset="-122"/>
                <a:ea typeface="华文中宋" panose="02010600040101010101" pitchFamily="2" charset="-122"/>
              </a:rPr>
              <a:t>Samuel </a:t>
            </a:r>
            <a:r>
              <a:rPr lang="en-US" altLang="zh-CN" dirty="0" err="1">
                <a:solidFill>
                  <a:srgbClr val="324A7A"/>
                </a:solidFill>
                <a:latin typeface="华文中宋" panose="02010600040101010101" pitchFamily="2" charset="-122"/>
                <a:ea typeface="华文中宋" panose="02010600040101010101" pitchFamily="2" charset="-122"/>
              </a:rPr>
              <a:t>Eilenberg</a:t>
            </a:r>
            <a:r>
              <a:rPr lang="en-US" altLang="zh-CN" dirty="0">
                <a:solidFill>
                  <a:srgbClr val="324A7A"/>
                </a:solidFill>
                <a:latin typeface="华文中宋" panose="02010600040101010101" pitchFamily="2" charset="-122"/>
                <a:ea typeface="华文中宋" panose="02010600040101010101" pitchFamily="2" charset="-122"/>
              </a:rPr>
              <a:t> </a:t>
            </a:r>
            <a:r>
              <a:rPr lang="zh-CN" altLang="en-US" dirty="0">
                <a:solidFill>
                  <a:srgbClr val="324A7A"/>
                </a:solidFill>
                <a:latin typeface="华文中宋" panose="02010600040101010101" pitchFamily="2" charset="-122"/>
                <a:ea typeface="华文中宋" panose="02010600040101010101" pitchFamily="2" charset="-122"/>
              </a:rPr>
              <a:t>和</a:t>
            </a:r>
            <a:r>
              <a:rPr lang="en-US" altLang="zh-CN" dirty="0">
                <a:solidFill>
                  <a:srgbClr val="324A7A"/>
                </a:solidFill>
                <a:latin typeface="华文中宋" panose="02010600040101010101" pitchFamily="2" charset="-122"/>
                <a:ea typeface="华文中宋" panose="02010600040101010101" pitchFamily="2" charset="-122"/>
              </a:rPr>
              <a:t>Sanders </a:t>
            </a:r>
            <a:r>
              <a:rPr lang="en-US" altLang="zh-CN" dirty="0" err="1">
                <a:solidFill>
                  <a:srgbClr val="324A7A"/>
                </a:solidFill>
                <a:latin typeface="华文中宋" panose="02010600040101010101" pitchFamily="2" charset="-122"/>
                <a:ea typeface="华文中宋" panose="02010600040101010101" pitchFamily="2" charset="-122"/>
              </a:rPr>
              <a:t>Maclane</a:t>
            </a:r>
            <a:r>
              <a:rPr lang="zh-CN" altLang="en-US" dirty="0">
                <a:solidFill>
                  <a:srgbClr val="324A7A"/>
                </a:solidFill>
                <a:latin typeface="华文中宋" panose="02010600040101010101" pitchFamily="2" charset="-122"/>
                <a:ea typeface="华文中宋" panose="02010600040101010101" pitchFamily="2" charset="-122"/>
              </a:rPr>
              <a:t>提出的。</a:t>
            </a:r>
            <a:endParaRPr lang="en-US" altLang="zh-CN" dirty="0">
              <a:solidFill>
                <a:srgbClr val="324A7A"/>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艾伦伯格 </a:t>
            </a:r>
            <a:r>
              <a:rPr lang="en-US" altLang="zh-CN" sz="1800" b="0" dirty="0">
                <a:solidFill>
                  <a:schemeClr val="tx1"/>
                </a:solidFill>
                <a:latin typeface="华文中宋" panose="02010600040101010101" pitchFamily="2" charset="-122"/>
                <a:ea typeface="华文中宋" panose="02010600040101010101" pitchFamily="2" charset="-122"/>
              </a:rPr>
              <a:t>(Samuel</a:t>
            </a:r>
            <a:r>
              <a:rPr lang="zh-CN" altLang="en-US" sz="1800" b="0" dirty="0">
                <a:solidFill>
                  <a:schemeClr val="tx1"/>
                </a:solidFill>
                <a:latin typeface="华文中宋" panose="02010600040101010101" pitchFamily="2" charset="-122"/>
                <a:ea typeface="华文中宋" panose="02010600040101010101" pitchFamily="2" charset="-122"/>
              </a:rPr>
              <a:t> </a:t>
            </a:r>
            <a:r>
              <a:rPr lang="en-US" altLang="zh-CN" sz="1800" b="0" dirty="0">
                <a:solidFill>
                  <a:schemeClr val="tx1"/>
                </a:solidFill>
                <a:latin typeface="华文中宋" panose="02010600040101010101" pitchFamily="2" charset="-122"/>
                <a:ea typeface="华文中宋" panose="02010600040101010101" pitchFamily="2" charset="-122"/>
              </a:rPr>
              <a:t>Eilenberg</a:t>
            </a:r>
            <a:r>
              <a:rPr lang="zh-CN" altLang="en-US" sz="1800" b="0" dirty="0">
                <a:solidFill>
                  <a:schemeClr val="tx1"/>
                </a:solidFill>
                <a:latin typeface="华文中宋" panose="02010600040101010101" pitchFamily="2" charset="-122"/>
                <a:ea typeface="华文中宋" panose="02010600040101010101" pitchFamily="2" charset="-122"/>
              </a:rPr>
              <a:t>，</a:t>
            </a:r>
            <a:r>
              <a:rPr lang="en-US" altLang="zh-CN" sz="1800" b="0" dirty="0">
                <a:solidFill>
                  <a:schemeClr val="tx1"/>
                </a:solidFill>
                <a:latin typeface="华文中宋" panose="02010600040101010101" pitchFamily="2" charset="-122"/>
                <a:ea typeface="华文中宋" panose="02010600040101010101" pitchFamily="2" charset="-122"/>
              </a:rPr>
              <a:t>1913-1998) </a:t>
            </a:r>
            <a:r>
              <a:rPr lang="zh-CN" altLang="en-US" sz="1800" b="0" dirty="0">
                <a:solidFill>
                  <a:schemeClr val="tx1"/>
                </a:solidFill>
                <a:latin typeface="华文中宋" panose="02010600040101010101" pitchFamily="2" charset="-122"/>
                <a:ea typeface="华文中宋" panose="02010600040101010101" pitchFamily="2" charset="-122"/>
              </a:rPr>
              <a:t>来自波兰，后来长期在美国。他和美国数学家麦克莱恩 </a:t>
            </a:r>
            <a:r>
              <a:rPr lang="en-US" altLang="zh-CN" sz="1800" b="0" dirty="0">
                <a:solidFill>
                  <a:schemeClr val="tx1"/>
                </a:solidFill>
                <a:latin typeface="华文中宋" panose="02010600040101010101" pitchFamily="2" charset="-122"/>
                <a:ea typeface="华文中宋" panose="02010600040101010101" pitchFamily="2" charset="-122"/>
              </a:rPr>
              <a:t>(Saunders </a:t>
            </a:r>
            <a:r>
              <a:rPr lang="en-US" altLang="zh-CN" sz="1800" b="0" dirty="0" err="1">
                <a:solidFill>
                  <a:schemeClr val="tx1"/>
                </a:solidFill>
                <a:latin typeface="华文中宋" panose="02010600040101010101" pitchFamily="2" charset="-122"/>
                <a:ea typeface="华文中宋" panose="02010600040101010101" pitchFamily="2" charset="-122"/>
              </a:rPr>
              <a:t>MacLane</a:t>
            </a:r>
            <a:r>
              <a:rPr lang="zh-CN" altLang="en-US" sz="1800" b="0" dirty="0">
                <a:solidFill>
                  <a:schemeClr val="tx1"/>
                </a:solidFill>
                <a:latin typeface="华文中宋" panose="02010600040101010101" pitchFamily="2" charset="-122"/>
                <a:ea typeface="华文中宋" panose="02010600040101010101" pitchFamily="2" charset="-122"/>
              </a:rPr>
              <a:t>，</a:t>
            </a:r>
            <a:r>
              <a:rPr lang="en-US" altLang="zh-CN" sz="1800" b="0" dirty="0">
                <a:solidFill>
                  <a:schemeClr val="tx1"/>
                </a:solidFill>
                <a:latin typeface="华文中宋" panose="02010600040101010101" pitchFamily="2" charset="-122"/>
                <a:ea typeface="华文中宋" panose="02010600040101010101" pitchFamily="2" charset="-122"/>
              </a:rPr>
              <a:t>1909-2005) </a:t>
            </a:r>
            <a:r>
              <a:rPr lang="zh-CN" altLang="en-US" sz="1800" b="0" dirty="0">
                <a:solidFill>
                  <a:schemeClr val="tx1"/>
                </a:solidFill>
                <a:latin typeface="华文中宋" panose="02010600040101010101" pitchFamily="2" charset="-122"/>
                <a:ea typeface="华文中宋" panose="02010600040101010101" pitchFamily="2" charset="-122"/>
              </a:rPr>
              <a:t>创造的范畴论，旨在研究数学对象之间的映射关系</a:t>
            </a:r>
            <a:r>
              <a:rPr lang="en-US" altLang="zh-CN" sz="1800" b="0" dirty="0">
                <a:solidFill>
                  <a:schemeClr val="tx1"/>
                </a:solidFill>
                <a:latin typeface="华文中宋" panose="02010600040101010101" pitchFamily="2" charset="-122"/>
                <a:ea typeface="华文中宋" panose="02010600040101010101" pitchFamily="2" charset="-122"/>
              </a:rPr>
              <a:t>,</a:t>
            </a:r>
            <a:r>
              <a:rPr lang="zh-CN" altLang="en-US" sz="1800" b="0" dirty="0">
                <a:solidFill>
                  <a:schemeClr val="tx1"/>
                </a:solidFill>
                <a:latin typeface="华文中宋" panose="02010600040101010101" pitchFamily="2" charset="-122"/>
                <a:ea typeface="华文中宋" panose="02010600040101010101" pitchFamily="2" charset="-122"/>
              </a:rPr>
              <a:t>并将这些对象及其关系统一地描述为“范畴”。</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提供了概念划分的统一性</a:t>
            </a:r>
            <a:endParaRPr lang="en-US" altLang="zh-CN" b="0" dirty="0">
              <a:solidFill>
                <a:schemeClr val="tx1"/>
              </a:solidFill>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l"/>
            </a:pPr>
            <a:r>
              <a:rPr lang="zh-CN" altLang="en-US" sz="1800" b="0" dirty="0">
                <a:solidFill>
                  <a:schemeClr val="tx1"/>
                </a:solidFill>
                <a:latin typeface="华文中宋" panose="02010600040101010101" pitchFamily="2" charset="-122"/>
                <a:ea typeface="华文中宋" panose="02010600040101010101" pitchFamily="2" charset="-122"/>
              </a:rPr>
              <a:t>类属</a:t>
            </a:r>
            <a:r>
              <a:rPr lang="zh-CN" altLang="en-US" sz="1800" b="0" dirty="0">
                <a:solidFill>
                  <a:srgbClr val="FF0000"/>
                </a:solidFill>
                <a:highlight>
                  <a:srgbClr val="FFFF00"/>
                </a:highlight>
                <a:latin typeface="华文中宋" panose="02010600040101010101" pitchFamily="2" charset="-122"/>
                <a:ea typeface="华文中宋" panose="02010600040101010101" pitchFamily="2" charset="-122"/>
              </a:rPr>
              <a:t>（范畴论）</a:t>
            </a:r>
            <a:r>
              <a:rPr lang="zh-CN" altLang="en-US" sz="1800" b="0" dirty="0">
                <a:solidFill>
                  <a:schemeClr val="tx1"/>
                </a:solidFill>
                <a:latin typeface="华文中宋" panose="02010600040101010101" pitchFamily="2" charset="-122"/>
                <a:ea typeface="华文中宋" panose="02010600040101010101" pitchFamily="2" charset="-122"/>
              </a:rPr>
              <a:t>是由一个对象集合和一个关联两个对象的箭头集合构成的。</a:t>
            </a:r>
          </a:p>
          <a:p>
            <a:pPr lvl="3" eaLnBrk="1" hangingPunct="1">
              <a:lnSpc>
                <a:spcPct val="150000"/>
              </a:lnSpc>
            </a:pPr>
            <a:r>
              <a:rPr lang="zh-CN" altLang="en-US" sz="1600" dirty="0">
                <a:latin typeface="华文中宋" panose="02010600040101010101" pitchFamily="2" charset="-122"/>
                <a:ea typeface="华文中宋" panose="02010600040101010101" pitchFamily="2" charset="-122"/>
              </a:rPr>
              <a:t>对象是以某种逻辑表达的形式规范。</a:t>
            </a:r>
            <a:endParaRPr lang="en-US" altLang="zh-CN" sz="1600" dirty="0">
              <a:latin typeface="华文中宋" panose="02010600040101010101" pitchFamily="2" charset="-122"/>
              <a:ea typeface="华文中宋" panose="02010600040101010101" pitchFamily="2" charset="-122"/>
            </a:endParaRPr>
          </a:p>
          <a:p>
            <a:pPr lvl="3" eaLnBrk="1" hangingPunct="1">
              <a:lnSpc>
                <a:spcPct val="150000"/>
              </a:lnSpc>
            </a:pPr>
            <a:r>
              <a:rPr lang="zh-CN" altLang="en-US" sz="1600" dirty="0">
                <a:latin typeface="华文中宋" panose="02010600040101010101" pitchFamily="2" charset="-122"/>
                <a:ea typeface="华文中宋" panose="02010600040101010101" pitchFamily="2" charset="-122"/>
              </a:rPr>
              <a:t>箭头定义了这些规范之间的关系。</a:t>
            </a:r>
            <a:endParaRPr lang="en-US" altLang="zh-CN" sz="1600" dirty="0">
              <a:latin typeface="华文中宋" panose="02010600040101010101" pitchFamily="2" charset="-122"/>
              <a:ea typeface="华文中宋" panose="02010600040101010101" pitchFamily="2" charset="-122"/>
            </a:endParaRPr>
          </a:p>
          <a:p>
            <a:pPr lvl="3" eaLnBrk="1" hangingPunct="1">
              <a:lnSpc>
                <a:spcPct val="150000"/>
              </a:lnSpc>
            </a:pPr>
            <a:r>
              <a:rPr lang="zh-CN" altLang="en-US" sz="1600" dirty="0">
                <a:latin typeface="华文中宋" panose="02010600040101010101" pitchFamily="2" charset="-122"/>
                <a:ea typeface="华文中宋" panose="02010600040101010101" pitchFamily="2" charset="-122"/>
              </a:rPr>
              <a:t>类属理论可以用于从小的、可重用的部件开始合成系统的形式规范。</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软件研究者把他看成是表达抽象和依赖关系的工具</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在体系结构的部件和连接器描述中被广泛采用</a:t>
            </a:r>
          </a:p>
        </p:txBody>
      </p:sp>
    </p:spTree>
    <p:extLst>
      <p:ext uri="{BB962C8B-B14F-4D97-AF65-F5344CB8AC3E}">
        <p14:creationId xmlns:p14="http://schemas.microsoft.com/office/powerpoint/2010/main" val="2700140611"/>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56323"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§6.4 </a:t>
            </a:r>
            <a:r>
              <a:rPr lang="zh-CN" altLang="en-US" sz="3200" dirty="0">
                <a:latin typeface="华文中宋" panose="02010600040101010101" pitchFamily="2" charset="-122"/>
                <a:ea typeface="华文中宋" panose="02010600040101010101" pitchFamily="2" charset="-122"/>
              </a:rPr>
              <a:t>体系结构的形式化描述：</a:t>
            </a:r>
            <a:r>
              <a:rPr lang="en-US" altLang="zh-CN" dirty="0">
                <a:latin typeface="华文中宋" panose="02010600040101010101" pitchFamily="2" charset="-122"/>
                <a:ea typeface="华文中宋" panose="02010600040101010101" pitchFamily="2" charset="-122"/>
              </a:rPr>
              <a:t>Z Notation</a:t>
            </a:r>
          </a:p>
        </p:txBody>
      </p:sp>
      <p:sp>
        <p:nvSpPr>
          <p:cNvPr id="56324" name="Rectangle 3"/>
          <p:cNvSpPr>
            <a:spLocks noGrp="1" noChangeArrowheads="1"/>
          </p:cNvSpPr>
          <p:nvPr>
            <p:ph type="body" idx="1"/>
          </p:nvPr>
        </p:nvSpPr>
        <p:spPr>
          <a:xfrm>
            <a:off x="624418" y="1125539"/>
            <a:ext cx="11232223" cy="5065712"/>
          </a:xfrm>
        </p:spPr>
        <p:txBody>
          <a:bodyPr/>
          <a:lstStyle/>
          <a:p>
            <a:pPr eaLnBrk="1" hangingPunct="1">
              <a:lnSpc>
                <a:spcPct val="150000"/>
              </a:lnSpc>
            </a:pPr>
            <a:r>
              <a:rPr lang="en-US" altLang="zh-CN" dirty="0">
                <a:solidFill>
                  <a:schemeClr val="tx1"/>
                </a:solidFill>
                <a:latin typeface="华文中宋" panose="02010600040101010101" pitchFamily="2" charset="-122"/>
                <a:ea typeface="华文中宋" panose="02010600040101010101" pitchFamily="2" charset="-122"/>
              </a:rPr>
              <a:t>Z Notation</a:t>
            </a:r>
            <a:r>
              <a:rPr lang="zh-CN" altLang="en-US" dirty="0">
                <a:solidFill>
                  <a:schemeClr val="tx1"/>
                </a:solidFill>
                <a:latin typeface="华文中宋" panose="02010600040101010101" pitchFamily="2" charset="-122"/>
                <a:ea typeface="华文中宋" panose="02010600040101010101" pitchFamily="2" charset="-122"/>
              </a:rPr>
              <a:t>是牛津大学</a:t>
            </a:r>
            <a:r>
              <a:rPr lang="en-US" altLang="zh-CN" dirty="0">
                <a:solidFill>
                  <a:schemeClr val="tx1"/>
                </a:solidFill>
                <a:latin typeface="华文中宋" panose="02010600040101010101" pitchFamily="2" charset="-122"/>
                <a:ea typeface="华文中宋" panose="02010600040101010101" pitchFamily="2" charset="-122"/>
              </a:rPr>
              <a:t>Programming Research Group</a:t>
            </a:r>
            <a:r>
              <a:rPr lang="zh-CN" altLang="en-US" dirty="0">
                <a:solidFill>
                  <a:schemeClr val="tx1"/>
                </a:solidFill>
                <a:latin typeface="华文中宋" panose="02010600040101010101" pitchFamily="2" charset="-122"/>
                <a:ea typeface="华文中宋" panose="02010600040101010101" pitchFamily="2" charset="-122"/>
              </a:rPr>
              <a:t>研究的一种数学语言。</a:t>
            </a:r>
          </a:p>
          <a:p>
            <a:pPr eaLnBrk="1" hangingPunct="1">
              <a:lnSpc>
                <a:spcPct val="150000"/>
              </a:lnSpc>
            </a:pPr>
            <a:r>
              <a:rPr lang="en-US" altLang="zh-CN" dirty="0">
                <a:solidFill>
                  <a:schemeClr val="tx1"/>
                </a:solidFill>
                <a:latin typeface="华文中宋" panose="02010600040101010101" pitchFamily="2" charset="-122"/>
                <a:ea typeface="华文中宋" panose="02010600040101010101" pitchFamily="2" charset="-122"/>
              </a:rPr>
              <a:t>Z Notation</a:t>
            </a:r>
            <a:r>
              <a:rPr lang="zh-CN" altLang="en-US" dirty="0">
                <a:solidFill>
                  <a:schemeClr val="tx1"/>
                </a:solidFill>
                <a:latin typeface="华文中宋" panose="02010600040101010101" pitchFamily="2" charset="-122"/>
                <a:ea typeface="华文中宋" panose="02010600040101010101" pitchFamily="2" charset="-122"/>
              </a:rPr>
              <a:t>使用标准的逻辑操作符和集合操作符以及他们标准的常规语义。</a:t>
            </a:r>
            <a:endParaRPr lang="en-US" altLang="zh-CN" dirty="0">
              <a:solidFill>
                <a:schemeClr val="tx1"/>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集合及其构造形式</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操作符号</a:t>
            </a:r>
          </a:p>
          <a:p>
            <a:pPr eaLnBrk="1" hangingPunct="1">
              <a:lnSpc>
                <a:spcPct val="150000"/>
              </a:lnSpc>
            </a:pPr>
            <a:r>
              <a:rPr lang="zh-CN" altLang="en-US" dirty="0">
                <a:solidFill>
                  <a:schemeClr val="tx1"/>
                </a:solidFill>
                <a:latin typeface="华文中宋" panose="02010600040101010101" pitchFamily="2" charset="-122"/>
                <a:ea typeface="华文中宋" panose="02010600040101010101" pitchFamily="2" charset="-122"/>
              </a:rPr>
              <a:t>使用</a:t>
            </a:r>
            <a:r>
              <a:rPr lang="en-US" altLang="zh-CN" dirty="0">
                <a:solidFill>
                  <a:schemeClr val="tx1"/>
                </a:solidFill>
                <a:latin typeface="华文中宋" panose="02010600040101010101" pitchFamily="2" charset="-122"/>
                <a:ea typeface="华文中宋" panose="02010600040101010101" pitchFamily="2" charset="-122"/>
              </a:rPr>
              <a:t>Z Notation</a:t>
            </a:r>
            <a:r>
              <a:rPr lang="zh-CN" altLang="en-US" dirty="0">
                <a:solidFill>
                  <a:schemeClr val="tx1"/>
                </a:solidFill>
                <a:latin typeface="华文中宋" panose="02010600040101010101" pitchFamily="2" charset="-122"/>
                <a:ea typeface="华文中宋" panose="02010600040101010101" pitchFamily="2" charset="-122"/>
              </a:rPr>
              <a:t>可以描述数学对象的模型。这些对象模型与程序计算对象的相似之处是选择</a:t>
            </a:r>
            <a:r>
              <a:rPr lang="en-US" altLang="zh-CN" dirty="0">
                <a:solidFill>
                  <a:schemeClr val="tx1"/>
                </a:solidFill>
                <a:latin typeface="华文中宋" panose="02010600040101010101" pitchFamily="2" charset="-122"/>
                <a:ea typeface="华文中宋" panose="02010600040101010101" pitchFamily="2" charset="-122"/>
              </a:rPr>
              <a:t>Z</a:t>
            </a:r>
            <a:r>
              <a:rPr lang="zh-CN" altLang="en-US" dirty="0">
                <a:solidFill>
                  <a:schemeClr val="tx1"/>
                </a:solidFill>
                <a:latin typeface="华文中宋" panose="02010600040101010101" pitchFamily="2" charset="-122"/>
                <a:ea typeface="华文中宋" panose="02010600040101010101" pitchFamily="2" charset="-122"/>
              </a:rPr>
              <a:t>作为体系结构和软件工程描述语言的原因。</a:t>
            </a:r>
          </a:p>
          <a:p>
            <a:pPr eaLnBrk="1" hangingPunct="1">
              <a:lnSpc>
                <a:spcPct val="150000"/>
              </a:lnSpc>
            </a:pPr>
            <a:r>
              <a:rPr lang="zh-CN" altLang="en-US" dirty="0">
                <a:solidFill>
                  <a:schemeClr val="tx1"/>
                </a:solidFill>
                <a:latin typeface="华文中宋" panose="02010600040101010101" pitchFamily="2" charset="-122"/>
                <a:ea typeface="华文中宋" panose="02010600040101010101" pitchFamily="2" charset="-122"/>
              </a:rPr>
              <a:t>在研究文献和报告中，大量的采用</a:t>
            </a:r>
            <a:r>
              <a:rPr lang="en-US" altLang="zh-CN" dirty="0">
                <a:solidFill>
                  <a:schemeClr val="tx1"/>
                </a:solidFill>
                <a:latin typeface="华文中宋" panose="02010600040101010101" pitchFamily="2" charset="-122"/>
                <a:ea typeface="华文中宋" panose="02010600040101010101" pitchFamily="2" charset="-122"/>
              </a:rPr>
              <a:t>Z Notation</a:t>
            </a:r>
            <a:r>
              <a:rPr lang="zh-CN" altLang="en-US" dirty="0">
                <a:solidFill>
                  <a:schemeClr val="tx1"/>
                </a:solidFill>
                <a:latin typeface="华文中宋" panose="02010600040101010101" pitchFamily="2" charset="-122"/>
                <a:ea typeface="华文中宋" panose="02010600040101010101" pitchFamily="2" charset="-122"/>
              </a:rPr>
              <a:t>作为体系结构的形式化描述。</a:t>
            </a:r>
          </a:p>
        </p:txBody>
      </p:sp>
    </p:spTree>
    <p:extLst>
      <p:ext uri="{BB962C8B-B14F-4D97-AF65-F5344CB8AC3E}">
        <p14:creationId xmlns:p14="http://schemas.microsoft.com/office/powerpoint/2010/main" val="386549229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58371"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§6.4 </a:t>
            </a:r>
            <a:r>
              <a:rPr lang="zh-CN" altLang="en-US" sz="3200" dirty="0">
                <a:latin typeface="华文中宋" panose="02010600040101010101" pitchFamily="2" charset="-122"/>
                <a:ea typeface="华文中宋" panose="02010600040101010101" pitchFamily="2" charset="-122"/>
              </a:rPr>
              <a:t>体系结构的形式化描述</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CSP</a:t>
            </a:r>
            <a:endParaRPr lang="zh-CN" altLang="en-US" dirty="0">
              <a:latin typeface="华文中宋" panose="02010600040101010101" pitchFamily="2" charset="-122"/>
              <a:ea typeface="华文中宋" panose="02010600040101010101" pitchFamily="2" charset="-122"/>
            </a:endParaRPr>
          </a:p>
        </p:txBody>
      </p:sp>
      <p:sp>
        <p:nvSpPr>
          <p:cNvPr id="58372" name="Rectangle 3"/>
          <p:cNvSpPr>
            <a:spLocks noGrp="1" noChangeArrowheads="1"/>
          </p:cNvSpPr>
          <p:nvPr>
            <p:ph type="body" idx="1"/>
          </p:nvPr>
        </p:nvSpPr>
        <p:spPr>
          <a:xfrm>
            <a:off x="609600" y="1052736"/>
            <a:ext cx="11175032" cy="5544614"/>
          </a:xfrm>
        </p:spPr>
        <p:txBody>
          <a:bodyPr/>
          <a:lstStyle/>
          <a:p>
            <a:pPr eaLnBrk="1" hangingPunct="1">
              <a:lnSpc>
                <a:spcPct val="150000"/>
              </a:lnSpc>
            </a:pPr>
            <a:r>
              <a:rPr lang="en-US" altLang="zh-CN" dirty="0">
                <a:solidFill>
                  <a:schemeClr val="tx1"/>
                </a:solidFill>
                <a:latin typeface="华文中宋" panose="02010600040101010101" pitchFamily="2" charset="-122"/>
                <a:ea typeface="华文中宋" panose="02010600040101010101" pitchFamily="2" charset="-122"/>
              </a:rPr>
              <a:t>CSP</a:t>
            </a:r>
            <a:r>
              <a:rPr lang="zh-CN" altLang="en-US" dirty="0">
                <a:solidFill>
                  <a:schemeClr val="tx1"/>
                </a:solidFill>
                <a:latin typeface="华文中宋" panose="02010600040101010101" pitchFamily="2" charset="-122"/>
                <a:ea typeface="华文中宋" panose="02010600040101010101" pitchFamily="2" charset="-122"/>
              </a:rPr>
              <a:t>是由英国图灵奖获得者</a:t>
            </a:r>
            <a:r>
              <a:rPr lang="en-US" altLang="zh-CN" dirty="0">
                <a:solidFill>
                  <a:schemeClr val="tx1"/>
                </a:solidFill>
                <a:latin typeface="华文中宋" panose="02010600040101010101" pitchFamily="2" charset="-122"/>
                <a:ea typeface="华文中宋" panose="02010600040101010101" pitchFamily="2" charset="-122"/>
              </a:rPr>
              <a:t>C.A.R Hoare</a:t>
            </a:r>
            <a:r>
              <a:rPr lang="zh-CN" altLang="en-US" dirty="0">
                <a:solidFill>
                  <a:schemeClr val="tx1"/>
                </a:solidFill>
                <a:latin typeface="华文中宋" panose="02010600040101010101" pitchFamily="2" charset="-122"/>
                <a:ea typeface="华文中宋" panose="02010600040101010101" pitchFamily="2" charset="-122"/>
              </a:rPr>
              <a:t>于</a:t>
            </a:r>
            <a:r>
              <a:rPr lang="en-US" altLang="zh-CN" dirty="0">
                <a:solidFill>
                  <a:schemeClr val="tx1"/>
                </a:solidFill>
                <a:latin typeface="华文中宋" panose="02010600040101010101" pitchFamily="2" charset="-122"/>
                <a:ea typeface="华文中宋" panose="02010600040101010101" pitchFamily="2" charset="-122"/>
              </a:rPr>
              <a:t>1978</a:t>
            </a:r>
            <a:r>
              <a:rPr lang="zh-CN" altLang="en-US" dirty="0">
                <a:solidFill>
                  <a:schemeClr val="tx1"/>
                </a:solidFill>
                <a:latin typeface="华文中宋" panose="02010600040101010101" pitchFamily="2" charset="-122"/>
                <a:ea typeface="华文中宋" panose="02010600040101010101" pitchFamily="2" charset="-122"/>
              </a:rPr>
              <a:t>年提出的分布式程序设计原型“通信顺序进程”（</a:t>
            </a:r>
            <a:r>
              <a:rPr lang="en-US" altLang="zh-CN" dirty="0">
                <a:solidFill>
                  <a:schemeClr val="tx1"/>
                </a:solidFill>
                <a:latin typeface="华文中宋" panose="02010600040101010101" pitchFamily="2" charset="-122"/>
                <a:ea typeface="华文中宋" panose="02010600040101010101" pitchFamily="2" charset="-122"/>
              </a:rPr>
              <a:t>Communication Sequential Process</a:t>
            </a:r>
            <a:r>
              <a:rPr lang="zh-CN" altLang="en-US" dirty="0">
                <a:solidFill>
                  <a:schemeClr val="tx1"/>
                </a:solidFill>
                <a:latin typeface="华文中宋" panose="02010600040101010101" pitchFamily="2" charset="-122"/>
                <a:ea typeface="华文中宋" panose="02010600040101010101" pitchFamily="2" charset="-122"/>
              </a:rPr>
              <a:t>）。</a:t>
            </a:r>
            <a:endParaRPr lang="en-US" altLang="zh-CN" dirty="0">
              <a:solidFill>
                <a:schemeClr val="tx1"/>
              </a:solidFill>
              <a:latin typeface="华文中宋" panose="02010600040101010101" pitchFamily="2" charset="-122"/>
              <a:ea typeface="华文中宋" panose="02010600040101010101" pitchFamily="2" charset="-122"/>
            </a:endParaRPr>
          </a:p>
          <a:p>
            <a:pPr lvl="1" algn="just" eaLnBrk="1" hangingPunct="1">
              <a:lnSpc>
                <a:spcPct val="150000"/>
              </a:lnSpc>
              <a:buFont typeface="Wingdings" panose="05000000000000000000" pitchFamily="2" charset="2"/>
              <a:buChar char="n"/>
            </a:pPr>
            <a:r>
              <a:rPr lang="zh-CN" altLang="en-US" b="0" dirty="0">
                <a:solidFill>
                  <a:schemeClr val="tx1"/>
                </a:solidFill>
                <a:latin typeface="华文楷体" panose="02010600040101010101" pitchFamily="2" charset="-122"/>
                <a:ea typeface="华文楷体" panose="02010600040101010101" pitchFamily="2" charset="-122"/>
              </a:rPr>
              <a:t>计算机领域的爵士（</a:t>
            </a:r>
            <a:r>
              <a:rPr lang="en-US" altLang="zh-CN" b="0" dirty="0">
                <a:solidFill>
                  <a:schemeClr val="tx1"/>
                </a:solidFill>
                <a:latin typeface="华文楷体" panose="02010600040101010101" pitchFamily="2" charset="-122"/>
                <a:ea typeface="华文楷体" panose="02010600040101010101" pitchFamily="2" charset="-122"/>
              </a:rPr>
              <a:t>2000</a:t>
            </a:r>
            <a:r>
              <a:rPr lang="zh-CN" altLang="en-US" b="0" dirty="0">
                <a:solidFill>
                  <a:schemeClr val="tx1"/>
                </a:solidFill>
                <a:latin typeface="华文楷体" panose="02010600040101010101" pitchFamily="2" charset="-122"/>
                <a:ea typeface="华文楷体" panose="02010600040101010101" pitchFamily="2" charset="-122"/>
              </a:rPr>
              <a:t>年）</a:t>
            </a:r>
            <a:r>
              <a:rPr lang="en-US" altLang="zh-CN" b="0" dirty="0">
                <a:solidFill>
                  <a:schemeClr val="tx1"/>
                </a:solidFill>
                <a:latin typeface="华文楷体" panose="02010600040101010101" pitchFamily="2" charset="-122"/>
                <a:ea typeface="华文楷体" panose="02010600040101010101" pitchFamily="2" charset="-122"/>
              </a:rPr>
              <a:t>——C. A. R. Hoare</a:t>
            </a:r>
            <a:r>
              <a:rPr lang="zh-CN" altLang="en-US" b="0" dirty="0">
                <a:solidFill>
                  <a:schemeClr val="tx1"/>
                </a:solidFill>
                <a:latin typeface="华文楷体" panose="02010600040101010101" pitchFamily="2" charset="-122"/>
                <a:ea typeface="华文楷体" panose="02010600040101010101" pitchFamily="2" charset="-122"/>
              </a:rPr>
              <a:t>，</a:t>
            </a:r>
            <a:r>
              <a:rPr lang="en-US" altLang="zh-CN" b="0" dirty="0">
                <a:solidFill>
                  <a:schemeClr val="tx1"/>
                </a:solidFill>
                <a:latin typeface="华文楷体" panose="02010600040101010101" pitchFamily="2" charset="-122"/>
                <a:ea typeface="华文楷体" panose="02010600040101010101" pitchFamily="2" charset="-122"/>
              </a:rPr>
              <a:t>1934</a:t>
            </a:r>
            <a:r>
              <a:rPr lang="zh-CN" altLang="en-US" b="0" dirty="0">
                <a:solidFill>
                  <a:schemeClr val="tx1"/>
                </a:solidFill>
                <a:latin typeface="华文楷体" panose="02010600040101010101" pitchFamily="2" charset="-122"/>
                <a:ea typeface="华文楷体" panose="02010600040101010101" pitchFamily="2" charset="-122"/>
              </a:rPr>
              <a:t>年出生于英国，</a:t>
            </a:r>
            <a:r>
              <a:rPr lang="en-US" altLang="zh-CN" b="0" dirty="0">
                <a:solidFill>
                  <a:schemeClr val="tx1"/>
                </a:solidFill>
                <a:latin typeface="华文楷体" panose="02010600040101010101" pitchFamily="2" charset="-122"/>
                <a:ea typeface="华文楷体" panose="02010600040101010101" pitchFamily="2" charset="-122"/>
              </a:rPr>
              <a:t>1959</a:t>
            </a:r>
            <a:r>
              <a:rPr lang="zh-CN" altLang="en-US" b="0" dirty="0">
                <a:solidFill>
                  <a:schemeClr val="tx1"/>
                </a:solidFill>
                <a:latin typeface="华文楷体" panose="02010600040101010101" pitchFamily="2" charset="-122"/>
                <a:ea typeface="华文楷体" panose="02010600040101010101" pitchFamily="2" charset="-122"/>
              </a:rPr>
              <a:t>年博士毕业于俄罗斯莫斯科国立大学，牛津、微软剑桥研究院任职。贡献：</a:t>
            </a:r>
            <a:r>
              <a:rPr lang="en-US" altLang="zh-CN" b="0" dirty="0">
                <a:solidFill>
                  <a:schemeClr val="tx1"/>
                </a:solidFill>
                <a:latin typeface="华文楷体" panose="02010600040101010101" pitchFamily="2" charset="-122"/>
                <a:ea typeface="华文楷体" panose="02010600040101010101" pitchFamily="2" charset="-122"/>
              </a:rPr>
              <a:t>Algol60</a:t>
            </a:r>
            <a:r>
              <a:rPr lang="zh-CN" altLang="en-US" b="0" dirty="0">
                <a:solidFill>
                  <a:schemeClr val="tx1"/>
                </a:solidFill>
                <a:latin typeface="华文楷体" panose="02010600040101010101" pitchFamily="2" charset="-122"/>
                <a:ea typeface="华文楷体" panose="02010600040101010101" pitchFamily="2" charset="-122"/>
              </a:rPr>
              <a:t>，快速排序算法，</a:t>
            </a:r>
            <a:r>
              <a:rPr lang="en-US" altLang="zh-CN" b="0" dirty="0">
                <a:solidFill>
                  <a:schemeClr val="tx1"/>
                </a:solidFill>
                <a:latin typeface="华文楷体" panose="02010600040101010101" pitchFamily="2" charset="-122"/>
                <a:ea typeface="华文楷体" panose="02010600040101010101" pitchFamily="2" charset="-122"/>
              </a:rPr>
              <a:t>1980</a:t>
            </a:r>
            <a:r>
              <a:rPr lang="zh-CN" altLang="en-US" b="0" dirty="0">
                <a:solidFill>
                  <a:schemeClr val="tx1"/>
                </a:solidFill>
                <a:latin typeface="华文楷体" panose="02010600040101010101" pitchFamily="2" charset="-122"/>
                <a:ea typeface="华文楷体" panose="02010600040101010101" pitchFamily="2" charset="-122"/>
              </a:rPr>
              <a:t>获图灵奖。</a:t>
            </a:r>
          </a:p>
          <a:p>
            <a:pPr eaLnBrk="1" hangingPunct="1">
              <a:lnSpc>
                <a:spcPct val="150000"/>
              </a:lnSpc>
            </a:pPr>
            <a:r>
              <a:rPr lang="zh-CN" altLang="en-US" dirty="0">
                <a:solidFill>
                  <a:schemeClr val="tx1"/>
                </a:solidFill>
                <a:latin typeface="华文中宋" panose="02010600040101010101" pitchFamily="2" charset="-122"/>
                <a:ea typeface="华文中宋" panose="02010600040101010101" pitchFamily="2" charset="-122"/>
              </a:rPr>
              <a:t>被广泛应用于分布式设计的建模和分析中。</a:t>
            </a:r>
          </a:p>
          <a:p>
            <a:pPr eaLnBrk="1" hangingPunct="1">
              <a:lnSpc>
                <a:spcPct val="150000"/>
              </a:lnSpc>
            </a:pPr>
            <a:r>
              <a:rPr lang="en-US" altLang="zh-CN" dirty="0">
                <a:solidFill>
                  <a:schemeClr val="tx1"/>
                </a:solidFill>
                <a:latin typeface="华文中宋" panose="02010600040101010101" pitchFamily="2" charset="-122"/>
                <a:ea typeface="华文中宋" panose="02010600040101010101" pitchFamily="2" charset="-122"/>
              </a:rPr>
              <a:t>CSP</a:t>
            </a:r>
            <a:r>
              <a:rPr lang="zh-CN" altLang="en-US" dirty="0">
                <a:solidFill>
                  <a:schemeClr val="tx1"/>
                </a:solidFill>
                <a:latin typeface="华文中宋" panose="02010600040101010101" pitchFamily="2" charset="-122"/>
                <a:ea typeface="华文中宋" panose="02010600040101010101" pitchFamily="2" charset="-122"/>
              </a:rPr>
              <a:t>提供丰富的描述进程行为的语义集，主要包括语义、实施、行为、组合、并发、通信等。</a:t>
            </a:r>
          </a:p>
          <a:p>
            <a:pPr eaLnBrk="1" hangingPunct="1">
              <a:lnSpc>
                <a:spcPct val="150000"/>
              </a:lnSpc>
            </a:pPr>
            <a:r>
              <a:rPr lang="en-US" altLang="zh-CN" dirty="0">
                <a:solidFill>
                  <a:schemeClr val="tx1"/>
                </a:solidFill>
                <a:latin typeface="华文中宋" panose="02010600040101010101" pitchFamily="2" charset="-122"/>
                <a:ea typeface="华文中宋" panose="02010600040101010101" pitchFamily="2" charset="-122"/>
              </a:rPr>
              <a:t>20</a:t>
            </a:r>
            <a:r>
              <a:rPr lang="zh-CN" altLang="en-US" dirty="0">
                <a:solidFill>
                  <a:schemeClr val="tx1"/>
                </a:solidFill>
                <a:latin typeface="华文中宋" panose="02010600040101010101" pitchFamily="2" charset="-122"/>
                <a:ea typeface="华文中宋" panose="02010600040101010101" pitchFamily="2" charset="-122"/>
              </a:rPr>
              <a:t>世纪</a:t>
            </a:r>
            <a:r>
              <a:rPr lang="en-US" altLang="zh-CN" dirty="0">
                <a:solidFill>
                  <a:schemeClr val="tx1"/>
                </a:solidFill>
                <a:latin typeface="华文中宋" panose="02010600040101010101" pitchFamily="2" charset="-122"/>
                <a:ea typeface="华文中宋" panose="02010600040101010101" pitchFamily="2" charset="-122"/>
              </a:rPr>
              <a:t>90</a:t>
            </a:r>
            <a:r>
              <a:rPr lang="zh-CN" altLang="en-US" dirty="0">
                <a:solidFill>
                  <a:schemeClr val="tx1"/>
                </a:solidFill>
                <a:latin typeface="华文中宋" panose="02010600040101010101" pitchFamily="2" charset="-122"/>
                <a:ea typeface="华文中宋" panose="02010600040101010101" pitchFamily="2" charset="-122"/>
              </a:rPr>
              <a:t>年代，</a:t>
            </a:r>
            <a:r>
              <a:rPr lang="en-US" altLang="zh-CN" dirty="0">
                <a:solidFill>
                  <a:schemeClr val="tx1"/>
                </a:solidFill>
                <a:latin typeface="华文中宋" panose="02010600040101010101" pitchFamily="2" charset="-122"/>
                <a:ea typeface="华文中宋" panose="02010600040101010101" pitchFamily="2" charset="-122"/>
              </a:rPr>
              <a:t>Robert Allen</a:t>
            </a:r>
            <a:r>
              <a:rPr lang="zh-CN" altLang="en-US" dirty="0">
                <a:solidFill>
                  <a:schemeClr val="tx1"/>
                </a:solidFill>
                <a:latin typeface="华文中宋" panose="02010600040101010101" pitchFamily="2" charset="-122"/>
                <a:ea typeface="华文中宋" panose="02010600040101010101" pitchFamily="2" charset="-122"/>
              </a:rPr>
              <a:t>和</a:t>
            </a:r>
            <a:r>
              <a:rPr lang="en-US" altLang="zh-CN" dirty="0">
                <a:solidFill>
                  <a:schemeClr val="tx1"/>
                </a:solidFill>
                <a:latin typeface="华文中宋" panose="02010600040101010101" pitchFamily="2" charset="-122"/>
                <a:ea typeface="华文中宋" panose="02010600040101010101" pitchFamily="2" charset="-122"/>
              </a:rPr>
              <a:t>David </a:t>
            </a:r>
            <a:r>
              <a:rPr lang="en-US" altLang="zh-CN" dirty="0" err="1">
                <a:solidFill>
                  <a:schemeClr val="tx1"/>
                </a:solidFill>
                <a:latin typeface="华文中宋" panose="02010600040101010101" pitchFamily="2" charset="-122"/>
                <a:ea typeface="华文中宋" panose="02010600040101010101" pitchFamily="2" charset="-122"/>
              </a:rPr>
              <a:t>Garlan</a:t>
            </a:r>
            <a:r>
              <a:rPr lang="en-US" altLang="zh-CN" dirty="0">
                <a:solidFill>
                  <a:schemeClr val="tx1"/>
                </a:solidFill>
                <a:latin typeface="华文中宋" panose="02010600040101010101" pitchFamily="2" charset="-122"/>
                <a:ea typeface="华文中宋" panose="02010600040101010101" pitchFamily="2" charset="-122"/>
              </a:rPr>
              <a:t> </a:t>
            </a:r>
            <a:r>
              <a:rPr lang="zh-CN" altLang="en-US" dirty="0">
                <a:solidFill>
                  <a:schemeClr val="tx1"/>
                </a:solidFill>
                <a:latin typeface="华文中宋" panose="02010600040101010101" pitchFamily="2" charset="-122"/>
                <a:ea typeface="华文中宋" panose="02010600040101010101" pitchFamily="2" charset="-122"/>
              </a:rPr>
              <a:t>将</a:t>
            </a:r>
            <a:r>
              <a:rPr lang="en-US" altLang="zh-CN" dirty="0">
                <a:solidFill>
                  <a:schemeClr val="tx1"/>
                </a:solidFill>
                <a:latin typeface="华文中宋" panose="02010600040101010101" pitchFamily="2" charset="-122"/>
                <a:ea typeface="华文中宋" panose="02010600040101010101" pitchFamily="2" charset="-122"/>
              </a:rPr>
              <a:t>CSP</a:t>
            </a:r>
            <a:r>
              <a:rPr lang="zh-CN" altLang="en-US" dirty="0">
                <a:solidFill>
                  <a:schemeClr val="tx1"/>
                </a:solidFill>
                <a:latin typeface="华文中宋" panose="02010600040101010101" pitchFamily="2" charset="-122"/>
                <a:ea typeface="华文中宋" panose="02010600040101010101" pitchFamily="2" charset="-122"/>
              </a:rPr>
              <a:t>用于描述软件体系结构，使用</a:t>
            </a:r>
            <a:r>
              <a:rPr lang="en-US" altLang="zh-CN" dirty="0">
                <a:solidFill>
                  <a:schemeClr val="tx1"/>
                </a:solidFill>
                <a:latin typeface="华文中宋" panose="02010600040101010101" pitchFamily="2" charset="-122"/>
                <a:ea typeface="华文中宋" panose="02010600040101010101" pitchFamily="2" charset="-122"/>
              </a:rPr>
              <a:t>CSP</a:t>
            </a:r>
            <a:r>
              <a:rPr lang="zh-CN" altLang="en-US" dirty="0">
                <a:solidFill>
                  <a:schemeClr val="tx1"/>
                </a:solidFill>
                <a:latin typeface="华文中宋" panose="02010600040101010101" pitchFamily="2" charset="-122"/>
                <a:ea typeface="华文中宋" panose="02010600040101010101" pitchFamily="2" charset="-122"/>
              </a:rPr>
              <a:t>的子集作为描述软件体系结构的语义模型基础。</a:t>
            </a:r>
          </a:p>
        </p:txBody>
      </p:sp>
    </p:spTree>
    <p:extLst>
      <p:ext uri="{BB962C8B-B14F-4D97-AF65-F5344CB8AC3E}">
        <p14:creationId xmlns:p14="http://schemas.microsoft.com/office/powerpoint/2010/main" val="399364318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61443"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§6.4 </a:t>
            </a:r>
            <a:r>
              <a:rPr lang="zh-CN" altLang="en-US" sz="3200" dirty="0">
                <a:latin typeface="华文中宋" panose="02010600040101010101" pitchFamily="2" charset="-122"/>
                <a:ea typeface="华文中宋" panose="02010600040101010101" pitchFamily="2" charset="-122"/>
              </a:rPr>
              <a:t>体系结构的形式化描述：</a:t>
            </a:r>
            <a:r>
              <a:rPr lang="zh-CN" altLang="en-US" dirty="0">
                <a:latin typeface="华文中宋" panose="02010600040101010101" pitchFamily="2" charset="-122"/>
                <a:ea typeface="华文中宋" panose="02010600040101010101" pitchFamily="2" charset="-122"/>
              </a:rPr>
              <a:t>化学抽象机模型</a:t>
            </a:r>
          </a:p>
        </p:txBody>
      </p:sp>
      <p:sp>
        <p:nvSpPr>
          <p:cNvPr id="61444" name="Rectangle 3"/>
          <p:cNvSpPr>
            <a:spLocks noGrp="1" noChangeArrowheads="1"/>
          </p:cNvSpPr>
          <p:nvPr>
            <p:ph type="body" idx="1"/>
          </p:nvPr>
        </p:nvSpPr>
        <p:spPr>
          <a:xfrm>
            <a:off x="479376" y="975560"/>
            <a:ext cx="11305256" cy="5477776"/>
          </a:xfrm>
        </p:spPr>
        <p:txBody>
          <a:bodyPr/>
          <a:lstStyle/>
          <a:p>
            <a:pPr eaLnBrk="1" hangingPunct="1">
              <a:lnSpc>
                <a:spcPct val="150000"/>
              </a:lnSpc>
            </a:pPr>
            <a:r>
              <a:rPr lang="en-US" altLang="zh-CN" sz="2000" dirty="0">
                <a:solidFill>
                  <a:schemeClr val="tx1"/>
                </a:solidFill>
                <a:latin typeface="华文中宋" panose="02010600040101010101" pitchFamily="2" charset="-122"/>
                <a:ea typeface="华文中宋" panose="02010600040101010101" pitchFamily="2" charset="-122"/>
              </a:rPr>
              <a:t>CHAM</a:t>
            </a:r>
            <a:r>
              <a:rPr lang="zh-CN" altLang="en-US" sz="2000" dirty="0">
                <a:solidFill>
                  <a:schemeClr val="tx1"/>
                </a:solidFill>
                <a:latin typeface="华文中宋" panose="02010600040101010101" pitchFamily="2" charset="-122"/>
                <a:ea typeface="华文中宋" panose="02010600040101010101" pitchFamily="2" charset="-122"/>
              </a:rPr>
              <a:t>化学抽象机模型（</a:t>
            </a:r>
            <a:r>
              <a:rPr lang="en-US" altLang="zh-CN" sz="2000" dirty="0">
                <a:solidFill>
                  <a:schemeClr val="tx1"/>
                </a:solidFill>
                <a:latin typeface="华文中宋" panose="02010600040101010101" pitchFamily="2" charset="-122"/>
                <a:ea typeface="华文中宋" panose="02010600040101010101" pitchFamily="2" charset="-122"/>
              </a:rPr>
              <a:t>Chemical Abstract Machine Model</a:t>
            </a:r>
            <a:r>
              <a:rPr lang="zh-CN" altLang="en-US" sz="2000" dirty="0">
                <a:solidFill>
                  <a:schemeClr val="tx1"/>
                </a:solidFill>
                <a:latin typeface="华文中宋" panose="02010600040101010101" pitchFamily="2" charset="-122"/>
                <a:ea typeface="华文中宋" panose="02010600040101010101" pitchFamily="2" charset="-122"/>
              </a:rPr>
              <a:t>）是</a:t>
            </a:r>
            <a:r>
              <a:rPr lang="en-US" altLang="zh-CN" sz="2000" dirty="0" err="1">
                <a:solidFill>
                  <a:schemeClr val="tx1"/>
                </a:solidFill>
                <a:latin typeface="华文中宋" panose="02010600040101010101" pitchFamily="2" charset="-122"/>
                <a:ea typeface="华文中宋" panose="02010600040101010101" pitchFamily="2" charset="-122"/>
              </a:rPr>
              <a:t>G.Berry</a:t>
            </a:r>
            <a:r>
              <a:rPr lang="zh-CN" altLang="en-US" sz="2000" dirty="0">
                <a:solidFill>
                  <a:schemeClr val="tx1"/>
                </a:solidFill>
                <a:latin typeface="华文中宋" panose="02010600040101010101" pitchFamily="2" charset="-122"/>
                <a:ea typeface="华文中宋" panose="02010600040101010101" pitchFamily="2" charset="-122"/>
              </a:rPr>
              <a:t>和</a:t>
            </a:r>
            <a:r>
              <a:rPr lang="en-US" altLang="zh-CN" sz="2000" dirty="0" err="1">
                <a:solidFill>
                  <a:schemeClr val="tx1"/>
                </a:solidFill>
                <a:latin typeface="华文中宋" panose="02010600040101010101" pitchFamily="2" charset="-122"/>
                <a:ea typeface="华文中宋" panose="02010600040101010101" pitchFamily="2" charset="-122"/>
              </a:rPr>
              <a:t>G.Boudol</a:t>
            </a:r>
            <a:r>
              <a:rPr lang="zh-CN" altLang="en-US" sz="2000" dirty="0">
                <a:solidFill>
                  <a:schemeClr val="tx1"/>
                </a:solidFill>
                <a:latin typeface="华文中宋" panose="02010600040101010101" pitchFamily="2" charset="-122"/>
                <a:ea typeface="华文中宋" panose="02010600040101010101" pitchFamily="2" charset="-122"/>
              </a:rPr>
              <a:t>于</a:t>
            </a:r>
            <a:r>
              <a:rPr lang="en-US" altLang="zh-CN" sz="2000" dirty="0">
                <a:solidFill>
                  <a:schemeClr val="tx1"/>
                </a:solidFill>
                <a:latin typeface="华文中宋" panose="02010600040101010101" pitchFamily="2" charset="-122"/>
                <a:ea typeface="华文中宋" panose="02010600040101010101" pitchFamily="2" charset="-122"/>
              </a:rPr>
              <a:t>1992</a:t>
            </a:r>
            <a:r>
              <a:rPr lang="zh-CN" altLang="en-US" sz="2000" dirty="0">
                <a:solidFill>
                  <a:schemeClr val="tx1"/>
                </a:solidFill>
                <a:latin typeface="华文中宋" panose="02010600040101010101" pitchFamily="2" charset="-122"/>
                <a:ea typeface="华文中宋" panose="02010600040101010101" pitchFamily="2" charset="-122"/>
              </a:rPr>
              <a:t>年提出的。</a:t>
            </a:r>
          </a:p>
          <a:p>
            <a:pPr eaLnBrk="1" hangingPunct="1">
              <a:lnSpc>
                <a:spcPct val="150000"/>
              </a:lnSpc>
            </a:pPr>
            <a:r>
              <a:rPr lang="zh-CN" altLang="en-US" sz="2000" dirty="0">
                <a:solidFill>
                  <a:schemeClr val="tx1"/>
                </a:solidFill>
                <a:latin typeface="华文中宋" panose="02010600040101010101" pitchFamily="2" charset="-122"/>
                <a:ea typeface="华文中宋" panose="02010600040101010101" pitchFamily="2" charset="-122"/>
              </a:rPr>
              <a:t>一个</a:t>
            </a:r>
            <a:r>
              <a:rPr lang="en-US" altLang="zh-CN" sz="2000" dirty="0">
                <a:solidFill>
                  <a:schemeClr val="tx1"/>
                </a:solidFill>
                <a:latin typeface="华文中宋" panose="02010600040101010101" pitchFamily="2" charset="-122"/>
                <a:ea typeface="华文中宋" panose="02010600040101010101" pitchFamily="2" charset="-122"/>
              </a:rPr>
              <a:t>CHAM</a:t>
            </a:r>
            <a:r>
              <a:rPr lang="zh-CN" altLang="en-US" sz="2000" dirty="0">
                <a:solidFill>
                  <a:schemeClr val="tx1"/>
                </a:solidFill>
                <a:latin typeface="华文中宋" panose="02010600040101010101" pitchFamily="2" charset="-122"/>
                <a:ea typeface="华文中宋" panose="02010600040101010101" pitchFamily="2" charset="-122"/>
              </a:rPr>
              <a:t>是从定义分子（</a:t>
            </a:r>
            <a:r>
              <a:rPr lang="en-US" altLang="zh-CN" sz="2000" dirty="0">
                <a:solidFill>
                  <a:schemeClr val="tx1"/>
                </a:solidFill>
                <a:latin typeface="华文中宋" panose="02010600040101010101" pitchFamily="2" charset="-122"/>
                <a:ea typeface="华文中宋" panose="02010600040101010101" pitchFamily="2" charset="-122"/>
              </a:rPr>
              <a:t>molecules </a:t>
            </a:r>
            <a:r>
              <a:rPr lang="zh-CN" altLang="en-US" sz="2000" dirty="0">
                <a:solidFill>
                  <a:schemeClr val="tx1"/>
                </a:solidFill>
                <a:latin typeface="华文中宋" panose="02010600040101010101" pitchFamily="2" charset="-122"/>
                <a:ea typeface="华文中宋" panose="02010600040101010101" pitchFamily="2" charset="-122"/>
              </a:rPr>
              <a:t>） </a:t>
            </a:r>
            <a:r>
              <a:rPr lang="en-US" altLang="zh-CN" sz="2000" dirty="0">
                <a:solidFill>
                  <a:schemeClr val="tx1"/>
                </a:solidFill>
                <a:latin typeface="华文中宋" panose="02010600040101010101" pitchFamily="2" charset="-122"/>
                <a:ea typeface="华文中宋" panose="02010600040101010101" pitchFamily="2" charset="-122"/>
              </a:rPr>
              <a:t>m</a:t>
            </a:r>
            <a:r>
              <a:rPr lang="zh-CN" altLang="en-US" sz="2000" dirty="0">
                <a:solidFill>
                  <a:schemeClr val="tx1"/>
                </a:solidFill>
                <a:latin typeface="华文中宋" panose="02010600040101010101" pitchFamily="2" charset="-122"/>
                <a:ea typeface="华文中宋" panose="02010600040101010101" pitchFamily="2" charset="-122"/>
              </a:rPr>
              <a:t>、</a:t>
            </a:r>
            <a:r>
              <a:rPr lang="en-US" altLang="zh-CN" sz="2000" dirty="0">
                <a:solidFill>
                  <a:schemeClr val="tx1"/>
                </a:solidFill>
                <a:latin typeface="华文中宋" panose="02010600040101010101" pitchFamily="2" charset="-122"/>
                <a:ea typeface="华文中宋" panose="02010600040101010101" pitchFamily="2" charset="-122"/>
              </a:rPr>
              <a:t>m1……</a:t>
            </a:r>
            <a:r>
              <a:rPr lang="zh-CN" altLang="en-US" sz="2000" dirty="0">
                <a:solidFill>
                  <a:schemeClr val="tx1"/>
                </a:solidFill>
                <a:latin typeface="华文中宋" panose="02010600040101010101" pitchFamily="2" charset="-122"/>
                <a:ea typeface="华文中宋" panose="02010600040101010101" pitchFamily="2" charset="-122"/>
              </a:rPr>
              <a:t>和分子溶液（ </a:t>
            </a:r>
            <a:r>
              <a:rPr lang="en-US" altLang="zh-CN" sz="2000" dirty="0">
                <a:solidFill>
                  <a:schemeClr val="tx1"/>
                </a:solidFill>
                <a:latin typeface="华文中宋" panose="02010600040101010101" pitchFamily="2" charset="-122"/>
                <a:ea typeface="华文中宋" panose="02010600040101010101" pitchFamily="2" charset="-122"/>
              </a:rPr>
              <a:t>solutions</a:t>
            </a:r>
            <a:r>
              <a:rPr lang="zh-CN" altLang="en-US" sz="2000" dirty="0">
                <a:solidFill>
                  <a:schemeClr val="tx1"/>
                </a:solidFill>
                <a:latin typeface="华文中宋" panose="02010600040101010101" pitchFamily="2" charset="-122"/>
                <a:ea typeface="华文中宋" panose="02010600040101010101" pitchFamily="2" charset="-122"/>
              </a:rPr>
              <a:t>）</a:t>
            </a:r>
            <a:r>
              <a:rPr lang="en-US" altLang="zh-CN" sz="2000" dirty="0">
                <a:solidFill>
                  <a:schemeClr val="tx1"/>
                </a:solidFill>
                <a:latin typeface="华文中宋" panose="02010600040101010101" pitchFamily="2" charset="-122"/>
                <a:ea typeface="华文中宋" panose="02010600040101010101" pitchFamily="2" charset="-122"/>
              </a:rPr>
              <a:t>s</a:t>
            </a:r>
            <a:r>
              <a:rPr lang="zh-CN" altLang="en-US" sz="2000" dirty="0">
                <a:solidFill>
                  <a:schemeClr val="tx1"/>
                </a:solidFill>
                <a:latin typeface="华文中宋" panose="02010600040101010101" pitchFamily="2" charset="-122"/>
                <a:ea typeface="华文中宋" panose="02010600040101010101" pitchFamily="2" charset="-122"/>
              </a:rPr>
              <a:t>、</a:t>
            </a:r>
            <a:r>
              <a:rPr lang="en-US" altLang="zh-CN" sz="2000" dirty="0">
                <a:solidFill>
                  <a:schemeClr val="tx1"/>
                </a:solidFill>
                <a:latin typeface="华文中宋" panose="02010600040101010101" pitchFamily="2" charset="-122"/>
                <a:ea typeface="华文中宋" panose="02010600040101010101" pitchFamily="2" charset="-122"/>
              </a:rPr>
              <a:t>s1……</a:t>
            </a:r>
            <a:r>
              <a:rPr lang="zh-CN" altLang="en-US" sz="2000" dirty="0">
                <a:solidFill>
                  <a:schemeClr val="tx1"/>
                </a:solidFill>
                <a:latin typeface="华文中宋" panose="02010600040101010101" pitchFamily="2" charset="-122"/>
                <a:ea typeface="华文中宋" panose="02010600040101010101" pitchFamily="2" charset="-122"/>
              </a:rPr>
              <a:t>开始的。</a:t>
            </a:r>
          </a:p>
          <a:p>
            <a:pPr eaLnBrk="1" hangingPunct="1">
              <a:lnSpc>
                <a:spcPct val="150000"/>
              </a:lnSpc>
            </a:pPr>
            <a:r>
              <a:rPr lang="zh-CN" altLang="en-US" sz="2000" dirty="0">
                <a:solidFill>
                  <a:schemeClr val="tx1"/>
                </a:solidFill>
                <a:latin typeface="华文中宋" panose="02010600040101010101" pitchFamily="2" charset="-122"/>
                <a:ea typeface="华文中宋" panose="02010600040101010101" pitchFamily="2" charset="-122"/>
              </a:rPr>
              <a:t>分子构成了</a:t>
            </a:r>
            <a:r>
              <a:rPr lang="en-US" altLang="zh-CN" sz="2000" dirty="0">
                <a:solidFill>
                  <a:schemeClr val="tx1"/>
                </a:solidFill>
                <a:latin typeface="华文中宋" panose="02010600040101010101" pitchFamily="2" charset="-122"/>
                <a:ea typeface="华文中宋" panose="02010600040101010101" pitchFamily="2" charset="-122"/>
              </a:rPr>
              <a:t>CHAM</a:t>
            </a:r>
            <a:r>
              <a:rPr lang="zh-CN" altLang="en-US" sz="2000" dirty="0">
                <a:solidFill>
                  <a:schemeClr val="tx1"/>
                </a:solidFill>
                <a:latin typeface="华文中宋" panose="02010600040101010101" pitchFamily="2" charset="-122"/>
                <a:ea typeface="华文中宋" panose="02010600040101010101" pitchFamily="2" charset="-122"/>
              </a:rPr>
              <a:t>的基本元素，溶液是分子的聚合并被解释为</a:t>
            </a:r>
            <a:r>
              <a:rPr lang="en-US" altLang="zh-CN" sz="2000" dirty="0">
                <a:solidFill>
                  <a:schemeClr val="tx1"/>
                </a:solidFill>
                <a:latin typeface="华文中宋" panose="02010600040101010101" pitchFamily="2" charset="-122"/>
                <a:ea typeface="华文中宋" panose="02010600040101010101" pitchFamily="2" charset="-122"/>
              </a:rPr>
              <a:t>CHAM</a:t>
            </a:r>
            <a:r>
              <a:rPr lang="zh-CN" altLang="en-US" sz="2000" dirty="0">
                <a:solidFill>
                  <a:schemeClr val="tx1"/>
                </a:solidFill>
                <a:latin typeface="华文中宋" panose="02010600040101010101" pitchFamily="2" charset="-122"/>
                <a:ea typeface="华文中宋" panose="02010600040101010101" pitchFamily="2" charset="-122"/>
              </a:rPr>
              <a:t>的状态。</a:t>
            </a:r>
          </a:p>
          <a:p>
            <a:pPr eaLnBrk="1" hangingPunct="1">
              <a:lnSpc>
                <a:spcPct val="150000"/>
              </a:lnSpc>
            </a:pPr>
            <a:r>
              <a:rPr lang="zh-CN" altLang="en-US" sz="2000" dirty="0">
                <a:solidFill>
                  <a:schemeClr val="tx1"/>
                </a:solidFill>
                <a:latin typeface="华文中宋" panose="02010600040101010101" pitchFamily="2" charset="-122"/>
                <a:ea typeface="华文中宋" panose="02010600040101010101" pitchFamily="2" charset="-122"/>
              </a:rPr>
              <a:t>一个</a:t>
            </a:r>
            <a:r>
              <a:rPr lang="en-US" altLang="zh-CN" sz="2000" dirty="0">
                <a:solidFill>
                  <a:schemeClr val="tx1"/>
                </a:solidFill>
                <a:latin typeface="华文中宋" panose="02010600040101010101" pitchFamily="2" charset="-122"/>
                <a:ea typeface="华文中宋" panose="02010600040101010101" pitchFamily="2" charset="-122"/>
              </a:rPr>
              <a:t>CHAM</a:t>
            </a:r>
            <a:r>
              <a:rPr lang="zh-CN" altLang="en-US" sz="2000" dirty="0">
                <a:solidFill>
                  <a:schemeClr val="tx1"/>
                </a:solidFill>
                <a:latin typeface="华文中宋" panose="02010600040101010101" pitchFamily="2" charset="-122"/>
                <a:ea typeface="华文中宋" panose="02010600040101010101" pitchFamily="2" charset="-122"/>
              </a:rPr>
              <a:t>还包含转换规则</a:t>
            </a:r>
            <a:r>
              <a:rPr lang="en-US" altLang="zh-CN" sz="2000" dirty="0">
                <a:solidFill>
                  <a:schemeClr val="tx1"/>
                </a:solidFill>
                <a:latin typeface="华文中宋" panose="02010600040101010101" pitchFamily="2" charset="-122"/>
                <a:ea typeface="华文中宋" panose="02010600040101010101" pitchFamily="2" charset="-122"/>
              </a:rPr>
              <a:t>T</a:t>
            </a:r>
            <a:r>
              <a:rPr lang="zh-CN" altLang="en-US" sz="2000" dirty="0">
                <a:solidFill>
                  <a:schemeClr val="tx1"/>
                </a:solidFill>
                <a:latin typeface="华文中宋" panose="02010600040101010101" pitchFamily="2" charset="-122"/>
                <a:ea typeface="华文中宋" panose="02010600040101010101" pitchFamily="2" charset="-122"/>
              </a:rPr>
              <a:t>、</a:t>
            </a:r>
            <a:r>
              <a:rPr lang="en-US" altLang="zh-CN" sz="2000" dirty="0">
                <a:solidFill>
                  <a:schemeClr val="tx1"/>
                </a:solidFill>
                <a:latin typeface="华文中宋" panose="02010600040101010101" pitchFamily="2" charset="-122"/>
                <a:ea typeface="华文中宋" panose="02010600040101010101" pitchFamily="2" charset="-122"/>
              </a:rPr>
              <a:t>T1……</a:t>
            </a:r>
            <a:r>
              <a:rPr lang="zh-CN" altLang="en-US" sz="2000" dirty="0">
                <a:solidFill>
                  <a:schemeClr val="tx1"/>
                </a:solidFill>
                <a:latin typeface="华文中宋" panose="02010600040101010101" pitchFamily="2" charset="-122"/>
                <a:ea typeface="华文中宋" panose="02010600040101010101" pitchFamily="2" charset="-122"/>
              </a:rPr>
              <a:t>，他们定义了一个转换关系</a:t>
            </a:r>
            <a:r>
              <a:rPr lang="en-US" altLang="zh-CN" sz="2000" dirty="0">
                <a:solidFill>
                  <a:schemeClr val="tx1"/>
                </a:solidFill>
                <a:latin typeface="华文中宋" panose="02010600040101010101" pitchFamily="2" charset="-122"/>
                <a:ea typeface="华文中宋" panose="02010600040101010101" pitchFamily="2" charset="-122"/>
              </a:rPr>
              <a:t>s-&gt;s1 ,</a:t>
            </a:r>
            <a:r>
              <a:rPr lang="zh-CN" altLang="en-US" sz="2000" dirty="0">
                <a:solidFill>
                  <a:schemeClr val="tx1"/>
                </a:solidFill>
                <a:latin typeface="华文中宋" panose="02010600040101010101" pitchFamily="2" charset="-122"/>
                <a:ea typeface="华文中宋" panose="02010600040101010101" pitchFamily="2" charset="-122"/>
              </a:rPr>
              <a:t>指示了溶液可以发展（也就是状态变化）的方式。</a:t>
            </a:r>
          </a:p>
          <a:p>
            <a:pPr eaLnBrk="1" hangingPunct="1">
              <a:lnSpc>
                <a:spcPct val="150000"/>
              </a:lnSpc>
            </a:pPr>
            <a:r>
              <a:rPr lang="zh-CN" altLang="en-US" sz="2000" dirty="0">
                <a:solidFill>
                  <a:schemeClr val="tx1"/>
                </a:solidFill>
                <a:latin typeface="华文中宋" panose="02010600040101010101" pitchFamily="2" charset="-122"/>
                <a:ea typeface="华文中宋" panose="02010600040101010101" pitchFamily="2" charset="-122"/>
              </a:rPr>
              <a:t>借助于称为膜的封装结构，任何溶液可以被看成是相对于其他溶液的分子，转换可以被约束和局限在一个膜内。</a:t>
            </a:r>
          </a:p>
          <a:p>
            <a:pPr eaLnBrk="1" hangingPunct="1">
              <a:lnSpc>
                <a:spcPct val="150000"/>
              </a:lnSpc>
            </a:pPr>
            <a:r>
              <a:rPr lang="zh-CN" altLang="en-US" sz="2000" dirty="0">
                <a:solidFill>
                  <a:schemeClr val="tx1"/>
                </a:solidFill>
                <a:latin typeface="华文中宋" panose="02010600040101010101" pitchFamily="2" charset="-122"/>
                <a:ea typeface="华文中宋" panose="02010600040101010101" pitchFamily="2" charset="-122"/>
              </a:rPr>
              <a:t>被称为闭锁的可逆操作用来从溶液中选择提取分子，并把溶液的剩余部分放入一个膜内。膜是半渗透的，只允许特定的分子进入或离开膜。</a:t>
            </a:r>
          </a:p>
          <a:p>
            <a:pPr eaLnBrk="1" hangingPunct="1">
              <a:lnSpc>
                <a:spcPct val="70000"/>
              </a:lnSpc>
            </a:pPr>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5987765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62467"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§6.5 </a:t>
            </a:r>
            <a:r>
              <a:rPr lang="zh-CN" altLang="en-US" dirty="0">
                <a:latin typeface="华文中宋" panose="02010600040101010101" pitchFamily="2" charset="-122"/>
                <a:ea typeface="华文中宋" panose="02010600040101010101" pitchFamily="2" charset="-122"/>
              </a:rPr>
              <a:t>软件体系结构集成环境</a:t>
            </a:r>
          </a:p>
        </p:txBody>
      </p:sp>
      <p:sp>
        <p:nvSpPr>
          <p:cNvPr id="62468" name="Rectangle 3"/>
          <p:cNvSpPr>
            <a:spLocks noGrp="1" noChangeArrowheads="1"/>
          </p:cNvSpPr>
          <p:nvPr>
            <p:ph type="body" idx="1"/>
          </p:nvPr>
        </p:nvSpPr>
        <p:spPr>
          <a:xfrm>
            <a:off x="551384" y="836712"/>
            <a:ext cx="11160215" cy="5760638"/>
          </a:xfrm>
        </p:spPr>
        <p:txBody>
          <a:bodyPr/>
          <a:lstStyle/>
          <a:p>
            <a:pPr eaLnBrk="1" hangingPunct="1">
              <a:lnSpc>
                <a:spcPct val="150000"/>
              </a:lnSpc>
            </a:pPr>
            <a:r>
              <a:rPr lang="zh-CN" altLang="en-US" sz="2800" dirty="0">
                <a:solidFill>
                  <a:schemeClr val="tx1"/>
                </a:solidFill>
                <a:highlight>
                  <a:srgbClr val="FFFF00"/>
                </a:highlight>
                <a:latin typeface="华文中宋" panose="02010600040101010101" pitchFamily="2" charset="-122"/>
                <a:ea typeface="华文中宋" panose="02010600040101010101" pitchFamily="2" charset="-122"/>
              </a:rPr>
              <a:t>若你要做某个集成开发环境，要进行哪些考虑？</a:t>
            </a:r>
            <a:endParaRPr lang="en-US" altLang="zh-CN" sz="2800" dirty="0">
              <a:solidFill>
                <a:schemeClr val="tx1"/>
              </a:solidFill>
              <a:highlight>
                <a:srgbClr val="FFFF00"/>
              </a:highlight>
              <a:latin typeface="华文中宋" panose="02010600040101010101" pitchFamily="2" charset="-122"/>
              <a:ea typeface="华文中宋" panose="02010600040101010101" pitchFamily="2" charset="-122"/>
            </a:endParaRPr>
          </a:p>
          <a:p>
            <a:pPr eaLnBrk="1" hangingPunct="1">
              <a:lnSpc>
                <a:spcPct val="150000"/>
              </a:lnSpc>
            </a:pPr>
            <a:r>
              <a:rPr lang="zh-CN" altLang="en-US" sz="2800" dirty="0">
                <a:solidFill>
                  <a:srgbClr val="002060"/>
                </a:solidFill>
                <a:latin typeface="华文中宋" panose="02010600040101010101" pitchFamily="2" charset="-122"/>
                <a:ea typeface="华文中宋" panose="02010600040101010101" pitchFamily="2" charset="-122"/>
              </a:rPr>
              <a:t>目标</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能够描述各种风格的软件系统结构</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支持自顶向下（自下而上）的分层细化体系结构元素</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确保接口一致</a:t>
            </a:r>
          </a:p>
          <a:p>
            <a:pPr lvl="1" eaLnBrk="1" hangingPunct="1">
              <a:lnSpc>
                <a:spcPct val="150000"/>
              </a:lnSpc>
              <a:buFont typeface="Wingdings" panose="05000000000000000000" pitchFamily="2" charset="2"/>
              <a:buChar char="n"/>
            </a:pPr>
            <a:r>
              <a:rPr lang="zh-CN" altLang="en-US" sz="2400" b="0" dirty="0">
                <a:solidFill>
                  <a:schemeClr val="tx1"/>
                </a:solidFill>
                <a:highlight>
                  <a:srgbClr val="FFFF00"/>
                </a:highlight>
                <a:latin typeface="华文中宋" panose="02010600040101010101" pitchFamily="2" charset="-122"/>
                <a:ea typeface="华文中宋" panose="02010600040101010101" pitchFamily="2" charset="-122"/>
              </a:rPr>
              <a:t>提供</a:t>
            </a:r>
            <a:r>
              <a:rPr lang="zh-CN" altLang="en-US" sz="2400" b="0" dirty="0">
                <a:solidFill>
                  <a:schemeClr val="tx1"/>
                </a:solidFill>
                <a:latin typeface="华文中宋" panose="02010600040101010101" pitchFamily="2" charset="-122"/>
                <a:ea typeface="华文中宋" panose="02010600040101010101" pitchFamily="2" charset="-122"/>
              </a:rPr>
              <a:t>一个体系结构知识库存放与体系结构设计相关的</a:t>
            </a:r>
            <a:r>
              <a:rPr lang="zh-CN" altLang="en-US" sz="2400" b="0" dirty="0">
                <a:solidFill>
                  <a:schemeClr val="tx1"/>
                </a:solidFill>
                <a:highlight>
                  <a:srgbClr val="FFFF00"/>
                </a:highlight>
                <a:latin typeface="华文中宋" panose="02010600040101010101" pitchFamily="2" charset="-122"/>
                <a:ea typeface="华文中宋" panose="02010600040101010101" pitchFamily="2" charset="-122"/>
              </a:rPr>
              <a:t>设计模式、设计要素、设计需求</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具有一个提供数据和控制模型代码的模板生成器</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提供体系结构的图形化描述工具，从不同的视角反映体系结构</a:t>
            </a:r>
          </a:p>
        </p:txBody>
      </p:sp>
    </p:spTree>
    <p:extLst>
      <p:ext uri="{BB962C8B-B14F-4D97-AF65-F5344CB8AC3E}">
        <p14:creationId xmlns:p14="http://schemas.microsoft.com/office/powerpoint/2010/main" val="70507582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63491" name="Rectangle 2"/>
          <p:cNvSpPr>
            <a:spLocks noGrp="1" noChangeArrowheads="1"/>
          </p:cNvSpPr>
          <p:nvPr>
            <p:ph type="title"/>
          </p:nvPr>
        </p:nvSpPr>
        <p:spPr/>
        <p:txBody>
          <a:bodyPr/>
          <a:lstStyle/>
          <a:p>
            <a:pPr eaLnBrk="1" hangingPunct="1"/>
            <a:r>
              <a:rPr lang="en-US" altLang="zh-CN" dirty="0">
                <a:latin typeface="华文中宋" panose="02010600040101010101" pitchFamily="2" charset="-122"/>
                <a:ea typeface="华文中宋" panose="02010600040101010101" pitchFamily="2" charset="-122"/>
              </a:rPr>
              <a:t>§6.5 </a:t>
            </a:r>
            <a:r>
              <a:rPr lang="zh-CN" altLang="en-US" dirty="0">
                <a:latin typeface="华文中宋" panose="02010600040101010101" pitchFamily="2" charset="-122"/>
                <a:ea typeface="华文中宋" panose="02010600040101010101" pitchFamily="2" charset="-122"/>
              </a:rPr>
              <a:t>软件体系结构集成环境</a:t>
            </a:r>
          </a:p>
        </p:txBody>
      </p:sp>
      <p:sp>
        <p:nvSpPr>
          <p:cNvPr id="63492" name="Rectangle 3"/>
          <p:cNvSpPr>
            <a:spLocks noGrp="1" noChangeArrowheads="1"/>
          </p:cNvSpPr>
          <p:nvPr>
            <p:ph type="body" idx="1"/>
          </p:nvPr>
        </p:nvSpPr>
        <p:spPr>
          <a:xfrm>
            <a:off x="617984" y="949624"/>
            <a:ext cx="10972800" cy="5065712"/>
          </a:xfrm>
        </p:spPr>
        <p:txBody>
          <a:bodyPr/>
          <a:lstStyle/>
          <a:p>
            <a:pPr eaLnBrk="1" hangingPunct="1">
              <a:lnSpc>
                <a:spcPct val="150000"/>
              </a:lnSpc>
            </a:pPr>
            <a:r>
              <a:rPr lang="zh-CN" altLang="en-US" dirty="0">
                <a:solidFill>
                  <a:srgbClr val="002060"/>
                </a:solidFill>
                <a:latin typeface="华文中宋" panose="02010600040101010101" pitchFamily="2" charset="-122"/>
                <a:ea typeface="华文中宋" panose="02010600040101010101" pitchFamily="2" charset="-122"/>
              </a:rPr>
              <a:t>元素</a:t>
            </a:r>
          </a:p>
          <a:p>
            <a:pPr lvl="1"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体系结构配置文档编辑器</a:t>
            </a:r>
          </a:p>
          <a:p>
            <a:pPr lvl="1"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体系结构配置图形编辑器</a:t>
            </a:r>
          </a:p>
          <a:p>
            <a:pPr lvl="1"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体系结构视图</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文本视图</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交互视图</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层次视图</a:t>
            </a:r>
          </a:p>
          <a:p>
            <a:pPr lvl="1"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体系结构语法分析器</a:t>
            </a:r>
          </a:p>
          <a:p>
            <a:pPr lvl="1"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代码模板生成器</a:t>
            </a:r>
          </a:p>
        </p:txBody>
      </p:sp>
    </p:spTree>
    <p:extLst>
      <p:ext uri="{BB962C8B-B14F-4D97-AF65-F5344CB8AC3E}">
        <p14:creationId xmlns:p14="http://schemas.microsoft.com/office/powerpoint/2010/main" val="74204703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64515" name="Rectangle 2"/>
          <p:cNvSpPr>
            <a:spLocks noGrp="1" noChangeArrowheads="1"/>
          </p:cNvSpPr>
          <p:nvPr>
            <p:ph type="title"/>
          </p:nvPr>
        </p:nvSpPr>
        <p:spPr>
          <a:xfrm>
            <a:off x="12970" y="116632"/>
            <a:ext cx="8891342" cy="838200"/>
          </a:xfrm>
        </p:spPr>
        <p:txBody>
          <a:bodyPr/>
          <a:lstStyle/>
          <a:p>
            <a:pPr eaLnBrk="1" hangingPunct="1"/>
            <a:r>
              <a:rPr lang="en-US" altLang="zh-CN" sz="2800" dirty="0">
                <a:latin typeface="华文中宋" panose="02010600040101010101" pitchFamily="2" charset="-122"/>
                <a:ea typeface="华文中宋" panose="02010600040101010101" pitchFamily="2" charset="-122"/>
              </a:rPr>
              <a:t>§6.5 </a:t>
            </a:r>
            <a:r>
              <a:rPr lang="zh-CN" altLang="en-US" sz="2800" dirty="0">
                <a:latin typeface="华文中宋" panose="02010600040101010101" pitchFamily="2" charset="-122"/>
                <a:ea typeface="华文中宋" panose="02010600040101010101" pitchFamily="2" charset="-122"/>
              </a:rPr>
              <a:t>软件体系结构集成环境：</a:t>
            </a:r>
            <a:r>
              <a:rPr lang="en-US" altLang="zh-CN" sz="2800" dirty="0">
                <a:latin typeface="华文中宋" panose="02010600040101010101" pitchFamily="2" charset="-122"/>
                <a:ea typeface="华文中宋" panose="02010600040101010101" pitchFamily="2" charset="-122"/>
              </a:rPr>
              <a:t> </a:t>
            </a:r>
            <a:r>
              <a:rPr lang="en-US" altLang="zh-CN" sz="2800" dirty="0" err="1">
                <a:latin typeface="华文中宋" panose="02010600040101010101" pitchFamily="2" charset="-122"/>
                <a:ea typeface="华文中宋" panose="02010600040101010101" pitchFamily="2" charset="-122"/>
              </a:rPr>
              <a:t>UniCon</a:t>
            </a:r>
            <a:endParaRPr lang="zh-CN" altLang="en-US" sz="2800" dirty="0">
              <a:latin typeface="华文中宋" panose="02010600040101010101" pitchFamily="2" charset="-122"/>
              <a:ea typeface="华文中宋" panose="02010600040101010101" pitchFamily="2" charset="-122"/>
            </a:endParaRPr>
          </a:p>
        </p:txBody>
      </p:sp>
      <p:sp>
        <p:nvSpPr>
          <p:cNvPr id="64516" name="Rectangle 3"/>
          <p:cNvSpPr>
            <a:spLocks noGrp="1" noChangeArrowheads="1"/>
          </p:cNvSpPr>
          <p:nvPr>
            <p:ph type="body" idx="1"/>
          </p:nvPr>
        </p:nvSpPr>
        <p:spPr/>
        <p:txBody>
          <a:bodyPr/>
          <a:lstStyle/>
          <a:p>
            <a:pPr eaLnBrk="1" hangingPunct="1">
              <a:lnSpc>
                <a:spcPct val="150000"/>
              </a:lnSpc>
            </a:pPr>
            <a:r>
              <a:rPr lang="en-US" altLang="zh-CN" dirty="0" err="1">
                <a:solidFill>
                  <a:schemeClr val="tx1"/>
                </a:solidFill>
                <a:latin typeface="华文中宋" panose="02010600040101010101" pitchFamily="2" charset="-122"/>
                <a:ea typeface="华文中宋" panose="02010600040101010101" pitchFamily="2" charset="-122"/>
              </a:rPr>
              <a:t>UnicCon</a:t>
            </a:r>
            <a:r>
              <a:rPr lang="zh-CN" altLang="en-US" dirty="0">
                <a:solidFill>
                  <a:schemeClr val="tx1"/>
                </a:solidFill>
                <a:latin typeface="华文中宋" panose="02010600040101010101" pitchFamily="2" charset="-122"/>
                <a:ea typeface="华文中宋" panose="02010600040101010101" pitchFamily="2" charset="-122"/>
              </a:rPr>
              <a:t>（</a:t>
            </a:r>
            <a:r>
              <a:rPr lang="en-US" altLang="zh-CN" dirty="0" err="1">
                <a:solidFill>
                  <a:schemeClr val="tx1"/>
                </a:solidFill>
                <a:latin typeface="华文中宋" panose="02010600040101010101" pitchFamily="2" charset="-122"/>
                <a:ea typeface="华文中宋" panose="02010600040101010101" pitchFamily="2" charset="-122"/>
              </a:rPr>
              <a:t>UNIversal</a:t>
            </a:r>
            <a:r>
              <a:rPr lang="en-US" altLang="zh-CN" dirty="0">
                <a:solidFill>
                  <a:schemeClr val="tx1"/>
                </a:solidFill>
                <a:latin typeface="华文中宋" panose="02010600040101010101" pitchFamily="2" charset="-122"/>
                <a:ea typeface="华文中宋" panose="02010600040101010101" pitchFamily="2" charset="-122"/>
              </a:rPr>
              <a:t> </a:t>
            </a:r>
            <a:r>
              <a:rPr lang="en-US" altLang="zh-CN" dirty="0" err="1">
                <a:solidFill>
                  <a:schemeClr val="tx1"/>
                </a:solidFill>
                <a:latin typeface="华文中宋" panose="02010600040101010101" pitchFamily="2" charset="-122"/>
                <a:ea typeface="华文中宋" panose="02010600040101010101" pitchFamily="2" charset="-122"/>
              </a:rPr>
              <a:t>CONnection</a:t>
            </a:r>
            <a:r>
              <a:rPr lang="zh-CN" altLang="en-US" dirty="0">
                <a:solidFill>
                  <a:schemeClr val="tx1"/>
                </a:solidFill>
                <a:latin typeface="华文中宋" panose="02010600040101010101" pitchFamily="2" charset="-122"/>
                <a:ea typeface="华文中宋" panose="02010600040101010101" pitchFamily="2" charset="-122"/>
              </a:rPr>
              <a:t>）是</a:t>
            </a:r>
            <a:r>
              <a:rPr lang="en-US" altLang="zh-CN" dirty="0" err="1">
                <a:solidFill>
                  <a:schemeClr val="tx1"/>
                </a:solidFill>
                <a:latin typeface="华文中宋" panose="02010600040101010101" pitchFamily="2" charset="-122"/>
                <a:ea typeface="华文中宋" panose="02010600040101010101" pitchFamily="2" charset="-122"/>
              </a:rPr>
              <a:t>Caregie</a:t>
            </a:r>
            <a:r>
              <a:rPr lang="en-US" altLang="zh-CN" dirty="0">
                <a:solidFill>
                  <a:schemeClr val="tx1"/>
                </a:solidFill>
                <a:latin typeface="华文中宋" panose="02010600040101010101" pitchFamily="2" charset="-122"/>
                <a:ea typeface="华文中宋" panose="02010600040101010101" pitchFamily="2" charset="-122"/>
              </a:rPr>
              <a:t> Mellon</a:t>
            </a:r>
            <a:r>
              <a:rPr lang="zh-CN" altLang="en-US" dirty="0">
                <a:solidFill>
                  <a:schemeClr val="tx1"/>
                </a:solidFill>
                <a:latin typeface="华文中宋" panose="02010600040101010101" pitchFamily="2" charset="-122"/>
                <a:ea typeface="华文中宋" panose="02010600040101010101" pitchFamily="2" charset="-122"/>
              </a:rPr>
              <a:t>大学的</a:t>
            </a:r>
            <a:r>
              <a:rPr lang="en-US" altLang="zh-CN" dirty="0">
                <a:solidFill>
                  <a:schemeClr val="tx1"/>
                </a:solidFill>
                <a:latin typeface="华文中宋" panose="02010600040101010101" pitchFamily="2" charset="-122"/>
                <a:ea typeface="华文中宋" panose="02010600040101010101" pitchFamily="2" charset="-122"/>
              </a:rPr>
              <a:t>Mary Shaw</a:t>
            </a:r>
            <a:r>
              <a:rPr lang="zh-CN" altLang="en-US" dirty="0">
                <a:solidFill>
                  <a:schemeClr val="tx1"/>
                </a:solidFill>
                <a:latin typeface="华文中宋" panose="02010600040101010101" pitchFamily="2" charset="-122"/>
                <a:ea typeface="华文中宋" panose="02010600040101010101" pitchFamily="2" charset="-122"/>
              </a:rPr>
              <a:t>等人提出并研究的体系结构描述语言和环境。</a:t>
            </a:r>
          </a:p>
          <a:p>
            <a:pPr eaLnBrk="1" hangingPunct="1">
              <a:lnSpc>
                <a:spcPct val="150000"/>
              </a:lnSpc>
            </a:pPr>
            <a:r>
              <a:rPr lang="en-US" altLang="zh-CN" dirty="0" err="1">
                <a:solidFill>
                  <a:schemeClr val="tx1"/>
                </a:solidFill>
                <a:latin typeface="华文中宋" panose="02010600040101010101" pitchFamily="2" charset="-122"/>
                <a:ea typeface="华文中宋" panose="02010600040101010101" pitchFamily="2" charset="-122"/>
              </a:rPr>
              <a:t>UnicCon</a:t>
            </a:r>
            <a:r>
              <a:rPr lang="zh-CN" altLang="en-US" dirty="0">
                <a:solidFill>
                  <a:schemeClr val="tx1"/>
                </a:solidFill>
                <a:latin typeface="华文中宋" panose="02010600040101010101" pitchFamily="2" charset="-122"/>
                <a:ea typeface="华文中宋" panose="02010600040101010101" pitchFamily="2" charset="-122"/>
              </a:rPr>
              <a:t>是基于部件和连接器的。</a:t>
            </a:r>
            <a:endParaRPr lang="en-US" altLang="zh-CN" dirty="0">
              <a:solidFill>
                <a:schemeClr val="tx1"/>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solidFill>
                  <a:schemeClr val="tx1"/>
                </a:solidFill>
                <a:latin typeface="华文楷体" panose="02010600040101010101" pitchFamily="2" charset="-122"/>
                <a:ea typeface="华文楷体" panose="02010600040101010101" pitchFamily="2" charset="-122"/>
              </a:rPr>
              <a:t>体系结构的描述模型是由基于可识别的称为部件和连接器的个体元素构成的。</a:t>
            </a:r>
          </a:p>
          <a:p>
            <a:pPr eaLnBrk="1" hangingPunct="1">
              <a:lnSpc>
                <a:spcPct val="150000"/>
              </a:lnSpc>
            </a:pPr>
            <a:r>
              <a:rPr lang="zh-CN" altLang="en-US" dirty="0">
                <a:solidFill>
                  <a:schemeClr val="tx1"/>
                </a:solidFill>
                <a:latin typeface="华文中宋" panose="02010600040101010101" pitchFamily="2" charset="-122"/>
                <a:ea typeface="华文中宋" panose="02010600040101010101" pitchFamily="2" charset="-122"/>
              </a:rPr>
              <a:t>部件和连接器元素都具有类型、规范和实现。</a:t>
            </a:r>
          </a:p>
        </p:txBody>
      </p:sp>
    </p:spTree>
    <p:extLst>
      <p:ext uri="{BB962C8B-B14F-4D97-AF65-F5344CB8AC3E}">
        <p14:creationId xmlns:p14="http://schemas.microsoft.com/office/powerpoint/2010/main" val="39897979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65539" name="Rectangle 2"/>
          <p:cNvSpPr>
            <a:spLocks noGrp="1" noChangeArrowheads="1"/>
          </p:cNvSpPr>
          <p:nvPr>
            <p:ph type="title"/>
          </p:nvPr>
        </p:nvSpPr>
        <p:spPr>
          <a:xfrm>
            <a:off x="119336" y="228600"/>
            <a:ext cx="10548664" cy="838200"/>
          </a:xfrm>
        </p:spPr>
        <p:txBody>
          <a:bodyPr/>
          <a:lstStyle/>
          <a:p>
            <a:pPr eaLnBrk="1" hangingPunct="1"/>
            <a:r>
              <a:rPr lang="en-US" altLang="zh-CN" sz="3200" dirty="0">
                <a:latin typeface="华文中宋" panose="02010600040101010101" pitchFamily="2" charset="-122"/>
                <a:ea typeface="华文中宋" panose="02010600040101010101" pitchFamily="2" charset="-122"/>
              </a:rPr>
              <a:t>§6.5 </a:t>
            </a:r>
            <a:r>
              <a:rPr lang="zh-CN" altLang="en-US" sz="3200" dirty="0">
                <a:latin typeface="华文中宋" panose="02010600040101010101" pitchFamily="2" charset="-122"/>
                <a:ea typeface="华文中宋" panose="02010600040101010101" pitchFamily="2" charset="-122"/>
              </a:rPr>
              <a:t>软件体系结构集成环境：</a:t>
            </a:r>
            <a:r>
              <a:rPr lang="en-US" altLang="zh-CN" sz="3200" dirty="0">
                <a:latin typeface="华文中宋" panose="02010600040101010101" pitchFamily="2" charset="-122"/>
                <a:ea typeface="华文中宋" panose="02010600040101010101" pitchFamily="2" charset="-122"/>
              </a:rPr>
              <a:t> </a:t>
            </a:r>
            <a:r>
              <a:rPr lang="en-US" altLang="zh-CN" sz="3200" dirty="0" err="1">
                <a:latin typeface="华文中宋" panose="02010600040101010101" pitchFamily="2" charset="-122"/>
                <a:ea typeface="华文中宋" panose="02010600040101010101" pitchFamily="2" charset="-122"/>
              </a:rPr>
              <a:t>UniCon</a:t>
            </a:r>
            <a:endParaRPr lang="zh-CN" altLang="en-US" sz="3200" dirty="0">
              <a:latin typeface="华文中宋" panose="02010600040101010101" pitchFamily="2" charset="-122"/>
              <a:ea typeface="华文中宋" panose="02010600040101010101" pitchFamily="2" charset="-122"/>
            </a:endParaRPr>
          </a:p>
        </p:txBody>
      </p:sp>
      <p:sp>
        <p:nvSpPr>
          <p:cNvPr id="65540" name="Rectangle 3"/>
          <p:cNvSpPr>
            <a:spLocks noGrp="1" noChangeArrowheads="1"/>
          </p:cNvSpPr>
          <p:nvPr>
            <p:ph type="body" idx="1"/>
          </p:nvPr>
        </p:nvSpPr>
        <p:spPr/>
        <p:txBody>
          <a:bodyPr/>
          <a:lstStyle/>
          <a:p>
            <a:pPr eaLnBrk="1" hangingPunct="1"/>
            <a:r>
              <a:rPr lang="en-US" altLang="zh-CN" dirty="0" err="1">
                <a:solidFill>
                  <a:srgbClr val="002060"/>
                </a:solidFill>
                <a:latin typeface="华文中宋" panose="02010600040101010101" pitchFamily="2" charset="-122"/>
                <a:ea typeface="华文中宋" panose="02010600040101010101" pitchFamily="2" charset="-122"/>
              </a:rPr>
              <a:t>UniCon</a:t>
            </a:r>
            <a:r>
              <a:rPr lang="zh-CN" altLang="en-US" dirty="0">
                <a:solidFill>
                  <a:srgbClr val="002060"/>
                </a:solidFill>
                <a:latin typeface="华文中宋" panose="02010600040101010101" pitchFamily="2" charset="-122"/>
                <a:ea typeface="华文中宋" panose="02010600040101010101" pitchFamily="2" charset="-122"/>
              </a:rPr>
              <a:t>的体系结构描述语言的结构</a:t>
            </a:r>
          </a:p>
        </p:txBody>
      </p:sp>
      <p:sp>
        <p:nvSpPr>
          <p:cNvPr id="65541" name="AutoShape 4"/>
          <p:cNvSpPr>
            <a:spLocks noChangeArrowheads="1"/>
          </p:cNvSpPr>
          <p:nvPr/>
        </p:nvSpPr>
        <p:spPr bwMode="auto">
          <a:xfrm>
            <a:off x="2423593" y="2853352"/>
            <a:ext cx="1943100" cy="2087563"/>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接口</a:t>
            </a:r>
          </a:p>
          <a:p>
            <a:pPr algn="ct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部件类型</a:t>
            </a:r>
          </a:p>
          <a:p>
            <a:pPr algn="ct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玩家</a:t>
            </a:r>
          </a:p>
          <a:p>
            <a:pPr algn="ct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algn="ct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实现</a:t>
            </a:r>
          </a:p>
        </p:txBody>
      </p:sp>
      <p:sp>
        <p:nvSpPr>
          <p:cNvPr id="65542" name="AutoShape 5"/>
          <p:cNvSpPr>
            <a:spLocks noChangeArrowheads="1"/>
          </p:cNvSpPr>
          <p:nvPr/>
        </p:nvSpPr>
        <p:spPr bwMode="auto">
          <a:xfrm>
            <a:off x="4511825" y="2853353"/>
            <a:ext cx="1943100" cy="2087563"/>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algn="ct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协议</a:t>
            </a:r>
          </a:p>
          <a:p>
            <a:pPr algn="ct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连接器类型</a:t>
            </a:r>
          </a:p>
          <a:p>
            <a:pPr algn="ct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角色</a:t>
            </a:r>
          </a:p>
          <a:p>
            <a:pPr algn="ct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a:p>
            <a:pPr algn="ct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实现</a:t>
            </a:r>
          </a:p>
          <a:p>
            <a:pPr algn="ctr" eaLnBrk="1" latinLnBrk="0" hangingPunct="1">
              <a:spcBef>
                <a:spcPct val="0"/>
              </a:spcBef>
              <a:buFontTx/>
              <a:buNone/>
            </a:pPr>
            <a:endParaRPr kumimoji="0" lang="zh-CN" altLang="en-US" sz="1800" dirty="0">
              <a:latin typeface="Times New Roman" panose="02020603050405020304" pitchFamily="18" charset="0"/>
              <a:ea typeface="宋体" panose="02010600030101010101" pitchFamily="2" charset="-122"/>
            </a:endParaRPr>
          </a:p>
        </p:txBody>
      </p:sp>
      <p:sp>
        <p:nvSpPr>
          <p:cNvPr id="65543" name="AutoShape 6"/>
          <p:cNvSpPr>
            <a:spLocks noChangeArrowheads="1"/>
          </p:cNvSpPr>
          <p:nvPr/>
        </p:nvSpPr>
        <p:spPr bwMode="auto">
          <a:xfrm>
            <a:off x="263353" y="2853605"/>
            <a:ext cx="1943100" cy="208756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endParaRPr kumimoji="0" lang="zh-CN" altLang="en-US" sz="1800">
              <a:latin typeface="Times New Roman" panose="02020603050405020304" pitchFamily="18" charset="0"/>
              <a:ea typeface="宋体" panose="02010600030101010101" pitchFamily="2" charset="-122"/>
            </a:endParaRPr>
          </a:p>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规范</a:t>
            </a:r>
          </a:p>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类型</a:t>
            </a:r>
          </a:p>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关联单元</a:t>
            </a:r>
          </a:p>
          <a:p>
            <a:pPr algn="ctr" eaLnBrk="1" latinLnBrk="0" hangingPunct="1">
              <a:spcBef>
                <a:spcPct val="0"/>
              </a:spcBef>
              <a:buFontTx/>
              <a:buNone/>
            </a:pPr>
            <a:endParaRPr kumimoji="0" lang="zh-CN" altLang="en-US" sz="1800">
              <a:latin typeface="Times New Roman" panose="02020603050405020304" pitchFamily="18" charset="0"/>
              <a:ea typeface="宋体" panose="02010600030101010101" pitchFamily="2" charset="-122"/>
            </a:endParaRPr>
          </a:p>
          <a:p>
            <a:pPr algn="ctr" eaLnBrk="1" latinLnBrk="0" hangingPunct="1">
              <a:spcBef>
                <a:spcPct val="0"/>
              </a:spcBef>
              <a:buFontTx/>
              <a:buNone/>
            </a:pPr>
            <a:r>
              <a:rPr kumimoji="0" lang="zh-CN" altLang="en-US" sz="1800">
                <a:latin typeface="Times New Roman" panose="02020603050405020304" pitchFamily="18" charset="0"/>
                <a:ea typeface="宋体" panose="02010600030101010101" pitchFamily="2" charset="-122"/>
              </a:rPr>
              <a:t>实现</a:t>
            </a:r>
          </a:p>
          <a:p>
            <a:pPr algn="ctr" eaLnBrk="1" latinLnBrk="0" hangingPunct="1">
              <a:spcBef>
                <a:spcPct val="0"/>
              </a:spcBef>
              <a:buFontTx/>
              <a:buNone/>
            </a:pPr>
            <a:endParaRPr kumimoji="0" lang="zh-CN" altLang="en-US" sz="1800">
              <a:latin typeface="Times New Roman" panose="02020603050405020304" pitchFamily="18" charset="0"/>
              <a:ea typeface="宋体" panose="02010600030101010101" pitchFamily="2" charset="-122"/>
            </a:endParaRPr>
          </a:p>
        </p:txBody>
      </p:sp>
      <p:sp>
        <p:nvSpPr>
          <p:cNvPr id="65544" name="Line 7"/>
          <p:cNvSpPr>
            <a:spLocks noChangeShapeType="1"/>
          </p:cNvSpPr>
          <p:nvPr/>
        </p:nvSpPr>
        <p:spPr bwMode="auto">
          <a:xfrm>
            <a:off x="2423594" y="4215691"/>
            <a:ext cx="19446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65545" name="Line 8"/>
          <p:cNvSpPr>
            <a:spLocks noChangeShapeType="1"/>
          </p:cNvSpPr>
          <p:nvPr/>
        </p:nvSpPr>
        <p:spPr bwMode="auto">
          <a:xfrm>
            <a:off x="4511826" y="4222031"/>
            <a:ext cx="19446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65546" name="Rectangle 9"/>
          <p:cNvSpPr>
            <a:spLocks noChangeArrowheads="1"/>
          </p:cNvSpPr>
          <p:nvPr/>
        </p:nvSpPr>
        <p:spPr bwMode="auto">
          <a:xfrm>
            <a:off x="263354" y="2350370"/>
            <a:ext cx="6120679"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50" indent="-285750" latinLnBrk="1">
              <a:spcBef>
                <a:spcPct val="20000"/>
              </a:spcBef>
              <a:buChar char="•"/>
              <a:defRPr kumimoji="1" sz="2000">
                <a:solidFill>
                  <a:schemeClr val="tx1"/>
                </a:solidFill>
                <a:latin typeface="-윤고딕140" pitchFamily="18" charset="-127"/>
                <a:ea typeface="-윤고딕140" pitchFamily="18" charset="-127"/>
              </a:defRPr>
            </a:lvl2pPr>
            <a:lvl3pPr marL="1143000" indent="-228600" latinLnBrk="1">
              <a:spcBef>
                <a:spcPct val="20000"/>
              </a:spcBef>
              <a:buChar char="•"/>
              <a:defRPr kumimoji="1">
                <a:solidFill>
                  <a:schemeClr val="tx1"/>
                </a:solidFill>
                <a:latin typeface="-윤고딕140" pitchFamily="18" charset="-127"/>
                <a:ea typeface="-윤고딕140" pitchFamily="18" charset="-127"/>
              </a:defRPr>
            </a:lvl3pPr>
            <a:lvl4pPr marL="1600200" indent="-228600" latinLnBrk="1">
              <a:spcBef>
                <a:spcPct val="20000"/>
              </a:spcBef>
              <a:buChar char="•"/>
              <a:defRPr kumimoji="1" sz="1600">
                <a:solidFill>
                  <a:schemeClr val="tx1"/>
                </a:solidFill>
                <a:latin typeface="-윤고딕140" pitchFamily="18" charset="-127"/>
                <a:ea typeface="-윤고딕140" pitchFamily="18" charset="-127"/>
              </a:defRPr>
            </a:lvl4pPr>
            <a:lvl5pPr marL="2057400" indent="-228600" latinLnBrk="1">
              <a:spcBef>
                <a:spcPct val="20000"/>
              </a:spcBef>
              <a:buChar char="•"/>
              <a:defRPr kumimoji="1" sz="1400">
                <a:solidFill>
                  <a:schemeClr val="tx1"/>
                </a:solidFill>
                <a:latin typeface="-윤고딕140" pitchFamily="18" charset="-127"/>
                <a:ea typeface="-윤고딕140"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lgn="ctr" eaLnBrk="1" latinLnBrk="0" hangingPunct="1">
              <a:spcBef>
                <a:spcPct val="0"/>
              </a:spcBef>
              <a:buFontTx/>
              <a:buNone/>
            </a:pPr>
            <a:r>
              <a:rPr kumimoji="0" lang="zh-CN" altLang="en-US" sz="1800" dirty="0">
                <a:latin typeface="Times New Roman" panose="02020603050405020304" pitchFamily="18" charset="0"/>
                <a:ea typeface="宋体" panose="02010600030101010101" pitchFamily="2" charset="-122"/>
              </a:rPr>
              <a:t>结构元素                          部件                                 连接器</a:t>
            </a:r>
          </a:p>
        </p:txBody>
      </p:sp>
      <p:sp>
        <p:nvSpPr>
          <p:cNvPr id="11" name="Rectangle 3"/>
          <p:cNvSpPr txBox="1">
            <a:spLocks noChangeArrowheads="1"/>
          </p:cNvSpPr>
          <p:nvPr/>
        </p:nvSpPr>
        <p:spPr bwMode="auto">
          <a:xfrm>
            <a:off x="6745097" y="1125539"/>
            <a:ext cx="5125203" cy="506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49263" indent="-449263" algn="just" rtl="0" eaLnBrk="0" fontAlgn="base" hangingPunct="0">
              <a:lnSpc>
                <a:spcPct val="110000"/>
              </a:lnSpc>
              <a:spcBef>
                <a:spcPct val="20000"/>
              </a:spcBef>
              <a:spcAft>
                <a:spcPct val="0"/>
              </a:spcAft>
              <a:buSzPct val="100000"/>
              <a:buFont typeface="Wingdings" pitchFamily="2" charset="2"/>
              <a:buChar char="p"/>
              <a:defRPr sz="2400" b="1">
                <a:solidFill>
                  <a:srgbClr val="112F8F"/>
                </a:solidFill>
                <a:latin typeface="Times New Roman" pitchFamily="18" charset="0"/>
                <a:ea typeface="+mn-ea"/>
                <a:cs typeface="Times New Roman" pitchFamily="18" charset="0"/>
              </a:defRPr>
            </a:lvl1pPr>
            <a:lvl2pPr marL="914400" indent="-285750" algn="just" rtl="0" eaLnBrk="0" fontAlgn="base" hangingPunct="0">
              <a:lnSpc>
                <a:spcPct val="110000"/>
              </a:lnSpc>
              <a:spcBef>
                <a:spcPct val="20000"/>
              </a:spcBef>
              <a:spcAft>
                <a:spcPct val="0"/>
              </a:spcAft>
              <a:buClr>
                <a:srgbClr val="A50021"/>
              </a:buClr>
              <a:buFont typeface="Wingdings" pitchFamily="2" charset="2"/>
              <a:buChar char="Ø"/>
              <a:defRPr sz="2000" b="1">
                <a:solidFill>
                  <a:srgbClr val="112F8F"/>
                </a:solidFill>
                <a:latin typeface="Times New Roman" pitchFamily="18" charset="0"/>
                <a:ea typeface="+mn-ea"/>
                <a:cs typeface="Times New Roman" pitchFamily="18" charset="0"/>
              </a:defRPr>
            </a:lvl2pPr>
            <a:lvl3pPr marL="1322388" indent="-228600" algn="just" rtl="0" eaLnBrk="0" fontAlgn="base" hangingPunct="0">
              <a:spcBef>
                <a:spcPct val="20000"/>
              </a:spcBef>
              <a:spcAft>
                <a:spcPct val="0"/>
              </a:spcAft>
              <a:buChar char="•"/>
              <a:defRPr sz="2400" b="1">
                <a:solidFill>
                  <a:srgbClr val="112F8F"/>
                </a:solidFill>
                <a:latin typeface="Times New Roman" pitchFamily="18" charset="0"/>
                <a:ea typeface="+mn-ea"/>
                <a:cs typeface="Times New Roman" pitchFamily="18" charset="0"/>
              </a:defRPr>
            </a:lvl3pPr>
            <a:lvl4pPr marL="1730375" indent="-228600" algn="just" rtl="0" eaLnBrk="0" fontAlgn="base" hangingPunct="0">
              <a:spcBef>
                <a:spcPct val="20000"/>
              </a:spcBef>
              <a:spcAft>
                <a:spcPct val="0"/>
              </a:spcAft>
              <a:buChar char="–"/>
              <a:defRPr sz="2000">
                <a:solidFill>
                  <a:schemeClr val="tx1"/>
                </a:solidFill>
                <a:latin typeface="Times New Roman" pitchFamily="18" charset="0"/>
                <a:ea typeface="黑体" pitchFamily="2" charset="-122"/>
                <a:cs typeface="Times New Roman" pitchFamily="18" charset="0"/>
              </a:defRPr>
            </a:lvl4pPr>
            <a:lvl5pPr marL="2138363" indent="-228600" algn="just" rtl="0" eaLnBrk="0" fontAlgn="base" hangingPunct="0">
              <a:spcBef>
                <a:spcPct val="20000"/>
              </a:spcBef>
              <a:spcAft>
                <a:spcPct val="0"/>
              </a:spcAft>
              <a:buChar char="»"/>
              <a:defRPr sz="2000">
                <a:solidFill>
                  <a:schemeClr val="tx1"/>
                </a:solidFill>
                <a:latin typeface="Times New Roman" pitchFamily="18" charset="0"/>
                <a:ea typeface="黑体" pitchFamily="2" charset="-122"/>
                <a:cs typeface="Times New Roman" pitchFamily="18" charset="0"/>
              </a:defRPr>
            </a:lvl5pPr>
            <a:lvl6pPr marL="2595563"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2763"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09963"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163" indent="-228600" algn="l" rtl="0" eaLnBrk="1" fontAlgn="base" hangingPunct="1">
              <a:spcBef>
                <a:spcPct val="20000"/>
              </a:spcBef>
              <a:spcAft>
                <a:spcPct val="0"/>
              </a:spcAft>
              <a:buChar char="»"/>
              <a:defRPr sz="2000">
                <a:solidFill>
                  <a:schemeClr val="tx1"/>
                </a:solidFill>
                <a:latin typeface="+mn-lt"/>
                <a:ea typeface="宋体" pitchFamily="2" charset="-122"/>
              </a:defRPr>
            </a:lvl9pPr>
          </a:lstStyle>
          <a:p>
            <a:pPr eaLnBrk="1" hangingPunct="1">
              <a:lnSpc>
                <a:spcPct val="150000"/>
              </a:lnSpc>
            </a:pPr>
            <a:r>
              <a:rPr lang="zh-CN" altLang="en-US" kern="0" dirty="0">
                <a:solidFill>
                  <a:srgbClr val="002060"/>
                </a:solidFill>
                <a:latin typeface="华文中宋" panose="02010600040101010101" pitchFamily="2" charset="-122"/>
                <a:ea typeface="华文中宋" panose="02010600040101010101" pitchFamily="2" charset="-122"/>
              </a:rPr>
              <a:t>系统支持的部件类型</a:t>
            </a:r>
          </a:p>
          <a:p>
            <a:pPr lvl="1" eaLnBrk="1" hangingPunct="1">
              <a:lnSpc>
                <a:spcPct val="150000"/>
              </a:lnSpc>
              <a:buFont typeface="Wingdings" panose="05000000000000000000" pitchFamily="2" charset="2"/>
              <a:buChar char="n"/>
            </a:pPr>
            <a:r>
              <a:rPr lang="zh-CN" altLang="en-US" b="0" kern="0" dirty="0">
                <a:solidFill>
                  <a:schemeClr val="tx1"/>
                </a:solidFill>
                <a:latin typeface="华文楷体" panose="02010600040101010101" pitchFamily="2" charset="-122"/>
                <a:ea typeface="华文楷体" panose="02010600040101010101" pitchFamily="2" charset="-122"/>
              </a:rPr>
              <a:t>模块、计算、共享数据、顺序文件、过滤器、调度的进程</a:t>
            </a:r>
            <a:endParaRPr lang="en-US" altLang="zh-CN" b="0" kern="0" dirty="0">
              <a:solidFill>
                <a:schemeClr val="tx1"/>
              </a:solidFill>
              <a:latin typeface="华文楷体" panose="02010600040101010101" pitchFamily="2" charset="-122"/>
              <a:ea typeface="华文楷体" panose="02010600040101010101" pitchFamily="2" charset="-122"/>
            </a:endParaRPr>
          </a:p>
          <a:p>
            <a:pPr eaLnBrk="1" hangingPunct="1">
              <a:lnSpc>
                <a:spcPct val="150000"/>
              </a:lnSpc>
              <a:buFont typeface="Wingdings" panose="05000000000000000000" pitchFamily="2" charset="2"/>
              <a:buChar char="n"/>
            </a:pPr>
            <a:r>
              <a:rPr lang="zh-CN" altLang="en-US" kern="0" dirty="0">
                <a:solidFill>
                  <a:srgbClr val="002060"/>
                </a:solidFill>
                <a:latin typeface="华文中宋" panose="02010600040101010101" pitchFamily="2" charset="-122"/>
                <a:ea typeface="华文中宋" panose="02010600040101010101" pitchFamily="2" charset="-122"/>
              </a:rPr>
              <a:t>系统支持的连接器类型</a:t>
            </a:r>
          </a:p>
          <a:p>
            <a:pPr lvl="1" eaLnBrk="1" hangingPunct="1">
              <a:lnSpc>
                <a:spcPct val="150000"/>
              </a:lnSpc>
              <a:buFont typeface="Wingdings" panose="05000000000000000000" pitchFamily="2" charset="2"/>
              <a:buChar char="n"/>
            </a:pPr>
            <a:r>
              <a:rPr lang="zh-CN" altLang="en-US" b="0" kern="0" dirty="0">
                <a:solidFill>
                  <a:schemeClr val="tx1"/>
                </a:solidFill>
                <a:latin typeface="华文楷体" panose="02010600040101010101" pitchFamily="2" charset="-122"/>
                <a:ea typeface="华文楷体" panose="02010600040101010101" pitchFamily="2" charset="-122"/>
              </a:rPr>
              <a:t>文件输入</a:t>
            </a:r>
            <a:r>
              <a:rPr lang="en-US" altLang="zh-CN" b="0" kern="0" dirty="0">
                <a:solidFill>
                  <a:schemeClr val="tx1"/>
                </a:solidFill>
                <a:latin typeface="华文楷体" panose="02010600040101010101" pitchFamily="2" charset="-122"/>
                <a:ea typeface="华文楷体" panose="02010600040101010101" pitchFamily="2" charset="-122"/>
              </a:rPr>
              <a:t>/</a:t>
            </a:r>
            <a:r>
              <a:rPr lang="zh-CN" altLang="en-US" b="0" kern="0" dirty="0">
                <a:solidFill>
                  <a:schemeClr val="tx1"/>
                </a:solidFill>
                <a:latin typeface="华文楷体" panose="02010600040101010101" pitchFamily="2" charset="-122"/>
                <a:ea typeface="华文楷体" panose="02010600040101010101" pitchFamily="2" charset="-122"/>
              </a:rPr>
              <a:t>输出、过程调用</a:t>
            </a:r>
            <a:r>
              <a:rPr lang="en-US" altLang="zh-CN" b="0" kern="0" dirty="0">
                <a:solidFill>
                  <a:schemeClr val="tx1"/>
                </a:solidFill>
                <a:latin typeface="华文楷体" panose="02010600040101010101" pitchFamily="2" charset="-122"/>
                <a:ea typeface="华文楷体" panose="02010600040101010101" pitchFamily="2" charset="-122"/>
              </a:rPr>
              <a:t>/</a:t>
            </a:r>
            <a:r>
              <a:rPr lang="zh-CN" altLang="en-US" b="0" kern="0" dirty="0">
                <a:solidFill>
                  <a:schemeClr val="tx1"/>
                </a:solidFill>
                <a:latin typeface="华文楷体" panose="02010600040101010101" pitchFamily="2" charset="-122"/>
                <a:ea typeface="华文楷体" panose="02010600040101010101" pitchFamily="2" charset="-122"/>
              </a:rPr>
              <a:t>数据访问、</a:t>
            </a:r>
            <a:r>
              <a:rPr lang="en-US" altLang="zh-CN" b="0" kern="0" dirty="0">
                <a:solidFill>
                  <a:schemeClr val="tx1"/>
                </a:solidFill>
                <a:latin typeface="华文楷体" panose="02010600040101010101" pitchFamily="2" charset="-122"/>
                <a:ea typeface="华文楷体" panose="02010600040101010101" pitchFamily="2" charset="-122"/>
              </a:rPr>
              <a:t>RPC</a:t>
            </a:r>
            <a:r>
              <a:rPr lang="zh-CN" altLang="en-US" b="0" kern="0" dirty="0">
                <a:solidFill>
                  <a:schemeClr val="tx1"/>
                </a:solidFill>
                <a:latin typeface="华文楷体" panose="02010600040101010101" pitchFamily="2" charset="-122"/>
                <a:ea typeface="华文楷体" panose="02010600040101010101" pitchFamily="2" charset="-122"/>
              </a:rPr>
              <a:t>、实时调度</a:t>
            </a:r>
          </a:p>
          <a:p>
            <a:pPr eaLnBrk="1" hangingPunct="1">
              <a:lnSpc>
                <a:spcPct val="150000"/>
              </a:lnSpc>
            </a:pPr>
            <a:r>
              <a:rPr lang="zh-CN" altLang="en-US" kern="0" dirty="0">
                <a:solidFill>
                  <a:srgbClr val="002060"/>
                </a:solidFill>
                <a:latin typeface="华文中宋" panose="02010600040101010101" pitchFamily="2" charset="-122"/>
                <a:ea typeface="华文中宋" panose="02010600040101010101" pitchFamily="2" charset="-122"/>
              </a:rPr>
              <a:t>体系结构的表达</a:t>
            </a:r>
          </a:p>
          <a:p>
            <a:pPr lvl="1" eaLnBrk="1" hangingPunct="1">
              <a:lnSpc>
                <a:spcPct val="150000"/>
              </a:lnSpc>
              <a:buFont typeface="Wingdings" panose="05000000000000000000" pitchFamily="2" charset="2"/>
              <a:buChar char="n"/>
            </a:pPr>
            <a:r>
              <a:rPr lang="zh-CN" altLang="en-US" b="0" kern="0" dirty="0">
                <a:solidFill>
                  <a:schemeClr val="tx1"/>
                </a:solidFill>
                <a:highlight>
                  <a:srgbClr val="FFFF00"/>
                </a:highlight>
                <a:latin typeface="华文楷体" panose="02010600040101010101" pitchFamily="2" charset="-122"/>
                <a:ea typeface="华文楷体" panose="02010600040101010101" pitchFamily="2" charset="-122"/>
              </a:rPr>
              <a:t>支持体系结构的图形和文字的表达方式，两者之间可以互相转换。</a:t>
            </a:r>
          </a:p>
        </p:txBody>
      </p:sp>
    </p:spTree>
    <p:extLst>
      <p:ext uri="{BB962C8B-B14F-4D97-AF65-F5344CB8AC3E}">
        <p14:creationId xmlns:p14="http://schemas.microsoft.com/office/powerpoint/2010/main" val="1267381455"/>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67587" name="Rectangle 2"/>
          <p:cNvSpPr>
            <a:spLocks noGrp="1" noChangeArrowheads="1"/>
          </p:cNvSpPr>
          <p:nvPr>
            <p:ph type="title"/>
          </p:nvPr>
        </p:nvSpPr>
        <p:spPr>
          <a:xfrm>
            <a:off x="0" y="116632"/>
            <a:ext cx="9144000" cy="838200"/>
          </a:xfrm>
        </p:spPr>
        <p:txBody>
          <a:bodyPr/>
          <a:lstStyle/>
          <a:p>
            <a:pPr eaLnBrk="1" hangingPunct="1"/>
            <a:r>
              <a:rPr lang="en-US" altLang="zh-CN" sz="3200" dirty="0">
                <a:latin typeface="华文中宋" panose="02010600040101010101" pitchFamily="2" charset="-122"/>
                <a:ea typeface="华文中宋" panose="02010600040101010101" pitchFamily="2" charset="-122"/>
              </a:rPr>
              <a:t>§6.5 </a:t>
            </a:r>
            <a:r>
              <a:rPr lang="zh-CN" altLang="en-US" sz="3200" dirty="0">
                <a:latin typeface="华文中宋" panose="02010600040101010101" pitchFamily="2" charset="-122"/>
                <a:ea typeface="华文中宋" panose="02010600040101010101" pitchFamily="2" charset="-122"/>
              </a:rPr>
              <a:t>软件体系结构集成环境：</a:t>
            </a:r>
            <a:r>
              <a:rPr lang="en-US" altLang="zh-CN" sz="3200" dirty="0">
                <a:latin typeface="华文中宋" panose="02010600040101010101" pitchFamily="2" charset="-122"/>
                <a:ea typeface="华文中宋" panose="02010600040101010101" pitchFamily="2" charset="-122"/>
              </a:rPr>
              <a:t>Wright</a:t>
            </a:r>
            <a:endParaRPr lang="zh-CN" altLang="en-US" sz="3200" dirty="0">
              <a:latin typeface="华文中宋" panose="02010600040101010101" pitchFamily="2" charset="-122"/>
              <a:ea typeface="华文中宋" panose="02010600040101010101" pitchFamily="2" charset="-122"/>
            </a:endParaRPr>
          </a:p>
        </p:txBody>
      </p:sp>
      <p:sp>
        <p:nvSpPr>
          <p:cNvPr id="67588" name="Rectangle 3"/>
          <p:cNvSpPr>
            <a:spLocks noGrp="1" noChangeArrowheads="1"/>
          </p:cNvSpPr>
          <p:nvPr>
            <p:ph type="body" idx="1"/>
          </p:nvPr>
        </p:nvSpPr>
        <p:spPr/>
        <p:txBody>
          <a:bodyPr/>
          <a:lstStyle/>
          <a:p>
            <a:r>
              <a:rPr lang="en-US" altLang="zh-CN" dirty="0">
                <a:solidFill>
                  <a:schemeClr val="tx1"/>
                </a:solidFill>
                <a:latin typeface="华文中宋" panose="02010600040101010101" pitchFamily="2" charset="-122"/>
                <a:ea typeface="华文中宋" panose="02010600040101010101" pitchFamily="2" charset="-122"/>
              </a:rPr>
              <a:t>Wright</a:t>
            </a:r>
            <a:r>
              <a:rPr lang="zh-CN" altLang="en-US" dirty="0">
                <a:solidFill>
                  <a:schemeClr val="tx1"/>
                </a:solidFill>
                <a:latin typeface="华文中宋" panose="02010600040101010101" pitchFamily="2" charset="-122"/>
                <a:ea typeface="华文中宋" panose="02010600040101010101" pitchFamily="2" charset="-122"/>
              </a:rPr>
              <a:t>体系结构描述语言用于描述软件系统的体系结构，由</a:t>
            </a:r>
            <a:r>
              <a:rPr lang="zh-CN" altLang="en-US" dirty="0">
                <a:solidFill>
                  <a:schemeClr val="tx1"/>
                </a:solidFill>
                <a:latin typeface="华文中宋" panose="02010600040101010101" pitchFamily="2" charset="-122"/>
                <a:ea typeface="华文中宋" panose="02010600040101010101" pitchFamily="2" charset="-122"/>
                <a:hlinkClick r:id="rId2">
                  <a:extLst>
                    <a:ext uri="{A12FA001-AC4F-418D-AE19-62706E023703}">
                      <ahyp:hlinkClr xmlns:ahyp="http://schemas.microsoft.com/office/drawing/2018/hyperlinkcolor" val="tx"/>
                    </a:ext>
                  </a:extLst>
                </a:hlinkClick>
              </a:rPr>
              <a:t>卡耐基梅隆大学</a:t>
            </a:r>
            <a:r>
              <a:rPr lang="zh-CN" altLang="en-US" dirty="0">
                <a:solidFill>
                  <a:schemeClr val="tx1"/>
                </a:solidFill>
                <a:latin typeface="华文中宋" panose="02010600040101010101" pitchFamily="2" charset="-122"/>
                <a:ea typeface="华文中宋" panose="02010600040101010101" pitchFamily="2" charset="-122"/>
              </a:rPr>
              <a:t>开发的。</a:t>
            </a:r>
          </a:p>
          <a:p>
            <a:pPr eaLnBrk="1" hangingPunct="1">
              <a:lnSpc>
                <a:spcPct val="150000"/>
              </a:lnSpc>
            </a:pPr>
            <a:r>
              <a:rPr lang="zh-CN" altLang="en-US" dirty="0">
                <a:solidFill>
                  <a:schemeClr val="tx1"/>
                </a:solidFill>
                <a:latin typeface="华文中宋" panose="02010600040101010101" pitchFamily="2" charset="-122"/>
                <a:ea typeface="华文中宋" panose="02010600040101010101" pitchFamily="2" charset="-122"/>
              </a:rPr>
              <a:t>从组件，连接器，角色和端口等概念入手界定了一种</a:t>
            </a:r>
            <a:r>
              <a:rPr lang="zh-CN" altLang="en-US" dirty="0">
                <a:solidFill>
                  <a:schemeClr val="tx1"/>
                </a:solidFill>
                <a:latin typeface="华文中宋" panose="02010600040101010101" pitchFamily="2" charset="-122"/>
                <a:ea typeface="华文中宋" panose="02010600040101010101" pitchFamily="2" charset="-122"/>
                <a:hlinkClick r:id="rId3">
                  <a:extLst>
                    <a:ext uri="{A12FA001-AC4F-418D-AE19-62706E023703}">
                      <ahyp:hlinkClr xmlns:ahyp="http://schemas.microsoft.com/office/drawing/2018/hyperlinkcolor" val="tx"/>
                    </a:ext>
                  </a:extLst>
                </a:hlinkClick>
              </a:rPr>
              <a:t>软件架构</a:t>
            </a:r>
            <a:r>
              <a:rPr lang="zh-CN" altLang="en-US" dirty="0">
                <a:solidFill>
                  <a:schemeClr val="tx1"/>
                </a:solidFill>
                <a:latin typeface="华文中宋" panose="02010600040101010101" pitchFamily="2" charset="-122"/>
                <a:ea typeface="华文中宋" panose="02010600040101010101" pitchFamily="2" charset="-122"/>
              </a:rPr>
              <a:t>。可以描述体系结构的风格、系统族、体系结构实例和单个系统。</a:t>
            </a:r>
          </a:p>
          <a:p>
            <a:pPr eaLnBrk="1" hangingPunct="1">
              <a:lnSpc>
                <a:spcPct val="150000"/>
              </a:lnSpc>
            </a:pPr>
            <a:r>
              <a:rPr lang="zh-CN" altLang="en-US" dirty="0">
                <a:solidFill>
                  <a:schemeClr val="tx1"/>
                </a:solidFill>
                <a:latin typeface="华文中宋" panose="02010600040101010101" pitchFamily="2" charset="-122"/>
                <a:ea typeface="华文中宋" panose="02010600040101010101" pitchFamily="2" charset="-122"/>
              </a:rPr>
              <a:t>提供对计算构件和连接件的描述。</a:t>
            </a:r>
            <a:endParaRPr lang="en-US" altLang="zh-CN"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pPr>
            <a:r>
              <a:rPr lang="en-US" altLang="zh-CN" dirty="0">
                <a:solidFill>
                  <a:schemeClr val="tx1"/>
                </a:solidFill>
                <a:latin typeface="华文中宋" panose="02010600040101010101" pitchFamily="2" charset="-122"/>
                <a:ea typeface="华文中宋" panose="02010600040101010101" pitchFamily="2" charset="-122"/>
              </a:rPr>
              <a:t>Wright</a:t>
            </a:r>
            <a:r>
              <a:rPr lang="zh-CN" altLang="en-US" dirty="0">
                <a:solidFill>
                  <a:schemeClr val="tx1"/>
                </a:solidFill>
                <a:latin typeface="华文中宋" panose="02010600040101010101" pitchFamily="2" charset="-122"/>
                <a:ea typeface="华文中宋" panose="02010600040101010101" pitchFamily="2" charset="-122"/>
              </a:rPr>
              <a:t>语言的描述</a:t>
            </a:r>
          </a:p>
          <a:p>
            <a:pPr lvl="1" eaLnBrk="1" hangingPunct="1">
              <a:lnSpc>
                <a:spcPct val="150000"/>
              </a:lnSpc>
              <a:buFont typeface="Wingdings" panose="05000000000000000000" pitchFamily="2" charset="2"/>
              <a:buChar char="n"/>
            </a:pPr>
            <a:r>
              <a:rPr lang="zh-CN" altLang="en-US" b="0" dirty="0">
                <a:solidFill>
                  <a:schemeClr val="tx1"/>
                </a:solidFill>
                <a:latin typeface="华文楷体" panose="02010600040101010101" pitchFamily="2" charset="-122"/>
                <a:ea typeface="华文楷体" panose="02010600040101010101" pitchFamily="2" charset="-122"/>
              </a:rPr>
              <a:t>根据构件、连接件和配置等基本体系结构元素的抽象而构造系统</a:t>
            </a:r>
          </a:p>
          <a:p>
            <a:pPr lvl="1" eaLnBrk="1" hangingPunct="1">
              <a:lnSpc>
                <a:spcPct val="150000"/>
              </a:lnSpc>
              <a:buFont typeface="Wingdings" panose="05000000000000000000" pitchFamily="2" charset="2"/>
              <a:buChar char="n"/>
            </a:pPr>
            <a:r>
              <a:rPr lang="zh-CN" altLang="en-US" b="0" dirty="0">
                <a:solidFill>
                  <a:schemeClr val="tx1"/>
                </a:solidFill>
                <a:latin typeface="华文楷体" panose="02010600040101010101" pitchFamily="2" charset="-122"/>
                <a:ea typeface="华文楷体" panose="02010600040101010101" pitchFamily="2" charset="-122"/>
              </a:rPr>
              <a:t>构件作为计算部件，连接件形式化为交互模式</a:t>
            </a:r>
          </a:p>
          <a:p>
            <a:pPr eaLnBrk="1" hangingPunct="1">
              <a:lnSpc>
                <a:spcPct val="150000"/>
              </a:lnSpc>
            </a:pPr>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10838347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69635" name="Rectangle 2"/>
          <p:cNvSpPr>
            <a:spLocks noGrp="1" noChangeArrowheads="1"/>
          </p:cNvSpPr>
          <p:nvPr>
            <p:ph type="title"/>
          </p:nvPr>
        </p:nvSpPr>
        <p:spPr>
          <a:xfrm>
            <a:off x="0" y="116632"/>
            <a:ext cx="9144000" cy="838200"/>
          </a:xfrm>
        </p:spPr>
        <p:txBody>
          <a:bodyPr/>
          <a:lstStyle/>
          <a:p>
            <a:pPr eaLnBrk="1" hangingPunct="1"/>
            <a:r>
              <a:rPr lang="en-US" altLang="zh-CN" sz="2800" dirty="0">
                <a:latin typeface="华文中宋" panose="02010600040101010101" pitchFamily="2" charset="-122"/>
                <a:ea typeface="华文中宋" panose="02010600040101010101" pitchFamily="2" charset="-122"/>
              </a:rPr>
              <a:t>§6.5 </a:t>
            </a:r>
            <a:r>
              <a:rPr lang="zh-CN" altLang="en-US" sz="2800" dirty="0">
                <a:latin typeface="华文中宋" panose="02010600040101010101" pitchFamily="2" charset="-122"/>
                <a:ea typeface="华文中宋" panose="02010600040101010101" pitchFamily="2" charset="-122"/>
              </a:rPr>
              <a:t>软件体系结构集成环境：</a:t>
            </a:r>
            <a:r>
              <a:rPr lang="en-US" altLang="zh-CN" sz="2800" dirty="0">
                <a:latin typeface="华文中宋" panose="02010600040101010101" pitchFamily="2" charset="-122"/>
                <a:ea typeface="华文中宋" panose="02010600040101010101" pitchFamily="2" charset="-122"/>
              </a:rPr>
              <a:t>Darwin</a:t>
            </a:r>
            <a:endParaRPr lang="zh-CN" altLang="en-US" sz="2800" dirty="0">
              <a:latin typeface="华文中宋" panose="02010600040101010101" pitchFamily="2" charset="-122"/>
              <a:ea typeface="华文中宋" panose="02010600040101010101" pitchFamily="2" charset="-122"/>
            </a:endParaRPr>
          </a:p>
        </p:txBody>
      </p:sp>
      <p:sp>
        <p:nvSpPr>
          <p:cNvPr id="69636" name="Rectangle 3"/>
          <p:cNvSpPr>
            <a:spLocks noGrp="1" noChangeArrowheads="1"/>
          </p:cNvSpPr>
          <p:nvPr>
            <p:ph type="body" idx="1"/>
          </p:nvPr>
        </p:nvSpPr>
        <p:spPr>
          <a:xfrm>
            <a:off x="624417" y="836712"/>
            <a:ext cx="10972800" cy="5354539"/>
          </a:xfrm>
        </p:spPr>
        <p:txBody>
          <a:bodyPr/>
          <a:lstStyle/>
          <a:p>
            <a:pPr eaLnBrk="1" hangingPunct="1">
              <a:lnSpc>
                <a:spcPct val="150000"/>
              </a:lnSpc>
            </a:pPr>
            <a:r>
              <a:rPr lang="zh-CN" altLang="en-US" dirty="0">
                <a:solidFill>
                  <a:schemeClr val="tx1"/>
                </a:solidFill>
                <a:latin typeface="华文中宋" panose="02010600040101010101" pitchFamily="2" charset="-122"/>
                <a:ea typeface="华文中宋" panose="02010600040101010101" pitchFamily="2" charset="-122"/>
              </a:rPr>
              <a:t>标识符、关键字和函数</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与</a:t>
            </a:r>
            <a:r>
              <a:rPr lang="en-US" altLang="zh-CN" b="0" dirty="0">
                <a:solidFill>
                  <a:schemeClr val="tx1"/>
                </a:solidFill>
                <a:latin typeface="华文中宋" panose="02010600040101010101" pitchFamily="2" charset="-122"/>
                <a:ea typeface="华文中宋" panose="02010600040101010101" pitchFamily="2" charset="-122"/>
              </a:rPr>
              <a:t>IDL(Interface Description Language)</a:t>
            </a:r>
            <a:r>
              <a:rPr lang="zh-CN" altLang="en-US" b="0" dirty="0">
                <a:solidFill>
                  <a:schemeClr val="tx1"/>
                </a:solidFill>
                <a:latin typeface="华文中宋" panose="02010600040101010101" pitchFamily="2" charset="-122"/>
                <a:ea typeface="华文中宋" panose="02010600040101010101" pitchFamily="2" charset="-122"/>
              </a:rPr>
              <a:t>的语法约定相同</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标识符：在</a:t>
            </a:r>
            <a:r>
              <a:rPr lang="en-US" altLang="zh-CN" b="0" dirty="0">
                <a:solidFill>
                  <a:schemeClr val="tx1"/>
                </a:solidFill>
                <a:latin typeface="华文中宋" panose="02010600040101010101" pitchFamily="2" charset="-122"/>
                <a:ea typeface="华文中宋" panose="02010600040101010101" pitchFamily="2" charset="-122"/>
              </a:rPr>
              <a:t>Darwin</a:t>
            </a:r>
            <a:r>
              <a:rPr lang="zh-CN" altLang="en-US" b="0" dirty="0">
                <a:solidFill>
                  <a:schemeClr val="tx1"/>
                </a:solidFill>
                <a:latin typeface="华文中宋" panose="02010600040101010101" pitchFamily="2" charset="-122"/>
                <a:ea typeface="华文中宋" panose="02010600040101010101" pitchFamily="2" charset="-122"/>
              </a:rPr>
              <a:t>系统中，用标识符定义和命名构件的类型、接口类型、参数、常量、端口、实例、关键字等。</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函数：</a:t>
            </a:r>
            <a:r>
              <a:rPr lang="en-US" altLang="zh-CN" b="0" dirty="0">
                <a:solidFill>
                  <a:schemeClr val="tx1"/>
                </a:solidFill>
                <a:latin typeface="华文中宋" panose="02010600040101010101" pitchFamily="2" charset="-122"/>
                <a:ea typeface="华文中宋" panose="02010600040101010101" pitchFamily="2" charset="-122"/>
              </a:rPr>
              <a:t>Darwin</a:t>
            </a:r>
            <a:r>
              <a:rPr lang="zh-CN" altLang="en-US" b="0" dirty="0">
                <a:solidFill>
                  <a:schemeClr val="tx1"/>
                </a:solidFill>
                <a:latin typeface="华文中宋" panose="02010600040101010101" pitchFamily="2" charset="-122"/>
                <a:ea typeface="华文中宋" panose="02010600040101010101" pitchFamily="2" charset="-122"/>
              </a:rPr>
              <a:t>扩展了</a:t>
            </a:r>
            <a:r>
              <a:rPr lang="en-US" altLang="zh-CN" b="0" dirty="0">
                <a:solidFill>
                  <a:schemeClr val="tx1"/>
                </a:solidFill>
                <a:latin typeface="华文中宋" panose="02010600040101010101" pitchFamily="2" charset="-122"/>
                <a:ea typeface="华文中宋" panose="02010600040101010101" pitchFamily="2" charset="-122"/>
              </a:rPr>
              <a:t>IDL</a:t>
            </a:r>
            <a:r>
              <a:rPr lang="zh-CN" altLang="en-US" b="0" dirty="0">
                <a:solidFill>
                  <a:schemeClr val="tx1"/>
                </a:solidFill>
                <a:latin typeface="华文中宋" panose="02010600040101010101" pitchFamily="2" charset="-122"/>
                <a:ea typeface="华文中宋" panose="02010600040101010101" pitchFamily="2" charset="-122"/>
              </a:rPr>
              <a:t>以支持函数的调用</a:t>
            </a:r>
            <a:endParaRPr lang="en-US" altLang="zh-CN" b="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pPr>
            <a:r>
              <a:rPr lang="zh-CN" altLang="en-US" dirty="0">
                <a:solidFill>
                  <a:schemeClr val="tx1"/>
                </a:solidFill>
                <a:latin typeface="华文中宋" panose="02010600040101010101" pitchFamily="2" charset="-122"/>
                <a:ea typeface="华文中宋" panose="02010600040101010101" pitchFamily="2" charset="-122"/>
              </a:rPr>
              <a:t>构件说明</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构件说明定义了可以创建一个或多个实例的构件类型。</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局部构件（</a:t>
            </a:r>
            <a:r>
              <a:rPr lang="en-US" altLang="zh-CN" b="0" dirty="0">
                <a:solidFill>
                  <a:schemeClr val="tx1"/>
                </a:solidFill>
                <a:latin typeface="华文中宋" panose="02010600040101010101" pitchFamily="2" charset="-122"/>
                <a:ea typeface="华文中宋" panose="02010600040101010101" pitchFamily="2" charset="-122"/>
              </a:rPr>
              <a:t>Partial Component Declaration</a:t>
            </a:r>
            <a:r>
              <a:rPr lang="zh-CN" altLang="en-US" b="0" dirty="0">
                <a:solidFill>
                  <a:schemeClr val="tx1"/>
                </a:solidFill>
                <a:latin typeface="华文中宋" panose="02010600040101010101" pitchFamily="2" charset="-122"/>
                <a:ea typeface="华文中宋" panose="02010600040101010101" pitchFamily="2" charset="-122"/>
              </a:rPr>
              <a:t>）：构件的类型可以从其他构件类型完全或者局部导出。</a:t>
            </a:r>
          </a:p>
          <a:p>
            <a:pPr lvl="1" eaLnBrk="1" hangingPunct="1">
              <a:lnSpc>
                <a:spcPct val="150000"/>
              </a:lnSpc>
              <a:buFont typeface="Wingdings" panose="05000000000000000000" pitchFamily="2" charset="2"/>
              <a:buChar char="n"/>
            </a:pPr>
            <a:r>
              <a:rPr lang="zh-CN" altLang="en-US" b="0" dirty="0">
                <a:solidFill>
                  <a:schemeClr val="tx1"/>
                </a:solidFill>
                <a:latin typeface="华文中宋" panose="02010600040101010101" pitchFamily="2" charset="-122"/>
                <a:ea typeface="华文中宋" panose="02010600040101010101" pitchFamily="2" charset="-122"/>
              </a:rPr>
              <a:t>通用构件</a:t>
            </a:r>
          </a:p>
          <a:p>
            <a:pPr lvl="1" eaLnBrk="1" hangingPunct="1"/>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74554945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71683" name="Rectangle 2"/>
          <p:cNvSpPr>
            <a:spLocks noGrp="1" noChangeArrowheads="1"/>
          </p:cNvSpPr>
          <p:nvPr>
            <p:ph type="title"/>
          </p:nvPr>
        </p:nvSpPr>
        <p:spPr>
          <a:xfrm>
            <a:off x="1" y="228600"/>
            <a:ext cx="10199689" cy="838200"/>
          </a:xfrm>
        </p:spPr>
        <p:txBody>
          <a:bodyPr/>
          <a:lstStyle/>
          <a:p>
            <a:pPr eaLnBrk="1" hangingPunct="1"/>
            <a:r>
              <a:rPr lang="en-US" altLang="zh-CN" sz="2800" dirty="0">
                <a:latin typeface="华文中宋" panose="02010600040101010101" pitchFamily="2" charset="-122"/>
                <a:ea typeface="华文中宋" panose="02010600040101010101" pitchFamily="2" charset="-122"/>
              </a:rPr>
              <a:t>§6.5 </a:t>
            </a:r>
            <a:r>
              <a:rPr lang="zh-CN" altLang="en-US" sz="2800" dirty="0">
                <a:latin typeface="华文中宋" panose="02010600040101010101" pitchFamily="2" charset="-122"/>
                <a:ea typeface="华文中宋" panose="02010600040101010101" pitchFamily="2" charset="-122"/>
              </a:rPr>
              <a:t>软件体系结构集成环境：</a:t>
            </a:r>
            <a:r>
              <a:rPr lang="en-US" altLang="zh-CN" sz="2800" dirty="0">
                <a:latin typeface="华文中宋" panose="02010600040101010101" pitchFamily="2" charset="-122"/>
                <a:ea typeface="华文中宋" panose="02010600040101010101" pitchFamily="2" charset="-122"/>
              </a:rPr>
              <a:t>Darwin</a:t>
            </a:r>
            <a:endParaRPr lang="zh-CN" altLang="en-US" sz="2800" dirty="0">
              <a:latin typeface="华文中宋" panose="02010600040101010101" pitchFamily="2" charset="-122"/>
              <a:ea typeface="华文中宋" panose="02010600040101010101" pitchFamily="2" charset="-122"/>
            </a:endParaRPr>
          </a:p>
        </p:txBody>
      </p:sp>
      <p:sp>
        <p:nvSpPr>
          <p:cNvPr id="71684" name="Rectangle 3"/>
          <p:cNvSpPr>
            <a:spLocks noGrp="1" noChangeArrowheads="1"/>
          </p:cNvSpPr>
          <p:nvPr>
            <p:ph type="body" idx="1"/>
          </p:nvPr>
        </p:nvSpPr>
        <p:spPr>
          <a:xfrm>
            <a:off x="695400" y="980728"/>
            <a:ext cx="10972800" cy="5426547"/>
          </a:xfrm>
        </p:spPr>
        <p:txBody>
          <a:bodyPr/>
          <a:lstStyle/>
          <a:p>
            <a:pPr eaLnBrk="1" hangingPunct="1">
              <a:lnSpc>
                <a:spcPct val="150000"/>
              </a:lnSpc>
            </a:pPr>
            <a:r>
              <a:rPr lang="en-US" altLang="zh-CN" dirty="0">
                <a:solidFill>
                  <a:srgbClr val="002060"/>
                </a:solidFill>
                <a:latin typeface="华文中宋" panose="02010600040101010101" pitchFamily="2" charset="-122"/>
                <a:ea typeface="华文中宋" panose="02010600040101010101" pitchFamily="2" charset="-122"/>
              </a:rPr>
              <a:t>Darwin</a:t>
            </a:r>
            <a:r>
              <a:rPr lang="zh-CN" altLang="en-US" dirty="0">
                <a:solidFill>
                  <a:srgbClr val="002060"/>
                </a:solidFill>
                <a:latin typeface="华文中宋" panose="02010600040101010101" pitchFamily="2" charset="-122"/>
                <a:ea typeface="华文中宋" panose="02010600040101010101" pitchFamily="2" charset="-122"/>
              </a:rPr>
              <a:t>系统程序设计</a:t>
            </a:r>
          </a:p>
          <a:p>
            <a:pPr lvl="1" eaLnBrk="1" hangingPunct="1">
              <a:lnSpc>
                <a:spcPct val="150000"/>
              </a:lnSpc>
              <a:buFont typeface="Wingdings" panose="05000000000000000000" pitchFamily="2" charset="2"/>
              <a:buChar char="n"/>
            </a:pPr>
            <a:r>
              <a:rPr lang="zh-CN" altLang="en-US" sz="1800" b="0" dirty="0">
                <a:solidFill>
                  <a:schemeClr val="tx1"/>
                </a:solidFill>
                <a:latin typeface="华文楷体" panose="02010600040101010101" pitchFamily="2" charset="-122"/>
                <a:ea typeface="华文楷体" panose="02010600040101010101" pitchFamily="2" charset="-122"/>
              </a:rPr>
              <a:t>支持增量式开发</a:t>
            </a:r>
          </a:p>
          <a:p>
            <a:pPr lvl="1" eaLnBrk="1" hangingPunct="1">
              <a:lnSpc>
                <a:spcPct val="150000"/>
              </a:lnSpc>
              <a:buFont typeface="Wingdings" panose="05000000000000000000" pitchFamily="2" charset="2"/>
              <a:buChar char="n"/>
            </a:pPr>
            <a:r>
              <a:rPr lang="zh-CN" altLang="en-US" sz="1800" b="0" dirty="0">
                <a:solidFill>
                  <a:schemeClr val="tx1"/>
                </a:solidFill>
                <a:latin typeface="华文楷体" panose="02010600040101010101" pitchFamily="2" charset="-122"/>
                <a:ea typeface="华文楷体" panose="02010600040101010101" pitchFamily="2" charset="-122"/>
              </a:rPr>
              <a:t>工程文件</a:t>
            </a:r>
            <a:r>
              <a:rPr lang="en-US" altLang="zh-CN" sz="1800" b="0" dirty="0">
                <a:solidFill>
                  <a:schemeClr val="tx1"/>
                </a:solidFill>
                <a:latin typeface="华文楷体" panose="02010600040101010101" pitchFamily="2" charset="-122"/>
                <a:ea typeface="华文楷体" panose="02010600040101010101" pitchFamily="2" charset="-122"/>
              </a:rPr>
              <a:t>.</a:t>
            </a:r>
            <a:r>
              <a:rPr lang="en-US" altLang="zh-CN" sz="1800" b="0" dirty="0" err="1">
                <a:solidFill>
                  <a:schemeClr val="tx1"/>
                </a:solidFill>
                <a:latin typeface="华文楷体" panose="02010600040101010101" pitchFamily="2" charset="-122"/>
                <a:ea typeface="华文楷体" panose="02010600040101010101" pitchFamily="2" charset="-122"/>
              </a:rPr>
              <a:t>dw</a:t>
            </a:r>
            <a:endParaRPr lang="en-US" altLang="zh-CN" sz="1800" b="0" dirty="0">
              <a:solidFill>
                <a:schemeClr val="tx1"/>
              </a:solidFill>
              <a:latin typeface="华文楷体" panose="02010600040101010101" pitchFamily="2" charset="-122"/>
              <a:ea typeface="华文楷体" panose="02010600040101010101" pitchFamily="2" charset="-122"/>
            </a:endParaRPr>
          </a:p>
          <a:p>
            <a:pPr lvl="1" eaLnBrk="1" hangingPunct="1">
              <a:lnSpc>
                <a:spcPct val="150000"/>
              </a:lnSpc>
              <a:buFont typeface="Wingdings" panose="05000000000000000000" pitchFamily="2" charset="2"/>
              <a:buChar char="n"/>
            </a:pPr>
            <a:r>
              <a:rPr lang="en-US" altLang="zh-CN" sz="1800" b="0" dirty="0">
                <a:solidFill>
                  <a:schemeClr val="tx1"/>
                </a:solidFill>
                <a:latin typeface="华文楷体" panose="02010600040101010101" pitchFamily="2" charset="-122"/>
                <a:ea typeface="华文楷体" panose="02010600040101010101" pitchFamily="2" charset="-122"/>
              </a:rPr>
              <a:t>.cc</a:t>
            </a:r>
            <a:r>
              <a:rPr lang="zh-CN" altLang="en-US" sz="1800" b="0" dirty="0">
                <a:solidFill>
                  <a:schemeClr val="tx1"/>
                </a:solidFill>
                <a:latin typeface="华文楷体" panose="02010600040101010101" pitchFamily="2" charset="-122"/>
                <a:ea typeface="华文楷体" panose="02010600040101010101" pitchFamily="2" charset="-122"/>
              </a:rPr>
              <a:t>为程序文件</a:t>
            </a:r>
            <a:endParaRPr lang="en-US" altLang="zh-CN" sz="1800" b="0" dirty="0">
              <a:solidFill>
                <a:schemeClr val="tx1"/>
              </a:solidFill>
              <a:latin typeface="华文楷体" panose="02010600040101010101" pitchFamily="2" charset="-122"/>
              <a:ea typeface="华文楷体" panose="02010600040101010101" pitchFamily="2" charset="-122"/>
            </a:endParaRPr>
          </a:p>
          <a:p>
            <a:pPr eaLnBrk="1" hangingPunct="1">
              <a:lnSpc>
                <a:spcPct val="150000"/>
              </a:lnSpc>
            </a:pPr>
            <a:r>
              <a:rPr lang="en-US" altLang="zh-CN" dirty="0">
                <a:solidFill>
                  <a:srgbClr val="002060"/>
                </a:solidFill>
                <a:latin typeface="华文中宋" panose="02010600040101010101" pitchFamily="2" charset="-122"/>
                <a:ea typeface="华文中宋" panose="02010600040101010101" pitchFamily="2" charset="-122"/>
              </a:rPr>
              <a:t>Darwin</a:t>
            </a:r>
            <a:r>
              <a:rPr lang="zh-CN" altLang="en-US" dirty="0">
                <a:solidFill>
                  <a:srgbClr val="002060"/>
                </a:solidFill>
                <a:latin typeface="华文中宋" panose="02010600040101010101" pitchFamily="2" charset="-122"/>
                <a:ea typeface="华文中宋" panose="02010600040101010101" pitchFamily="2" charset="-122"/>
              </a:rPr>
              <a:t>系统设计验证</a:t>
            </a:r>
          </a:p>
          <a:p>
            <a:pPr lvl="1" eaLnBrk="1" hangingPunct="1">
              <a:lnSpc>
                <a:spcPct val="150000"/>
              </a:lnSpc>
              <a:buFont typeface="Wingdings" panose="05000000000000000000" pitchFamily="2" charset="2"/>
              <a:buChar char="n"/>
            </a:pPr>
            <a:r>
              <a:rPr lang="en-US" altLang="zh-CN" sz="1800" b="0" dirty="0">
                <a:solidFill>
                  <a:schemeClr val="tx1"/>
                </a:solidFill>
                <a:latin typeface="华文楷体" panose="02010600040101010101" pitchFamily="2" charset="-122"/>
                <a:ea typeface="华文楷体" panose="02010600040101010101" pitchFamily="2" charset="-122"/>
              </a:rPr>
              <a:t>Darwin</a:t>
            </a:r>
            <a:r>
              <a:rPr lang="zh-CN" altLang="en-US" sz="1800" b="0" dirty="0">
                <a:solidFill>
                  <a:schemeClr val="tx1"/>
                </a:solidFill>
                <a:latin typeface="华文楷体" panose="02010600040101010101" pitchFamily="2" charset="-122"/>
                <a:ea typeface="华文楷体" panose="02010600040101010101" pitchFamily="2" charset="-122"/>
              </a:rPr>
              <a:t>系统的设计验证工具为设计人员提供了一种“</a:t>
            </a:r>
            <a:r>
              <a:rPr lang="en-US" altLang="zh-CN" sz="1800" b="0" dirty="0">
                <a:solidFill>
                  <a:schemeClr val="tx1"/>
                </a:solidFill>
                <a:latin typeface="华文楷体" panose="02010600040101010101" pitchFamily="2" charset="-122"/>
                <a:ea typeface="华文楷体" panose="02010600040101010101" pitchFamily="2" charset="-122"/>
              </a:rPr>
              <a:t>What</a:t>
            </a:r>
            <a:r>
              <a:rPr lang="zh-CN" altLang="en-US" sz="1800" b="0" dirty="0">
                <a:solidFill>
                  <a:schemeClr val="tx1"/>
                </a:solidFill>
                <a:latin typeface="华文楷体" panose="02010600040101010101" pitchFamily="2" charset="-122"/>
                <a:ea typeface="华文楷体" panose="02010600040101010101" pitchFamily="2" charset="-122"/>
              </a:rPr>
              <a:t>－</a:t>
            </a:r>
            <a:r>
              <a:rPr lang="en-US" altLang="zh-CN" sz="1800" b="0" dirty="0">
                <a:solidFill>
                  <a:schemeClr val="tx1"/>
                </a:solidFill>
                <a:latin typeface="华文楷体" panose="02010600040101010101" pitchFamily="2" charset="-122"/>
                <a:ea typeface="华文楷体" panose="02010600040101010101" pitchFamily="2" charset="-122"/>
              </a:rPr>
              <a:t>If”</a:t>
            </a:r>
            <a:r>
              <a:rPr lang="zh-CN" altLang="en-US" sz="1800" b="0" dirty="0">
                <a:solidFill>
                  <a:schemeClr val="tx1"/>
                </a:solidFill>
                <a:latin typeface="华文楷体" panose="02010600040101010101" pitchFamily="2" charset="-122"/>
                <a:ea typeface="华文楷体" panose="02010600040101010101" pitchFamily="2" charset="-122"/>
              </a:rPr>
              <a:t>的测试机制。</a:t>
            </a:r>
            <a:endParaRPr lang="en-US" altLang="zh-CN" sz="1800" b="0" dirty="0">
              <a:solidFill>
                <a:schemeClr val="tx1"/>
              </a:solidFill>
              <a:latin typeface="华文楷体" panose="02010600040101010101" pitchFamily="2" charset="-122"/>
              <a:ea typeface="华文楷体" panose="02010600040101010101" pitchFamily="2" charset="-122"/>
            </a:endParaRPr>
          </a:p>
          <a:p>
            <a:pPr eaLnBrk="1" hangingPunct="1">
              <a:lnSpc>
                <a:spcPct val="150000"/>
              </a:lnSpc>
            </a:pPr>
            <a:r>
              <a:rPr lang="en-US" altLang="zh-CN" dirty="0">
                <a:solidFill>
                  <a:srgbClr val="002060"/>
                </a:solidFill>
                <a:latin typeface="华文中宋" panose="02010600040101010101" pitchFamily="2" charset="-122"/>
                <a:ea typeface="华文中宋" panose="02010600040101010101" pitchFamily="2" charset="-122"/>
              </a:rPr>
              <a:t>Darwin</a:t>
            </a:r>
            <a:r>
              <a:rPr lang="zh-CN" altLang="en-US" dirty="0">
                <a:solidFill>
                  <a:srgbClr val="002060"/>
                </a:solidFill>
                <a:latin typeface="华文中宋" panose="02010600040101010101" pitchFamily="2" charset="-122"/>
                <a:ea typeface="华文中宋" panose="02010600040101010101" pitchFamily="2" charset="-122"/>
              </a:rPr>
              <a:t>系统程序结构构造</a:t>
            </a:r>
          </a:p>
          <a:p>
            <a:pPr lvl="1" eaLnBrk="1" hangingPunct="1">
              <a:lnSpc>
                <a:spcPct val="150000"/>
              </a:lnSpc>
              <a:buFont typeface="Wingdings" panose="05000000000000000000" pitchFamily="2" charset="2"/>
              <a:buChar char="n"/>
            </a:pPr>
            <a:r>
              <a:rPr lang="zh-CN" altLang="en-US" sz="1800" b="0" dirty="0">
                <a:solidFill>
                  <a:schemeClr val="tx1"/>
                </a:solidFill>
                <a:latin typeface="华文楷体" panose="02010600040101010101" pitchFamily="2" charset="-122"/>
                <a:ea typeface="华文楷体" panose="02010600040101010101" pitchFamily="2" charset="-122"/>
              </a:rPr>
              <a:t>支持自顶向下</a:t>
            </a:r>
            <a:endParaRPr lang="en-US" altLang="zh-CN" sz="1800" b="0" dirty="0">
              <a:solidFill>
                <a:schemeClr val="tx1"/>
              </a:solidFill>
              <a:latin typeface="华文楷体" panose="02010600040101010101" pitchFamily="2" charset="-122"/>
              <a:ea typeface="华文楷体" panose="02010600040101010101" pitchFamily="2" charset="-122"/>
            </a:endParaRPr>
          </a:p>
          <a:p>
            <a:pPr lvl="1" eaLnBrk="1" hangingPunct="1">
              <a:lnSpc>
                <a:spcPct val="150000"/>
              </a:lnSpc>
              <a:buFont typeface="Wingdings" panose="05000000000000000000" pitchFamily="2" charset="2"/>
              <a:buChar char="n"/>
            </a:pPr>
            <a:r>
              <a:rPr lang="zh-CN" altLang="en-US" sz="1800" b="0" dirty="0">
                <a:solidFill>
                  <a:schemeClr val="tx1"/>
                </a:solidFill>
                <a:latin typeface="华文楷体" panose="02010600040101010101" pitchFamily="2" charset="-122"/>
                <a:ea typeface="华文楷体" panose="02010600040101010101" pitchFamily="2" charset="-122"/>
              </a:rPr>
              <a:t>支持自底向上</a:t>
            </a:r>
          </a:p>
          <a:p>
            <a:pPr lvl="1" eaLnBrk="1" hangingPunct="1">
              <a:lnSpc>
                <a:spcPct val="150000"/>
              </a:lnSpc>
              <a:buFont typeface="Wingdings" panose="05000000000000000000" pitchFamily="2" charset="2"/>
              <a:buChar char="n"/>
            </a:pPr>
            <a:r>
              <a:rPr lang="zh-CN" altLang="en-US" sz="1800" b="0" dirty="0">
                <a:solidFill>
                  <a:schemeClr val="tx1"/>
                </a:solidFill>
                <a:latin typeface="华文楷体" panose="02010600040101010101" pitchFamily="2" charset="-122"/>
                <a:ea typeface="华文楷体" panose="02010600040101010101" pitchFamily="2" charset="-122"/>
              </a:rPr>
              <a:t>支持合并构件</a:t>
            </a:r>
          </a:p>
          <a:p>
            <a:pPr lvl="1" eaLnBrk="1" hangingPunct="1">
              <a:lnSpc>
                <a:spcPct val="150000"/>
              </a:lnSpc>
              <a:buFont typeface="Wingdings" panose="05000000000000000000" pitchFamily="2" charset="2"/>
              <a:buChar char="n"/>
            </a:pPr>
            <a:r>
              <a:rPr lang="zh-CN" altLang="en-US" sz="1800" b="0" dirty="0">
                <a:solidFill>
                  <a:schemeClr val="tx1"/>
                </a:solidFill>
                <a:latin typeface="华文楷体" panose="02010600040101010101" pitchFamily="2" charset="-122"/>
                <a:ea typeface="华文楷体" panose="02010600040101010101" pitchFamily="2" charset="-122"/>
              </a:rPr>
              <a:t>支持分组构件</a:t>
            </a:r>
          </a:p>
          <a:p>
            <a:pPr lvl="1" eaLnBrk="1" hangingPunct="1"/>
            <a:endParaRPr lang="en-US" altLang="zh-CN"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543687115"/>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73731" name="Rectangle 2"/>
          <p:cNvSpPr>
            <a:spLocks noGrp="1" noChangeArrowheads="1"/>
          </p:cNvSpPr>
          <p:nvPr>
            <p:ph type="title"/>
          </p:nvPr>
        </p:nvSpPr>
        <p:spPr>
          <a:xfrm>
            <a:off x="1" y="228600"/>
            <a:ext cx="10272713" cy="838200"/>
          </a:xfrm>
        </p:spPr>
        <p:txBody>
          <a:bodyPr/>
          <a:lstStyle/>
          <a:p>
            <a:pPr eaLnBrk="1" hangingPunct="1"/>
            <a:r>
              <a:rPr lang="en-US" altLang="zh-CN" sz="2800" dirty="0">
                <a:latin typeface="华文中宋" panose="02010600040101010101" pitchFamily="2" charset="-122"/>
                <a:ea typeface="华文中宋" panose="02010600040101010101" pitchFamily="2" charset="-122"/>
              </a:rPr>
              <a:t>§6.5 </a:t>
            </a:r>
            <a:r>
              <a:rPr lang="zh-CN" altLang="en-US" sz="2800" dirty="0">
                <a:latin typeface="华文中宋" panose="02010600040101010101" pitchFamily="2" charset="-122"/>
                <a:ea typeface="华文中宋" panose="02010600040101010101" pitchFamily="2" charset="-122"/>
              </a:rPr>
              <a:t>软件体系结构集成环境：</a:t>
            </a:r>
            <a:r>
              <a:rPr lang="en-US" altLang="zh-CN" sz="2800" dirty="0">
                <a:latin typeface="华文中宋" panose="02010600040101010101" pitchFamily="2" charset="-122"/>
                <a:ea typeface="华文中宋" panose="02010600040101010101" pitchFamily="2" charset="-122"/>
              </a:rPr>
              <a:t>ACME</a:t>
            </a:r>
            <a:endParaRPr lang="zh-CN" altLang="en-US" sz="2800" dirty="0">
              <a:latin typeface="华文中宋" panose="02010600040101010101" pitchFamily="2" charset="-122"/>
              <a:ea typeface="华文中宋" panose="02010600040101010101" pitchFamily="2" charset="-122"/>
            </a:endParaRPr>
          </a:p>
        </p:txBody>
      </p:sp>
      <p:sp>
        <p:nvSpPr>
          <p:cNvPr id="73732" name="Rectangle 3"/>
          <p:cNvSpPr>
            <a:spLocks noGrp="1" noChangeArrowheads="1"/>
          </p:cNvSpPr>
          <p:nvPr>
            <p:ph type="body" idx="1"/>
          </p:nvPr>
        </p:nvSpPr>
        <p:spPr>
          <a:xfrm>
            <a:off x="479376" y="764704"/>
            <a:ext cx="11449272" cy="5864696"/>
          </a:xfrm>
        </p:spPr>
        <p:txBody>
          <a:bodyPr/>
          <a:lstStyle/>
          <a:p>
            <a:pPr eaLnBrk="1" hangingPunct="1">
              <a:lnSpc>
                <a:spcPct val="150000"/>
              </a:lnSpc>
            </a:pPr>
            <a:r>
              <a:rPr lang="en-US" altLang="zh-CN" sz="2000" dirty="0">
                <a:solidFill>
                  <a:schemeClr val="tx1"/>
                </a:solidFill>
                <a:latin typeface="华文中宋" panose="02010600040101010101" pitchFamily="2" charset="-122"/>
                <a:ea typeface="华文中宋" panose="02010600040101010101" pitchFamily="2" charset="-122"/>
              </a:rPr>
              <a:t>ACME</a:t>
            </a:r>
            <a:r>
              <a:rPr lang="zh-CN" altLang="en-US" sz="2000" dirty="0">
                <a:solidFill>
                  <a:schemeClr val="tx1"/>
                </a:solidFill>
                <a:latin typeface="华文中宋" panose="02010600040101010101" pitchFamily="2" charset="-122"/>
                <a:ea typeface="华文中宋" panose="02010600040101010101" pitchFamily="2" charset="-122"/>
              </a:rPr>
              <a:t>是</a:t>
            </a:r>
            <a:r>
              <a:rPr lang="en-US" altLang="zh-CN" sz="2000" dirty="0" err="1">
                <a:solidFill>
                  <a:schemeClr val="tx1"/>
                </a:solidFill>
                <a:latin typeface="华文中宋" panose="02010600040101010101" pitchFamily="2" charset="-122"/>
                <a:ea typeface="华文中宋" panose="02010600040101010101" pitchFamily="2" charset="-122"/>
              </a:rPr>
              <a:t>Caregie</a:t>
            </a:r>
            <a:r>
              <a:rPr lang="en-US" altLang="zh-CN" sz="2000" dirty="0">
                <a:solidFill>
                  <a:schemeClr val="tx1"/>
                </a:solidFill>
                <a:latin typeface="华文中宋" panose="02010600040101010101" pitchFamily="2" charset="-122"/>
                <a:ea typeface="华文中宋" panose="02010600040101010101" pitchFamily="2" charset="-122"/>
              </a:rPr>
              <a:t> Mellon</a:t>
            </a:r>
            <a:r>
              <a:rPr lang="zh-CN" altLang="en-US" sz="2000" dirty="0">
                <a:solidFill>
                  <a:schemeClr val="tx1"/>
                </a:solidFill>
                <a:latin typeface="华文中宋" panose="02010600040101010101" pitchFamily="2" charset="-122"/>
                <a:ea typeface="华文中宋" panose="02010600040101010101" pitchFamily="2" charset="-122"/>
              </a:rPr>
              <a:t>大学提出并研究的体系结构描述语言和环境</a:t>
            </a:r>
          </a:p>
          <a:p>
            <a:pPr eaLnBrk="1" hangingPunct="1">
              <a:lnSpc>
                <a:spcPct val="150000"/>
              </a:lnSpc>
            </a:pPr>
            <a:r>
              <a:rPr lang="en-US" altLang="zh-CN" sz="2000" dirty="0">
                <a:solidFill>
                  <a:schemeClr val="tx1"/>
                </a:solidFill>
                <a:latin typeface="华文中宋" panose="02010600040101010101" pitchFamily="2" charset="-122"/>
                <a:ea typeface="华文中宋" panose="02010600040101010101" pitchFamily="2" charset="-122"/>
              </a:rPr>
              <a:t>ACME</a:t>
            </a:r>
            <a:r>
              <a:rPr lang="zh-CN" altLang="en-US" sz="2000" dirty="0">
                <a:solidFill>
                  <a:schemeClr val="tx1"/>
                </a:solidFill>
                <a:latin typeface="华文中宋" panose="02010600040101010101" pitchFamily="2" charset="-122"/>
                <a:ea typeface="华文中宋" panose="02010600040101010101" pitchFamily="2" charset="-122"/>
              </a:rPr>
              <a:t>将系统描述成通过连接器实现交互关系的部件的图</a:t>
            </a:r>
          </a:p>
          <a:p>
            <a:pPr eaLnBrk="1" hangingPunct="1">
              <a:lnSpc>
                <a:spcPct val="150000"/>
              </a:lnSpc>
            </a:pPr>
            <a:r>
              <a:rPr lang="zh-CN" altLang="en-US" sz="2000" dirty="0">
                <a:solidFill>
                  <a:schemeClr val="tx1"/>
                </a:solidFill>
                <a:latin typeface="华文中宋" panose="02010600040101010101" pitchFamily="2" charset="-122"/>
                <a:ea typeface="华文中宋" panose="02010600040101010101" pitchFamily="2" charset="-122"/>
              </a:rPr>
              <a:t>采用图形化编辑方式直接描述构件和连接件</a:t>
            </a:r>
            <a:endParaRPr lang="en-US" altLang="zh-CN" sz="20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pPr>
            <a:r>
              <a:rPr lang="en-US" altLang="zh-CN" sz="2000" dirty="0">
                <a:solidFill>
                  <a:schemeClr val="tx1"/>
                </a:solidFill>
                <a:latin typeface="华文中宋" panose="02010600040101010101" pitchFamily="2" charset="-122"/>
                <a:ea typeface="华文中宋" panose="02010600040101010101" pitchFamily="2" charset="-122"/>
              </a:rPr>
              <a:t>ACME</a:t>
            </a:r>
            <a:r>
              <a:rPr lang="zh-CN" altLang="en-US" sz="2000" dirty="0">
                <a:solidFill>
                  <a:schemeClr val="tx1"/>
                </a:solidFill>
                <a:latin typeface="华文中宋" panose="02010600040101010101" pitchFamily="2" charset="-122"/>
                <a:ea typeface="华文中宋" panose="02010600040101010101" pitchFamily="2" charset="-122"/>
              </a:rPr>
              <a:t>的核心概念</a:t>
            </a:r>
          </a:p>
          <a:p>
            <a:pPr lvl="1" eaLnBrk="1" hangingPunct="1">
              <a:lnSpc>
                <a:spcPct val="150000"/>
              </a:lnSpc>
              <a:buFont typeface="Wingdings" panose="05000000000000000000" pitchFamily="2" charset="2"/>
              <a:buChar char="n"/>
            </a:pPr>
            <a:r>
              <a:rPr lang="zh-CN" altLang="en-US" sz="1800" dirty="0">
                <a:solidFill>
                  <a:schemeClr val="tx1"/>
                </a:solidFill>
                <a:latin typeface="华文中宋" panose="02010600040101010101" pitchFamily="2" charset="-122"/>
                <a:ea typeface="华文中宋" panose="02010600040101010101" pitchFamily="2" charset="-122"/>
              </a:rPr>
              <a:t>部件</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是系统描述的基本组块，代表了系统计算的核心</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可以用来表达硬件或者软件</a:t>
            </a:r>
          </a:p>
          <a:p>
            <a:pPr lvl="1" eaLnBrk="1" hangingPunct="1">
              <a:lnSpc>
                <a:spcPct val="150000"/>
              </a:lnSpc>
              <a:buFont typeface="Wingdings" panose="05000000000000000000" pitchFamily="2" charset="2"/>
              <a:buChar char="n"/>
            </a:pPr>
            <a:r>
              <a:rPr lang="zh-CN" altLang="en-US" sz="1800" dirty="0">
                <a:solidFill>
                  <a:schemeClr val="tx1"/>
                </a:solidFill>
                <a:latin typeface="华文中宋" panose="02010600040101010101" pitchFamily="2" charset="-122"/>
                <a:ea typeface="华文中宋" panose="02010600040101010101" pitchFamily="2" charset="-122"/>
              </a:rPr>
              <a:t>连接器</a:t>
            </a: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体系结构模型的一个重要特征是把交互看成是建模的概念。</a:t>
            </a:r>
            <a:endParaRPr lang="en-US" altLang="zh-CN" sz="1800" b="0" dirty="0">
              <a:solidFill>
                <a:schemeClr val="tx1"/>
              </a:solidFill>
              <a:latin typeface="华文楷体" panose="02010600040101010101" pitchFamily="2" charset="-122"/>
              <a:ea typeface="华文楷体" panose="02010600040101010101" pitchFamily="2" charset="-122"/>
            </a:endParaRPr>
          </a:p>
          <a:p>
            <a:pPr lvl="2" eaLnBrk="1" hangingPunct="1">
              <a:lnSpc>
                <a:spcPct val="150000"/>
              </a:lnSpc>
              <a:buFont typeface="Wingdings" panose="05000000000000000000" pitchFamily="2" charset="2"/>
              <a:buChar char="l"/>
            </a:pPr>
            <a:r>
              <a:rPr lang="zh-CN" altLang="en-US" sz="1800" b="0" dirty="0">
                <a:solidFill>
                  <a:schemeClr val="tx1"/>
                </a:solidFill>
                <a:latin typeface="华文楷体" panose="02010600040101010101" pitchFamily="2" charset="-122"/>
                <a:ea typeface="华文楷体" panose="02010600040101010101" pitchFamily="2" charset="-122"/>
              </a:rPr>
              <a:t>通过显式的连接器的概念，为明确地表达系统的通信关系提供了机制。</a:t>
            </a:r>
          </a:p>
          <a:p>
            <a:pPr lvl="1" eaLnBrk="1" hangingPunct="1">
              <a:lnSpc>
                <a:spcPct val="150000"/>
              </a:lnSpc>
              <a:buFont typeface="Wingdings" panose="05000000000000000000" pitchFamily="2" charset="2"/>
              <a:buChar char="n"/>
            </a:pPr>
            <a:r>
              <a:rPr lang="en-US" altLang="zh-CN" sz="1800" dirty="0">
                <a:solidFill>
                  <a:schemeClr val="tx1"/>
                </a:solidFill>
                <a:latin typeface="华文中宋" panose="02010600040101010101" pitchFamily="2" charset="-122"/>
                <a:ea typeface="华文中宋" panose="02010600040101010101" pitchFamily="2" charset="-122"/>
              </a:rPr>
              <a:t>ACME</a:t>
            </a:r>
            <a:r>
              <a:rPr lang="zh-CN" altLang="en-US" sz="1800" dirty="0">
                <a:solidFill>
                  <a:schemeClr val="tx1"/>
                </a:solidFill>
                <a:latin typeface="华文中宋" panose="02010600040101010101" pitchFamily="2" charset="-122"/>
                <a:ea typeface="华文中宋" panose="02010600040101010101" pitchFamily="2" charset="-122"/>
              </a:rPr>
              <a:t>句法结构</a:t>
            </a:r>
          </a:p>
          <a:p>
            <a:pPr lvl="2" eaLnBrk="1" hangingPunct="1">
              <a:lnSpc>
                <a:spcPct val="150000"/>
              </a:lnSpc>
              <a:buFont typeface="Wingdings" panose="05000000000000000000" pitchFamily="2" charset="2"/>
              <a:buChar char="l"/>
            </a:pPr>
            <a:r>
              <a:rPr lang="en-US" altLang="zh-CN" sz="1800" b="0" dirty="0">
                <a:solidFill>
                  <a:schemeClr val="tx1"/>
                </a:solidFill>
                <a:latin typeface="华文楷体" panose="02010600040101010101" pitchFamily="2" charset="-122"/>
                <a:ea typeface="华文楷体" panose="02010600040101010101" pitchFamily="2" charset="-122"/>
              </a:rPr>
              <a:t>Modeling a system with ACME</a:t>
            </a:r>
            <a:r>
              <a:rPr lang="zh-CN" altLang="en-US" sz="1800" b="0" dirty="0">
                <a:solidFill>
                  <a:schemeClr val="tx1"/>
                </a:solidFill>
                <a:latin typeface="华文楷体" panose="02010600040101010101" pitchFamily="2" charset="-122"/>
                <a:ea typeface="华文楷体" panose="02010600040101010101" pitchFamily="2" charset="-122"/>
              </a:rPr>
              <a:t>中给出了完整的句法结构描述。</a:t>
            </a:r>
          </a:p>
          <a:p>
            <a:pPr eaLnBrk="1" hangingPunct="1"/>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81363628"/>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75779" name="Rectangle 2"/>
          <p:cNvSpPr>
            <a:spLocks noGrp="1" noChangeArrowheads="1"/>
          </p:cNvSpPr>
          <p:nvPr>
            <p:ph type="title"/>
          </p:nvPr>
        </p:nvSpPr>
        <p:spPr>
          <a:xfrm>
            <a:off x="1" y="188913"/>
            <a:ext cx="10309227" cy="792163"/>
          </a:xfrm>
        </p:spPr>
        <p:txBody>
          <a:bodyPr/>
          <a:lstStyle/>
          <a:p>
            <a:pPr eaLnBrk="1" hangingPunct="1"/>
            <a:r>
              <a:rPr lang="en-US" altLang="zh-CN" dirty="0">
                <a:latin typeface="华文中宋" panose="02010600040101010101" pitchFamily="2" charset="-122"/>
                <a:ea typeface="华文中宋" panose="02010600040101010101" pitchFamily="2" charset="-122"/>
              </a:rPr>
              <a:t>§6.6 </a:t>
            </a:r>
            <a:r>
              <a:rPr lang="zh-CN" altLang="en-US" dirty="0">
                <a:latin typeface="华文中宋" panose="02010600040101010101" pitchFamily="2" charset="-122"/>
                <a:ea typeface="华文中宋" panose="02010600040101010101" pitchFamily="2" charset="-122"/>
              </a:rPr>
              <a:t>软件工程设计方法与体系结构描述</a:t>
            </a:r>
          </a:p>
        </p:txBody>
      </p:sp>
      <p:sp>
        <p:nvSpPr>
          <p:cNvPr id="75780" name="Rectangle 3"/>
          <p:cNvSpPr>
            <a:spLocks noGrp="1" noChangeArrowheads="1"/>
          </p:cNvSpPr>
          <p:nvPr>
            <p:ph type="body" idx="1"/>
          </p:nvPr>
        </p:nvSpPr>
        <p:spPr>
          <a:xfrm>
            <a:off x="551384" y="980455"/>
            <a:ext cx="11305256" cy="5688632"/>
          </a:xfrm>
        </p:spPr>
        <p:txBody>
          <a:bodyPr/>
          <a:lstStyle/>
          <a:p>
            <a:pPr eaLnBrk="1" hangingPunct="1">
              <a:lnSpc>
                <a:spcPct val="150000"/>
              </a:lnSpc>
            </a:pPr>
            <a:r>
              <a:rPr lang="zh-CN" altLang="en-US" dirty="0">
                <a:solidFill>
                  <a:schemeClr val="tx1"/>
                </a:solidFill>
                <a:latin typeface="华文中宋" panose="02010600040101010101" pitchFamily="2" charset="-122"/>
                <a:ea typeface="华文中宋" panose="02010600040101010101" pitchFamily="2" charset="-122"/>
              </a:rPr>
              <a:t>在软件工程中，大量使用自然语言和多种符号。虽然对于分析、设计并结合复审提高了软件的质量，但系统规约中可能产生</a:t>
            </a:r>
            <a:r>
              <a:rPr lang="zh-CN" altLang="en-US" dirty="0">
                <a:solidFill>
                  <a:schemeClr val="tx1"/>
                </a:solidFill>
                <a:highlight>
                  <a:srgbClr val="FFFF00"/>
                </a:highlight>
                <a:latin typeface="华文中宋" panose="02010600040101010101" pitchFamily="2" charset="-122"/>
                <a:ea typeface="华文中宋" panose="02010600040101010101" pitchFamily="2" charset="-122"/>
              </a:rPr>
              <a:t>不一致性、二义性、不完整性</a:t>
            </a:r>
            <a:r>
              <a:rPr lang="zh-CN" altLang="en-US" dirty="0">
                <a:solidFill>
                  <a:schemeClr val="tx1"/>
                </a:solidFill>
                <a:latin typeface="华文中宋" panose="02010600040101010101" pitchFamily="2" charset="-122"/>
                <a:ea typeface="华文中宋" panose="02010600040101010101" pitchFamily="2" charset="-122"/>
              </a:rPr>
              <a:t>等问题。</a:t>
            </a:r>
          </a:p>
          <a:p>
            <a:pPr eaLnBrk="1" hangingPunct="1">
              <a:lnSpc>
                <a:spcPct val="150000"/>
              </a:lnSpc>
            </a:pPr>
            <a:r>
              <a:rPr lang="zh-CN" altLang="en-US" dirty="0">
                <a:solidFill>
                  <a:schemeClr val="tx1"/>
                </a:solidFill>
                <a:latin typeface="华文中宋" panose="02010600040101010101" pitchFamily="2" charset="-122"/>
                <a:ea typeface="华文中宋" panose="02010600040101010101" pitchFamily="2" charset="-122"/>
              </a:rPr>
              <a:t>软件体系结构作为软件工程学科研究软件系统总体结构的一个重要分支而出现，采用自然语言和图形符号描述体系结构就不可避免的具有上述问题。</a:t>
            </a:r>
            <a:endParaRPr lang="en-US" altLang="zh-CN"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pPr>
            <a:r>
              <a:rPr lang="zh-CN" altLang="en-US" dirty="0">
                <a:solidFill>
                  <a:schemeClr val="tx1"/>
                </a:solidFill>
                <a:latin typeface="华文中宋" panose="02010600040101010101" pitchFamily="2" charset="-122"/>
                <a:ea typeface="华文中宋" panose="02010600040101010101" pitchFamily="2" charset="-122"/>
              </a:rPr>
              <a:t>目前，对于体系结构的描述可以分成两类，但各有优缺点：</a:t>
            </a:r>
          </a:p>
          <a:p>
            <a:pPr lvl="1" eaLnBrk="1" hangingPunct="1">
              <a:lnSpc>
                <a:spcPct val="150000"/>
              </a:lnSpc>
              <a:buFont typeface="Wingdings" panose="05000000000000000000" pitchFamily="2" charset="2"/>
              <a:buChar char="n"/>
            </a:pPr>
            <a:r>
              <a:rPr lang="zh-CN" altLang="en-US" sz="2400" b="0" dirty="0">
                <a:solidFill>
                  <a:schemeClr val="tx1"/>
                </a:solidFill>
                <a:latin typeface="华文楷体" panose="02010600040101010101" pitchFamily="2" charset="-122"/>
                <a:ea typeface="华文楷体" panose="02010600040101010101" pitchFamily="2" charset="-122"/>
              </a:rPr>
              <a:t>把现有的图形化方法应用到体系结构设计中。</a:t>
            </a:r>
          </a:p>
          <a:p>
            <a:pPr lvl="1" eaLnBrk="1" hangingPunct="1">
              <a:lnSpc>
                <a:spcPct val="150000"/>
              </a:lnSpc>
              <a:buFont typeface="Wingdings" panose="05000000000000000000" pitchFamily="2" charset="2"/>
              <a:buChar char="n"/>
            </a:pPr>
            <a:r>
              <a:rPr lang="zh-CN" altLang="en-US" sz="2400" b="0" dirty="0">
                <a:solidFill>
                  <a:schemeClr val="tx1"/>
                </a:solidFill>
                <a:latin typeface="华文楷体" panose="02010600040101010101" pitchFamily="2" charset="-122"/>
                <a:ea typeface="华文楷体" panose="02010600040101010101" pitchFamily="2" charset="-122"/>
              </a:rPr>
              <a:t>开发新的体系结构描述语言</a:t>
            </a:r>
            <a:r>
              <a:rPr lang="en-US" altLang="zh-CN" sz="2400" b="0" dirty="0">
                <a:solidFill>
                  <a:schemeClr val="tx1"/>
                </a:solidFill>
                <a:latin typeface="华文楷体" panose="02010600040101010101" pitchFamily="2" charset="-122"/>
                <a:ea typeface="华文楷体" panose="02010600040101010101" pitchFamily="2" charset="-122"/>
              </a:rPr>
              <a:t>:</a:t>
            </a:r>
            <a:r>
              <a:rPr lang="zh-CN" altLang="en-US" sz="2400" b="0" dirty="0">
                <a:solidFill>
                  <a:schemeClr val="tx1"/>
                </a:solidFill>
                <a:latin typeface="华文楷体" panose="02010600040101010101" pitchFamily="2" charset="-122"/>
                <a:ea typeface="华文楷体" panose="02010600040101010101" pitchFamily="2" charset="-122"/>
              </a:rPr>
              <a:t>每种体系结构描述语言都以独立的形式存在，描述语法不同而且互不兼容，这给体系结构描述语言的推广带来了一定的困难。</a:t>
            </a:r>
          </a:p>
          <a:p>
            <a:pPr eaLnBrk="1" hangingPunct="1">
              <a:lnSpc>
                <a:spcPct val="150000"/>
              </a:lnSpc>
            </a:pPr>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49598663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500">
                <a:solidFill>
                  <a:schemeClr val="tx1"/>
                </a:solidFill>
                <a:latin typeface="-윤고딕140" pitchFamily="18" charset="-127"/>
                <a:ea typeface="-윤고딕140" pitchFamily="18" charset="-127"/>
              </a:defRPr>
            </a:lvl1pPr>
            <a:lvl2pPr marL="742932" indent="-285744" latinLnBrk="1">
              <a:spcBef>
                <a:spcPct val="20000"/>
              </a:spcBef>
              <a:buChar char="•"/>
              <a:defRPr kumimoji="1" sz="2000">
                <a:solidFill>
                  <a:schemeClr val="tx1"/>
                </a:solidFill>
                <a:latin typeface="-윤고딕140" pitchFamily="18" charset="-127"/>
                <a:ea typeface="-윤고딕140" pitchFamily="18" charset="-127"/>
              </a:defRPr>
            </a:lvl2pPr>
            <a:lvl3pPr marL="1142971" indent="-228594" latinLnBrk="1">
              <a:spcBef>
                <a:spcPct val="20000"/>
              </a:spcBef>
              <a:buChar char="•"/>
              <a:defRPr kumimoji="1">
                <a:solidFill>
                  <a:schemeClr val="tx1"/>
                </a:solidFill>
                <a:latin typeface="-윤고딕140" pitchFamily="18" charset="-127"/>
                <a:ea typeface="-윤고딕140" pitchFamily="18" charset="-127"/>
              </a:defRPr>
            </a:lvl3pPr>
            <a:lvl4pPr marL="1600160" indent="-228594" latinLnBrk="1">
              <a:spcBef>
                <a:spcPct val="20000"/>
              </a:spcBef>
              <a:buChar char="•"/>
              <a:defRPr kumimoji="1" sz="1600">
                <a:solidFill>
                  <a:schemeClr val="tx1"/>
                </a:solidFill>
                <a:latin typeface="-윤고딕140" pitchFamily="18" charset="-127"/>
                <a:ea typeface="-윤고딕140" pitchFamily="18" charset="-127"/>
              </a:defRPr>
            </a:lvl4pPr>
            <a:lvl5pPr marL="2057349" indent="-228594" latinLnBrk="1">
              <a:spcBef>
                <a:spcPct val="20000"/>
              </a:spcBef>
              <a:buChar char="•"/>
              <a:defRPr kumimoji="1" sz="1400">
                <a:solidFill>
                  <a:schemeClr val="tx1"/>
                </a:solidFill>
                <a:latin typeface="-윤고딕140" pitchFamily="18" charset="-127"/>
                <a:ea typeface="-윤고딕140" pitchFamily="18" charset="-127"/>
              </a:defRPr>
            </a:lvl5pPr>
            <a:lvl6pPr marL="2514537"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6pPr>
            <a:lvl7pPr marL="2971726"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7pPr>
            <a:lvl8pPr marL="3428914"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8pPr>
            <a:lvl9pPr marL="3886103" indent="-228594" eaLnBrk="0" fontAlgn="base" latinLnBrk="1" hangingPunct="0">
              <a:spcBef>
                <a:spcPct val="20000"/>
              </a:spcBef>
              <a:spcAft>
                <a:spcPct val="0"/>
              </a:spcAft>
              <a:buChar char="•"/>
              <a:defRPr kumimoji="1" sz="1400">
                <a:solidFill>
                  <a:schemeClr val="tx1"/>
                </a:solidFill>
                <a:latin typeface="-윤고딕140" pitchFamily="18" charset="-127"/>
                <a:ea typeface="-윤고딕140" pitchFamily="18" charset="-127"/>
              </a:defRPr>
            </a:lvl9pPr>
          </a:lstStyle>
          <a:p>
            <a:pPr>
              <a:spcBef>
                <a:spcPct val="0"/>
              </a:spcBef>
              <a:buFontTx/>
              <a:buNone/>
            </a:pPr>
            <a:endParaRPr lang="en-US" altLang="ko-KR" sz="1400" dirty="0"/>
          </a:p>
        </p:txBody>
      </p:sp>
      <p:sp>
        <p:nvSpPr>
          <p:cNvPr id="78851"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§6.6 </a:t>
            </a:r>
            <a:r>
              <a:rPr lang="zh-CN" altLang="en-US" sz="3200" dirty="0">
                <a:latin typeface="华文中宋" panose="02010600040101010101" pitchFamily="2" charset="-122"/>
                <a:ea typeface="华文中宋" panose="02010600040101010101" pitchFamily="2" charset="-122"/>
              </a:rPr>
              <a:t>软件工程设计方法与体系结构描述</a:t>
            </a:r>
          </a:p>
        </p:txBody>
      </p:sp>
      <p:sp>
        <p:nvSpPr>
          <p:cNvPr id="78852" name="Rectangle 3"/>
          <p:cNvSpPr>
            <a:spLocks noGrp="1" noChangeArrowheads="1"/>
          </p:cNvSpPr>
          <p:nvPr>
            <p:ph type="body" idx="1"/>
          </p:nvPr>
        </p:nvSpPr>
        <p:spPr/>
        <p:txBody>
          <a:bodyPr/>
          <a:lstStyle/>
          <a:p>
            <a:pPr eaLnBrk="1" hangingPunct="1">
              <a:lnSpc>
                <a:spcPct val="150000"/>
              </a:lnSpc>
            </a:pPr>
            <a:r>
              <a:rPr lang="zh-CN" altLang="en-US" sz="2800" dirty="0">
                <a:solidFill>
                  <a:srgbClr val="324A7A"/>
                </a:solidFill>
                <a:latin typeface="华文中宋" panose="02010600040101010101" pitchFamily="2" charset="-122"/>
                <a:ea typeface="华文中宋" panose="02010600040101010101" pitchFamily="2" charset="-122"/>
              </a:rPr>
              <a:t>软件工程设计方法与体系结构描述</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传统的软件工程设计方法是针对软件的工程实现所提出的一整套思想和概念，提出的各种模型虽然未提及</a:t>
            </a:r>
            <a:r>
              <a:rPr lang="en-US" altLang="zh-CN" sz="2400" b="0" dirty="0">
                <a:solidFill>
                  <a:schemeClr val="tx1"/>
                </a:solidFill>
                <a:latin typeface="华文中宋" panose="02010600040101010101" pitchFamily="2" charset="-122"/>
                <a:ea typeface="华文中宋" panose="02010600040101010101" pitchFamily="2" charset="-122"/>
              </a:rPr>
              <a:t>SA</a:t>
            </a:r>
            <a:r>
              <a:rPr lang="zh-CN" altLang="en-US" sz="2400" b="0" dirty="0">
                <a:solidFill>
                  <a:schemeClr val="tx1"/>
                </a:solidFill>
                <a:latin typeface="华文中宋" panose="02010600040101010101" pitchFamily="2" charset="-122"/>
                <a:ea typeface="华文中宋" panose="02010600040101010101" pitchFamily="2" charset="-122"/>
              </a:rPr>
              <a:t>，但也代表了对软件构成的一种视图，也属于</a:t>
            </a:r>
            <a:r>
              <a:rPr lang="en-US" altLang="zh-CN" sz="2400" b="0" dirty="0">
                <a:solidFill>
                  <a:schemeClr val="tx1"/>
                </a:solidFill>
                <a:latin typeface="华文中宋" panose="02010600040101010101" pitchFamily="2" charset="-122"/>
                <a:ea typeface="华文中宋" panose="02010600040101010101" pitchFamily="2" charset="-122"/>
              </a:rPr>
              <a:t>SA</a:t>
            </a:r>
            <a:r>
              <a:rPr lang="zh-CN" altLang="en-US" sz="2400" b="0" dirty="0">
                <a:solidFill>
                  <a:schemeClr val="tx1"/>
                </a:solidFill>
                <a:latin typeface="华文中宋" panose="02010600040101010101" pitchFamily="2" charset="-122"/>
                <a:ea typeface="华文中宋" panose="02010600040101010101" pitchFamily="2" charset="-122"/>
              </a:rPr>
              <a:t>的范畴。</a:t>
            </a:r>
          </a:p>
          <a:p>
            <a:pPr lvl="1" eaLnBrk="1" hangingPunct="1">
              <a:lnSpc>
                <a:spcPct val="150000"/>
              </a:lnSpc>
              <a:buFont typeface="Wingdings" panose="05000000000000000000" pitchFamily="2" charset="2"/>
              <a:buChar char="n"/>
            </a:pPr>
            <a:r>
              <a:rPr lang="zh-CN" altLang="en-US" sz="2400" b="0" dirty="0">
                <a:solidFill>
                  <a:schemeClr val="tx1"/>
                </a:solidFill>
                <a:latin typeface="华文中宋" panose="02010600040101010101" pitchFamily="2" charset="-122"/>
                <a:ea typeface="华文中宋" panose="02010600040101010101" pitchFamily="2" charset="-122"/>
              </a:rPr>
              <a:t>从描述软件构成结构上看，传统的软件工程设计方法和</a:t>
            </a:r>
            <a:r>
              <a:rPr lang="en-US" altLang="zh-CN" sz="2400" b="0" dirty="0">
                <a:solidFill>
                  <a:schemeClr val="tx1"/>
                </a:solidFill>
                <a:latin typeface="华文中宋" panose="02010600040101010101" pitchFamily="2" charset="-122"/>
                <a:ea typeface="华文中宋" panose="02010600040101010101" pitchFamily="2" charset="-122"/>
              </a:rPr>
              <a:t>SA</a:t>
            </a:r>
            <a:r>
              <a:rPr lang="zh-CN" altLang="en-US" sz="2400" b="0" dirty="0">
                <a:solidFill>
                  <a:schemeClr val="tx1"/>
                </a:solidFill>
                <a:latin typeface="华文中宋" panose="02010600040101010101" pitchFamily="2" charset="-122"/>
                <a:ea typeface="华文中宋" panose="02010600040101010101" pitchFamily="2" charset="-122"/>
              </a:rPr>
              <a:t>描述的目标一致。传统的软件工程设计强调的是功能和逻辑结构，而</a:t>
            </a:r>
            <a:r>
              <a:rPr lang="en-US" altLang="zh-CN" sz="2400" b="0" dirty="0">
                <a:solidFill>
                  <a:schemeClr val="tx1"/>
                </a:solidFill>
                <a:latin typeface="华文中宋" panose="02010600040101010101" pitchFamily="2" charset="-122"/>
                <a:ea typeface="华文中宋" panose="02010600040101010101" pitchFamily="2" charset="-122"/>
              </a:rPr>
              <a:t>SA</a:t>
            </a:r>
            <a:r>
              <a:rPr lang="zh-CN" altLang="en-US" sz="2400" b="0" dirty="0">
                <a:solidFill>
                  <a:schemeClr val="tx1"/>
                </a:solidFill>
                <a:latin typeface="华文中宋" panose="02010600040101010101" pitchFamily="2" charset="-122"/>
                <a:ea typeface="华文中宋" panose="02010600040101010101" pitchFamily="2" charset="-122"/>
              </a:rPr>
              <a:t>注重的是与运行和特性相关的结构，包括部件和连接器的规范、接口、规约、非功能特性等。</a:t>
            </a:r>
          </a:p>
        </p:txBody>
      </p:sp>
    </p:spTree>
    <p:extLst>
      <p:ext uri="{BB962C8B-B14F-4D97-AF65-F5344CB8AC3E}">
        <p14:creationId xmlns:p14="http://schemas.microsoft.com/office/powerpoint/2010/main" val="811561772"/>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462" b="3514"/>
          <a:stretch/>
        </p:blipFill>
        <p:spPr bwMode="auto">
          <a:xfrm>
            <a:off x="0" y="-27384"/>
            <a:ext cx="12192000" cy="6885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图片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271" y="-113084"/>
            <a:ext cx="12216680" cy="352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thruBlk="1"/>
  </p:transition>
</p:sld>
</file>

<file path=ppt/theme/theme1.xml><?xml version="1.0" encoding="utf-8"?>
<a:theme xmlns:a="http://schemas.openxmlformats.org/drawingml/2006/main" name="Blank Presentation">
  <a:themeElements>
    <a:clrScheme name="">
      <a:dk1>
        <a:srgbClr val="000000"/>
      </a:dk1>
      <a:lt1>
        <a:srgbClr val="FFFFFF"/>
      </a:lt1>
      <a:dk2>
        <a:srgbClr val="000000"/>
      </a:dk2>
      <a:lt2>
        <a:srgbClr val="333333"/>
      </a:lt2>
      <a:accent1>
        <a:srgbClr val="DDDDDD"/>
      </a:accent1>
      <a:accent2>
        <a:srgbClr val="993333"/>
      </a:accent2>
      <a:accent3>
        <a:srgbClr val="FFFFFF"/>
      </a:accent3>
      <a:accent4>
        <a:srgbClr val="000000"/>
      </a:accent4>
      <a:accent5>
        <a:srgbClr val="EBEBEB"/>
      </a:accent5>
      <a:accent6>
        <a:srgbClr val="8A2D2D"/>
      </a:accent6>
      <a:hlink>
        <a:srgbClr val="4D4D4D"/>
      </a:hlink>
      <a:folHlink>
        <a:srgbClr val="EAEAEA"/>
      </a:folHlink>
    </a:clrScheme>
    <a:fontScheme name="Blank Presentation">
      <a:majorFont>
        <a:latin typeface="Arial"/>
        <a:ea typeface="Geneva"/>
        <a:cs typeface=""/>
      </a:majorFont>
      <a:minorFont>
        <a:latin typeface="Times New Roman"/>
        <a:ea typeface="Geneva"/>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Genev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Geneva"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厦门大学">
  <a:themeElements>
    <a:clrScheme name="中国发展论坛张杰校长报告07093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AEAEA"/>
        </a:solidFill>
        <a:ln w="12700" cap="flat" cmpd="sng" algn="ctr">
          <a:solidFill>
            <a:srgbClr val="133984"/>
          </a:solidFill>
          <a:prstDash val="solid"/>
          <a:round/>
          <a:headEnd type="none" w="med" len="med"/>
          <a:tailEnd type="none" w="med" len="med"/>
        </a:ln>
        <a:effectLst>
          <a:outerShdw dist="35921" dir="2700000" algn="ctr" rotWithShape="0">
            <a:schemeClr val="bg1"/>
          </a:outerShdw>
        </a:effectLst>
      </a:spPr>
      <a:bodyPr vert="horz" wrap="square" lIns="91440" tIns="54000" rIns="91440" bIns="45720" numCol="1" anchor="t" anchorCtr="1"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3000" b="1" i="0" u="none" strike="noStrike" cap="none" normalizeH="0" baseline="0" smtClean="0">
            <a:ln>
              <a:noFill/>
            </a:ln>
            <a:solidFill>
              <a:srgbClr val="133984"/>
            </a:solidFill>
            <a:effectLst/>
            <a:latin typeface="Arial" charset="0"/>
            <a:ea typeface="黑体" pitchFamily="2" charset="-122"/>
          </a:defRPr>
        </a:defPPr>
      </a:lstStyle>
    </a:spDef>
    <a:lnDef>
      <a:spPr bwMode="auto">
        <a:xfrm>
          <a:off x="0" y="0"/>
          <a:ext cx="1" cy="1"/>
        </a:xfrm>
        <a:custGeom>
          <a:avLst/>
          <a:gdLst/>
          <a:ahLst/>
          <a:cxnLst/>
          <a:rect l="0" t="0" r="0" b="0"/>
          <a:pathLst/>
        </a:custGeom>
        <a:solidFill>
          <a:srgbClr val="EAEAEA"/>
        </a:solidFill>
        <a:ln w="12700" cap="flat" cmpd="sng" algn="ctr">
          <a:solidFill>
            <a:srgbClr val="133984"/>
          </a:solidFill>
          <a:prstDash val="solid"/>
          <a:round/>
          <a:headEnd type="none" w="med" len="med"/>
          <a:tailEnd type="none" w="med" len="med"/>
        </a:ln>
        <a:effectLst>
          <a:outerShdw dist="35921" dir="2700000" algn="ctr" rotWithShape="0">
            <a:schemeClr val="bg1"/>
          </a:outerShdw>
        </a:effectLst>
      </a:spPr>
      <a:bodyPr vert="horz" wrap="square" lIns="91440" tIns="54000" rIns="91440" bIns="45720" numCol="1" anchor="t" anchorCtr="1"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3000" b="1" i="0" u="none" strike="noStrike" cap="none" normalizeH="0" baseline="0" smtClean="0">
            <a:ln>
              <a:noFill/>
            </a:ln>
            <a:solidFill>
              <a:srgbClr val="133984"/>
            </a:solidFill>
            <a:effectLst/>
            <a:latin typeface="Arial" charset="0"/>
            <a:ea typeface="黑体" pitchFamily="2" charset="-122"/>
          </a:defRPr>
        </a:defPPr>
      </a:lstStyle>
    </a:lnDef>
    <a:txDef>
      <a:spPr>
        <a:pattFill prst="pct5">
          <a:fgClr>
            <a:schemeClr val="accent1"/>
          </a:fgClr>
          <a:bgClr>
            <a:schemeClr val="bg1"/>
          </a:bgClr>
        </a:pattFill>
        <a:effectLst>
          <a:outerShdw blurRad="50800" dist="38100" dir="2700000" algn="tl" rotWithShape="0">
            <a:prstClr val="black">
              <a:alpha val="40000"/>
            </a:prstClr>
          </a:outerShdw>
        </a:effectLst>
      </a:spPr>
      <a:bodyPr wrap="square" rtlCol="0">
        <a:spAutoFit/>
      </a:bodyPr>
      <a:lstStyle>
        <a:defPPr algn="ctr">
          <a:defRPr sz="2000" b="1" dirty="0" smtClean="0">
            <a:solidFill>
              <a:srgbClr val="C00000"/>
            </a:solidFill>
            <a:latin typeface="微软雅黑" panose="020B0503020204020204" pitchFamily="34" charset="-122"/>
            <a:ea typeface="微软雅黑" panose="020B0503020204020204" pitchFamily="34" charset="-122"/>
          </a:defRPr>
        </a:defPPr>
      </a:lstStyle>
    </a:txDef>
  </a:objectDefaults>
  <a:extraClrSchemeLst>
    <a:extraClrScheme>
      <a:clrScheme name="中国发展论坛张杰校长报告07093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中国发展论坛张杰校长报告070930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中国发展论坛张杰校长报告070930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中国发展论坛张杰校长报告070930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中国发展论坛张杰校长报告070930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中国发展论坛张杰校长报告070930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中国发展论坛张杰校长报告070930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中国发展论坛张杰校长报告070930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中国发展论坛张杰校长报告070930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中国发展论坛张杰校长报告070930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中国发展论坛张杰校长报告070930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中国发展论坛张杰校长报告070930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中国发展论坛张杰校长报告07093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26151</TotalTime>
  <Words>6293</Words>
  <Application>Microsoft Office PowerPoint</Application>
  <PresentationFormat>宽屏</PresentationFormat>
  <Paragraphs>624</Paragraphs>
  <Slides>51</Slides>
  <Notes>22</Notes>
  <HiddenSlides>0</HiddenSlides>
  <MMClips>1</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51</vt:i4>
      </vt:variant>
    </vt:vector>
  </HeadingPairs>
  <TitlesOfParts>
    <vt:vector size="69" baseType="lpstr">
      <vt:lpstr>-apple-system</vt:lpstr>
      <vt:lpstr>ITC Avant Garde Gothic Demi</vt:lpstr>
      <vt:lpstr>仿宋</vt:lpstr>
      <vt:lpstr>黑体</vt:lpstr>
      <vt:lpstr>华文楷体</vt:lpstr>
      <vt:lpstr>华文中宋</vt:lpstr>
      <vt:lpstr>楷体</vt:lpstr>
      <vt:lpstr>微软雅黑</vt:lpstr>
      <vt:lpstr>-윤고딕140</vt:lpstr>
      <vt:lpstr>Arial</vt:lpstr>
      <vt:lpstr>Arial Black</vt:lpstr>
      <vt:lpstr>Berlin Sans FB Demi</vt:lpstr>
      <vt:lpstr>Franklin Gothic Book</vt:lpstr>
      <vt:lpstr>Times</vt:lpstr>
      <vt:lpstr>Times New Roman</vt:lpstr>
      <vt:lpstr>Wingdings</vt:lpstr>
      <vt:lpstr>Blank Presentation</vt:lpstr>
      <vt:lpstr>厦门大学</vt:lpstr>
      <vt:lpstr>Software Architecture --- Perspective on an Emerging Discipline  软件体系结构 --- 一门初露端倪的学科</vt:lpstr>
      <vt:lpstr>PowerPoint 演示文稿</vt:lpstr>
      <vt:lpstr>PowerPoint 演示文稿</vt:lpstr>
      <vt:lpstr>PowerPoint 演示文稿</vt:lpstr>
      <vt:lpstr>PowerPoint 演示文稿</vt:lpstr>
      <vt:lpstr>Chapter Six 体系结构的一般描述</vt:lpstr>
      <vt:lpstr>Chapter Six 体系结构的一般描述</vt:lpstr>
      <vt:lpstr>Chapter Six 体系结构的一般描述</vt:lpstr>
      <vt:lpstr>Chapter Six 体系结构的一般描述</vt:lpstr>
      <vt:lpstr>§6.1 主程序与子程序</vt:lpstr>
      <vt:lpstr>§6.1 主程序与子程序</vt:lpstr>
      <vt:lpstr>§6.2 数据抽象和面向对象</vt:lpstr>
      <vt:lpstr>§6.2 数据抽象和面向对象</vt:lpstr>
      <vt:lpstr>§6.2 数据抽象和面向对象</vt:lpstr>
      <vt:lpstr>§6.2 数据抽象和面向对象</vt:lpstr>
      <vt:lpstr>§6.2 数据抽象和面向对象</vt:lpstr>
      <vt:lpstr>§6.2 数据抽象和面向对象</vt:lpstr>
      <vt:lpstr>§6.3 层次结构</vt:lpstr>
      <vt:lpstr>§6.3 层次结构</vt:lpstr>
      <vt:lpstr>§6.3 层次结构</vt:lpstr>
      <vt:lpstr>§6.3 层次结构</vt:lpstr>
      <vt:lpstr>§6.3 层次结构//20260407</vt:lpstr>
      <vt:lpstr>§6.3 层次结构</vt:lpstr>
      <vt:lpstr>§6.3 层次结构</vt:lpstr>
      <vt:lpstr>§6.3 层次结构</vt:lpstr>
      <vt:lpstr>§6.3 层次结构</vt:lpstr>
      <vt:lpstr>§6.3 层次结构</vt:lpstr>
      <vt:lpstr>§6.3 层次结构</vt:lpstr>
      <vt:lpstr>§6.3 层次结构</vt:lpstr>
      <vt:lpstr>§6.3 层次结构</vt:lpstr>
      <vt:lpstr>§6.3 层次结构</vt:lpstr>
      <vt:lpstr>§6.4 体系结构的形式化描述</vt:lpstr>
      <vt:lpstr>§6.4 体系结构的形式化描述</vt:lpstr>
      <vt:lpstr>§6.4 体系结构的形式化描述</vt:lpstr>
      <vt:lpstr>§6.4 体系结构的形式化描述</vt:lpstr>
      <vt:lpstr>§6.4 体系结构的形式化描述</vt:lpstr>
      <vt:lpstr>§6.4 体系结构的形式化描述：类属理论</vt:lpstr>
      <vt:lpstr>§6.4 体系结构的形式化描述：Z Notation</vt:lpstr>
      <vt:lpstr>§6.4 体系结构的形式化描述：CSP</vt:lpstr>
      <vt:lpstr>§6.4 体系结构的形式化描述：化学抽象机模型</vt:lpstr>
      <vt:lpstr>§6.5 软件体系结构集成环境</vt:lpstr>
      <vt:lpstr>§6.5 软件体系结构集成环境</vt:lpstr>
      <vt:lpstr>§6.5 软件体系结构集成环境： UniCon</vt:lpstr>
      <vt:lpstr>§6.5 软件体系结构集成环境： UniCon</vt:lpstr>
      <vt:lpstr>§6.5 软件体系结构集成环境：Wright</vt:lpstr>
      <vt:lpstr>§6.5 软件体系结构集成环境：Darwin</vt:lpstr>
      <vt:lpstr>§6.5 软件体系结构集成环境：Darwin</vt:lpstr>
      <vt:lpstr>§6.5 软件体系结构集成环境：ACME</vt:lpstr>
      <vt:lpstr>§6.6 软件工程设计方法与体系结构描述</vt:lpstr>
      <vt:lpstr>§6.6 软件工程设计方法与体系结构描述</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Yiwei Dong</dc:creator>
  <cp:lastModifiedBy>wangbz@xmu.edu.cn</cp:lastModifiedBy>
  <cp:revision>2135</cp:revision>
  <cp:lastPrinted>2017-05-23T01:03:28Z</cp:lastPrinted>
  <dcterms:created xsi:type="dcterms:W3CDTF">2016-05-25T14:04:48Z</dcterms:created>
  <dcterms:modified xsi:type="dcterms:W3CDTF">2026-04-09T09:05:04Z</dcterms:modified>
</cp:coreProperties>
</file>