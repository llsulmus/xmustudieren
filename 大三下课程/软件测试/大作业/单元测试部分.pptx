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304" r:id="rId5"/>
    <p:sldId id="365" r:id="rId6"/>
    <p:sldId id="369" r:id="rId7"/>
    <p:sldId id="314" r:id="rId8"/>
    <p:sldId id="364" r:id="rId9"/>
    <p:sldId id="367" r:id="rId10"/>
    <p:sldId id="371" r:id="rId11"/>
    <p:sldId id="370" r:id="rId12"/>
    <p:sldId id="372" r:id="rId13"/>
    <p:sldId id="317" r:id="rId14"/>
    <p:sldId id="318" r:id="rId15"/>
    <p:sldId id="320" r:id="rId16"/>
    <p:sldId id="319" r:id="rId17"/>
    <p:sldId id="368" r:id="rId18"/>
    <p:sldId id="303" r:id="rId19"/>
    <p:sldId id="375" r:id="rId20"/>
    <p:sldId id="305" r:id="rId21"/>
    <p:sldId id="373" r:id="rId22"/>
    <p:sldId id="374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676"/>
    <a:srgbClr val="298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60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972" y="108"/>
      </p:cViewPr>
      <p:guideLst>
        <p:guide orient="horz" pos="2136"/>
        <p:guide pos="38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gs" Target="tags/tag20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AF21E-AA1D-4678-9985-583FF147C8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E13EF-56DF-477F-9799-2CC6E8A63DC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68512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5182274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8679425" y="2266122"/>
            <a:ext cx="1829038" cy="1828676"/>
          </a:xfrm>
          <a:custGeom>
            <a:avLst/>
            <a:gdLst>
              <a:gd name="connsiteX0" fmla="*/ 1080000 w 2160000"/>
              <a:gd name="connsiteY0" fmla="*/ 0 h 2159572"/>
              <a:gd name="connsiteX1" fmla="*/ 2160000 w 2160000"/>
              <a:gd name="connsiteY1" fmla="*/ 1079786 h 2159572"/>
              <a:gd name="connsiteX2" fmla="*/ 1080000 w 2160000"/>
              <a:gd name="connsiteY2" fmla="*/ 2159572 h 2159572"/>
              <a:gd name="connsiteX3" fmla="*/ 0 w 2160000"/>
              <a:gd name="connsiteY3" fmla="*/ 1079786 h 2159572"/>
              <a:gd name="connsiteX4" fmla="*/ 1080000 w 2160000"/>
              <a:gd name="connsiteY4" fmla="*/ 0 h 2159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00" h="2159572">
                <a:moveTo>
                  <a:pt x="1080000" y="0"/>
                </a:moveTo>
                <a:cubicBezTo>
                  <a:pt x="1676468" y="0"/>
                  <a:pt x="2160000" y="483437"/>
                  <a:pt x="2160000" y="1079786"/>
                </a:cubicBezTo>
                <a:cubicBezTo>
                  <a:pt x="2160000" y="1676135"/>
                  <a:pt x="1676468" y="2159572"/>
                  <a:pt x="1080000" y="2159572"/>
                </a:cubicBezTo>
                <a:cubicBezTo>
                  <a:pt x="483532" y="2159572"/>
                  <a:pt x="0" y="1676135"/>
                  <a:pt x="0" y="1079786"/>
                </a:cubicBezTo>
                <a:cubicBezTo>
                  <a:pt x="0" y="483437"/>
                  <a:pt x="483532" y="0"/>
                  <a:pt x="10800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1293017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3230786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2"/>
          </p:nvPr>
        </p:nvSpPr>
        <p:spPr>
          <a:xfrm>
            <a:off x="516855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3"/>
          </p:nvPr>
        </p:nvSpPr>
        <p:spPr>
          <a:xfrm>
            <a:off x="7167864" y="2427901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4"/>
          </p:nvPr>
        </p:nvSpPr>
        <p:spPr>
          <a:xfrm>
            <a:off x="9131445" y="1787635"/>
            <a:ext cx="1767538" cy="1768040"/>
          </a:xfrm>
          <a:custGeom>
            <a:avLst/>
            <a:gdLst>
              <a:gd name="connsiteX0" fmla="*/ 883769 w 1767538"/>
              <a:gd name="connsiteY0" fmla="*/ 0 h 1768040"/>
              <a:gd name="connsiteX1" fmla="*/ 1767538 w 1767538"/>
              <a:gd name="connsiteY1" fmla="*/ 884020 h 1768040"/>
              <a:gd name="connsiteX2" fmla="*/ 883769 w 1767538"/>
              <a:gd name="connsiteY2" fmla="*/ 1768040 h 1768040"/>
              <a:gd name="connsiteX3" fmla="*/ 0 w 1767538"/>
              <a:gd name="connsiteY3" fmla="*/ 884020 h 1768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7538" h="1768040">
                <a:moveTo>
                  <a:pt x="883769" y="0"/>
                </a:moveTo>
                <a:lnTo>
                  <a:pt x="1767538" y="884020"/>
                </a:lnTo>
                <a:lnTo>
                  <a:pt x="883769" y="1768040"/>
                </a:lnTo>
                <a:lnTo>
                  <a:pt x="0" y="8840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1038226" y="1866901"/>
            <a:ext cx="3143250" cy="3946525"/>
          </a:xfrm>
          <a:custGeom>
            <a:avLst/>
            <a:gdLst>
              <a:gd name="connsiteX0" fmla="*/ 0 w 3143250"/>
              <a:gd name="connsiteY0" fmla="*/ 0 h 3946525"/>
              <a:gd name="connsiteX1" fmla="*/ 3143250 w 3143250"/>
              <a:gd name="connsiteY1" fmla="*/ 0 h 3946525"/>
              <a:gd name="connsiteX2" fmla="*/ 3143250 w 3143250"/>
              <a:gd name="connsiteY2" fmla="*/ 3946525 h 3946525"/>
              <a:gd name="connsiteX3" fmla="*/ 0 w 3143250"/>
              <a:gd name="connsiteY3" fmla="*/ 3946525 h 3946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50" h="3946525">
                <a:moveTo>
                  <a:pt x="0" y="0"/>
                </a:moveTo>
                <a:lnTo>
                  <a:pt x="3143250" y="0"/>
                </a:lnTo>
                <a:lnTo>
                  <a:pt x="3143250" y="3946525"/>
                </a:lnTo>
                <a:lnTo>
                  <a:pt x="0" y="394652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6905625" y="1866901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2"/>
          </p:nvPr>
        </p:nvSpPr>
        <p:spPr>
          <a:xfrm>
            <a:off x="6905625" y="3903307"/>
            <a:ext cx="4248150" cy="1910119"/>
          </a:xfrm>
          <a:custGeom>
            <a:avLst/>
            <a:gdLst>
              <a:gd name="connsiteX0" fmla="*/ 0 w 4248150"/>
              <a:gd name="connsiteY0" fmla="*/ 0 h 1910119"/>
              <a:gd name="connsiteX1" fmla="*/ 4248150 w 4248150"/>
              <a:gd name="connsiteY1" fmla="*/ 0 h 1910119"/>
              <a:gd name="connsiteX2" fmla="*/ 4248150 w 4248150"/>
              <a:gd name="connsiteY2" fmla="*/ 1910119 h 1910119"/>
              <a:gd name="connsiteX3" fmla="*/ 0 w 4248150"/>
              <a:gd name="connsiteY3" fmla="*/ 1910119 h 1910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8150" h="1910119">
                <a:moveTo>
                  <a:pt x="0" y="0"/>
                </a:moveTo>
                <a:lnTo>
                  <a:pt x="4248150" y="0"/>
                </a:lnTo>
                <a:lnTo>
                  <a:pt x="4248150" y="1910119"/>
                </a:lnTo>
                <a:lnTo>
                  <a:pt x="0" y="191011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904224" y="1683655"/>
            <a:ext cx="7583462" cy="4287616"/>
          </a:xfrm>
          <a:custGeom>
            <a:avLst/>
            <a:gdLst>
              <a:gd name="connsiteX0" fmla="*/ 0 w 7583462"/>
              <a:gd name="connsiteY0" fmla="*/ 0 h 4287616"/>
              <a:gd name="connsiteX1" fmla="*/ 7583462 w 7583462"/>
              <a:gd name="connsiteY1" fmla="*/ 0 h 4287616"/>
              <a:gd name="connsiteX2" fmla="*/ 7583462 w 7583462"/>
              <a:gd name="connsiteY2" fmla="*/ 4287616 h 4287616"/>
              <a:gd name="connsiteX3" fmla="*/ 0 w 7583462"/>
              <a:gd name="connsiteY3" fmla="*/ 4287616 h 428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3462" h="4287616">
                <a:moveTo>
                  <a:pt x="0" y="0"/>
                </a:moveTo>
                <a:lnTo>
                  <a:pt x="7583462" y="0"/>
                </a:lnTo>
                <a:lnTo>
                  <a:pt x="7583462" y="4287616"/>
                </a:lnTo>
                <a:lnTo>
                  <a:pt x="0" y="42876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952500" y="1574801"/>
            <a:ext cx="5168900" cy="2214563"/>
          </a:xfrm>
          <a:custGeom>
            <a:avLst/>
            <a:gdLst>
              <a:gd name="connsiteX0" fmla="*/ 0 w 5168900"/>
              <a:gd name="connsiteY0" fmla="*/ 0 h 2214563"/>
              <a:gd name="connsiteX1" fmla="*/ 5168900 w 5168900"/>
              <a:gd name="connsiteY1" fmla="*/ 0 h 2214563"/>
              <a:gd name="connsiteX2" fmla="*/ 5168900 w 5168900"/>
              <a:gd name="connsiteY2" fmla="*/ 2214563 h 2214563"/>
              <a:gd name="connsiteX3" fmla="*/ 0 w 5168900"/>
              <a:gd name="connsiteY3" fmla="*/ 2214563 h 2214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68900" h="2214563">
                <a:moveTo>
                  <a:pt x="0" y="0"/>
                </a:moveTo>
                <a:lnTo>
                  <a:pt x="5168900" y="0"/>
                </a:lnTo>
                <a:lnTo>
                  <a:pt x="5168900" y="2214563"/>
                </a:lnTo>
                <a:lnTo>
                  <a:pt x="0" y="221456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6527800" y="3910167"/>
            <a:ext cx="4687888" cy="2100107"/>
          </a:xfrm>
          <a:custGeom>
            <a:avLst/>
            <a:gdLst>
              <a:gd name="connsiteX0" fmla="*/ 0 w 4687888"/>
              <a:gd name="connsiteY0" fmla="*/ 0 h 2100107"/>
              <a:gd name="connsiteX1" fmla="*/ 4687888 w 4687888"/>
              <a:gd name="connsiteY1" fmla="*/ 0 h 2100107"/>
              <a:gd name="connsiteX2" fmla="*/ 4687888 w 4687888"/>
              <a:gd name="connsiteY2" fmla="*/ 2100107 h 2100107"/>
              <a:gd name="connsiteX3" fmla="*/ 0 w 4687888"/>
              <a:gd name="connsiteY3" fmla="*/ 2100107 h 2100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7888" h="2100107">
                <a:moveTo>
                  <a:pt x="0" y="0"/>
                </a:moveTo>
                <a:lnTo>
                  <a:pt x="4687888" y="0"/>
                </a:lnTo>
                <a:lnTo>
                  <a:pt x="4687888" y="2100107"/>
                </a:lnTo>
                <a:lnTo>
                  <a:pt x="0" y="21001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3432175" y="1"/>
            <a:ext cx="8759827" cy="7893048"/>
          </a:xfrm>
          <a:custGeom>
            <a:avLst/>
            <a:gdLst>
              <a:gd name="connsiteX0" fmla="*/ 7838282 w 8759827"/>
              <a:gd name="connsiteY0" fmla="*/ 3101973 h 7893048"/>
              <a:gd name="connsiteX1" fmla="*/ 8759827 w 8759827"/>
              <a:gd name="connsiteY1" fmla="*/ 4025048 h 7893048"/>
              <a:gd name="connsiteX2" fmla="*/ 8759827 w 8759827"/>
              <a:gd name="connsiteY2" fmla="*/ 6969974 h 7893048"/>
              <a:gd name="connsiteX3" fmla="*/ 7838282 w 8759827"/>
              <a:gd name="connsiteY3" fmla="*/ 7893048 h 7893048"/>
              <a:gd name="connsiteX4" fmla="*/ 5446713 w 8759827"/>
              <a:gd name="connsiteY4" fmla="*/ 5497511 h 7893048"/>
              <a:gd name="connsiteX5" fmla="*/ 5087145 w 8759827"/>
              <a:gd name="connsiteY5" fmla="*/ 352424 h 7893048"/>
              <a:gd name="connsiteX6" fmla="*/ 7478714 w 8759827"/>
              <a:gd name="connsiteY6" fmla="*/ 2747962 h 7893048"/>
              <a:gd name="connsiteX7" fmla="*/ 5087145 w 8759827"/>
              <a:gd name="connsiteY7" fmla="*/ 5143499 h 7893048"/>
              <a:gd name="connsiteX8" fmla="*/ 2695578 w 8759827"/>
              <a:gd name="connsiteY8" fmla="*/ 2747962 h 7893048"/>
              <a:gd name="connsiteX9" fmla="*/ 5459391 w 8759827"/>
              <a:gd name="connsiteY9" fmla="*/ 0 h 7893048"/>
              <a:gd name="connsiteX10" fmla="*/ 8759827 w 8759827"/>
              <a:gd name="connsiteY10" fmla="*/ 0 h 7893048"/>
              <a:gd name="connsiteX11" fmla="*/ 8759827 w 8759827"/>
              <a:gd name="connsiteY11" fmla="*/ 1485162 h 7893048"/>
              <a:gd name="connsiteX12" fmla="*/ 7838282 w 8759827"/>
              <a:gd name="connsiteY12" fmla="*/ 2408236 h 7893048"/>
              <a:gd name="connsiteX13" fmla="*/ 5446713 w 8759827"/>
              <a:gd name="connsiteY13" fmla="*/ 12699 h 7893048"/>
              <a:gd name="connsiteX14" fmla="*/ 12678 w 8759827"/>
              <a:gd name="connsiteY14" fmla="*/ 0 h 7893048"/>
              <a:gd name="connsiteX15" fmla="*/ 4770461 w 8759827"/>
              <a:gd name="connsiteY15" fmla="*/ 0 h 7893048"/>
              <a:gd name="connsiteX16" fmla="*/ 4783139 w 8759827"/>
              <a:gd name="connsiteY16" fmla="*/ 12699 h 7893048"/>
              <a:gd name="connsiteX17" fmla="*/ 2391571 w 8759827"/>
              <a:gd name="connsiteY17" fmla="*/ 2408236 h 7893048"/>
              <a:gd name="connsiteX18" fmla="*/ 0 w 8759827"/>
              <a:gd name="connsiteY18" fmla="*/ 12699 h 789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759827" h="7893048">
                <a:moveTo>
                  <a:pt x="7838282" y="3101973"/>
                </a:moveTo>
                <a:lnTo>
                  <a:pt x="8759827" y="4025048"/>
                </a:lnTo>
                <a:lnTo>
                  <a:pt x="8759827" y="6969974"/>
                </a:lnTo>
                <a:lnTo>
                  <a:pt x="7838282" y="7893048"/>
                </a:lnTo>
                <a:lnTo>
                  <a:pt x="5446713" y="5497511"/>
                </a:lnTo>
                <a:close/>
                <a:moveTo>
                  <a:pt x="5087145" y="352424"/>
                </a:moveTo>
                <a:lnTo>
                  <a:pt x="7478714" y="2747962"/>
                </a:lnTo>
                <a:lnTo>
                  <a:pt x="5087145" y="5143499"/>
                </a:lnTo>
                <a:lnTo>
                  <a:pt x="2695578" y="2747962"/>
                </a:lnTo>
                <a:close/>
                <a:moveTo>
                  <a:pt x="5459391" y="0"/>
                </a:moveTo>
                <a:lnTo>
                  <a:pt x="8759827" y="0"/>
                </a:lnTo>
                <a:lnTo>
                  <a:pt x="8759827" y="1485162"/>
                </a:lnTo>
                <a:lnTo>
                  <a:pt x="7838282" y="2408236"/>
                </a:lnTo>
                <a:lnTo>
                  <a:pt x="5446713" y="12699"/>
                </a:lnTo>
                <a:close/>
                <a:moveTo>
                  <a:pt x="12678" y="0"/>
                </a:moveTo>
                <a:lnTo>
                  <a:pt x="4770461" y="0"/>
                </a:lnTo>
                <a:lnTo>
                  <a:pt x="4783139" y="12699"/>
                </a:lnTo>
                <a:lnTo>
                  <a:pt x="2391571" y="2408236"/>
                </a:lnTo>
                <a:lnTo>
                  <a:pt x="0" y="126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8325228" y="654542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9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0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5.xml"/><Relationship Id="rId1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16200000" flipV="1">
            <a:off x="-1099284" y="1444859"/>
            <a:ext cx="6166850" cy="396828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9535886" y="-1743"/>
            <a:ext cx="2656115" cy="220282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等腰三角形 29"/>
          <p:cNvSpPr/>
          <p:nvPr/>
        </p:nvSpPr>
        <p:spPr>
          <a:xfrm rot="16200000" flipV="1">
            <a:off x="3899720" y="2151953"/>
            <a:ext cx="1015660" cy="653564"/>
          </a:xfrm>
          <a:prstGeom prst="triangle">
            <a:avLst/>
          </a:prstGeom>
          <a:solidFill>
            <a:srgbClr val="4C467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3578217" y="4767072"/>
            <a:ext cx="1156115" cy="95881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840859" y="1970902"/>
            <a:ext cx="218521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PART 02</a:t>
            </a:r>
            <a:endParaRPr kumimoji="0" lang="zh-CN" alt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840859" y="3038719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gency FB" panose="020B0503020202020204" pitchFamily="34" charset="0"/>
                <a:ea typeface="微软雅黑" panose="020B0503020204020204" charset="-122"/>
                <a:cs typeface="+mn-cs"/>
              </a:rPr>
              <a:t>单元测试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gency FB" panose="020B0503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10445469" y="5500915"/>
            <a:ext cx="1746531" cy="1357086"/>
          </a:xfrm>
          <a:custGeom>
            <a:avLst/>
            <a:gdLst>
              <a:gd name="connsiteX0" fmla="*/ 1319464 w 1319464"/>
              <a:gd name="connsiteY0" fmla="*/ 0 h 1025247"/>
              <a:gd name="connsiteX1" fmla="*/ 1319464 w 1319464"/>
              <a:gd name="connsiteY1" fmla="*/ 1025247 h 1025247"/>
              <a:gd name="connsiteX2" fmla="*/ 0 w 1319464"/>
              <a:gd name="connsiteY2" fmla="*/ 1025247 h 1025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9464" h="1025247">
                <a:moveTo>
                  <a:pt x="1319464" y="0"/>
                </a:moveTo>
                <a:lnTo>
                  <a:pt x="1319464" y="1025247"/>
                </a:lnTo>
                <a:lnTo>
                  <a:pt x="0" y="102524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41" name="直接连接符 40"/>
          <p:cNvCxnSpPr/>
          <p:nvPr/>
        </p:nvCxnSpPr>
        <p:spPr>
          <a:xfrm flipH="1">
            <a:off x="9727812" y="6378594"/>
            <a:ext cx="578056" cy="47940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6" grpId="0"/>
      <p:bldP spid="37" grpId="0"/>
      <p:bldP spid="4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连接符 3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5182933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单元测试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104" name="组合 103"/>
          <p:cNvGrpSpPr/>
          <p:nvPr/>
        </p:nvGrpSpPr>
        <p:grpSpPr>
          <a:xfrm>
            <a:off x="711634" y="2431056"/>
            <a:ext cx="1701138" cy="1644861"/>
            <a:chOff x="1004890" y="2075502"/>
            <a:chExt cx="2264502" cy="2193351"/>
          </a:xfrm>
        </p:grpSpPr>
        <p:sp>
          <p:nvSpPr>
            <p:cNvPr id="105" name="ïṧḷïḓê-矩形: 圆角 2"/>
            <p:cNvSpPr/>
            <p:nvPr/>
          </p:nvSpPr>
          <p:spPr>
            <a:xfrm>
              <a:off x="1004890" y="2075502"/>
              <a:ext cx="2264502" cy="2193351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1161074" y="3320101"/>
              <a:ext cx="2084387" cy="36234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设计测试用例</a:t>
              </a:r>
              <a:endParaRPr lang="zh-CN" altLang="en-US" sz="1600" b="1" dirty="0"/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2766881" y="2431056"/>
            <a:ext cx="1861652" cy="1617579"/>
            <a:chOff x="3609572" y="2075502"/>
            <a:chExt cx="2344863" cy="2188766"/>
          </a:xfrm>
        </p:grpSpPr>
        <p:sp>
          <p:nvSpPr>
            <p:cNvPr id="112" name="ïṧḷïḓê-矩形: 圆角 12"/>
            <p:cNvSpPr/>
            <p:nvPr/>
          </p:nvSpPr>
          <p:spPr>
            <a:xfrm>
              <a:off x="3609572" y="2075502"/>
              <a:ext cx="2344863" cy="2188766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3661459" y="3269176"/>
              <a:ext cx="2292976" cy="52473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测试类设计及运行</a:t>
              </a:r>
              <a:endParaRPr lang="zh-CN" altLang="en-US" sz="1600" b="1" dirty="0"/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979932" y="2477519"/>
            <a:ext cx="2080629" cy="1542629"/>
            <a:chOff x="6214253" y="2075503"/>
            <a:chExt cx="2431194" cy="1990854"/>
          </a:xfrm>
        </p:grpSpPr>
        <p:sp>
          <p:nvSpPr>
            <p:cNvPr id="119" name="ïṧḷïḓê-矩形: 圆角 13"/>
            <p:cNvSpPr/>
            <p:nvPr/>
          </p:nvSpPr>
          <p:spPr>
            <a:xfrm>
              <a:off x="6214253" y="2075503"/>
              <a:ext cx="2086257" cy="1990854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6834104" y="2316803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38"/>
            <p:cNvSpPr/>
            <p:nvPr/>
          </p:nvSpPr>
          <p:spPr>
            <a:xfrm>
              <a:off x="7045241" y="2528196"/>
              <a:ext cx="339726" cy="339213"/>
            </a:xfrm>
            <a:custGeom>
              <a:avLst/>
              <a:gdLst>
                <a:gd name="connsiteX0" fmla="*/ 303775 w 607639"/>
                <a:gd name="connsiteY0" fmla="*/ 525007 h 606722"/>
                <a:gd name="connsiteX1" fmla="*/ 315710 w 607639"/>
                <a:gd name="connsiteY1" fmla="*/ 536902 h 606722"/>
                <a:gd name="connsiteX2" fmla="*/ 315710 w 607639"/>
                <a:gd name="connsiteY2" fmla="*/ 552347 h 606722"/>
                <a:gd name="connsiteX3" fmla="*/ 303775 w 607639"/>
                <a:gd name="connsiteY3" fmla="*/ 564241 h 606722"/>
                <a:gd name="connsiteX4" fmla="*/ 291929 w 607639"/>
                <a:gd name="connsiteY4" fmla="*/ 552347 h 606722"/>
                <a:gd name="connsiteX5" fmla="*/ 291929 w 607639"/>
                <a:gd name="connsiteY5" fmla="*/ 536902 h 606722"/>
                <a:gd name="connsiteX6" fmla="*/ 303775 w 607639"/>
                <a:gd name="connsiteY6" fmla="*/ 525007 h 606722"/>
                <a:gd name="connsiteX7" fmla="*/ 429885 w 607639"/>
                <a:gd name="connsiteY7" fmla="*/ 509483 h 606722"/>
                <a:gd name="connsiteX8" fmla="*/ 441811 w 607639"/>
                <a:gd name="connsiteY8" fmla="*/ 521409 h 606722"/>
                <a:gd name="connsiteX9" fmla="*/ 429885 w 607639"/>
                <a:gd name="connsiteY9" fmla="*/ 533335 h 606722"/>
                <a:gd name="connsiteX10" fmla="*/ 417959 w 607639"/>
                <a:gd name="connsiteY10" fmla="*/ 521409 h 606722"/>
                <a:gd name="connsiteX11" fmla="*/ 429885 w 607639"/>
                <a:gd name="connsiteY11" fmla="*/ 509483 h 606722"/>
                <a:gd name="connsiteX12" fmla="*/ 177720 w 607639"/>
                <a:gd name="connsiteY12" fmla="*/ 509483 h 606722"/>
                <a:gd name="connsiteX13" fmla="*/ 189611 w 607639"/>
                <a:gd name="connsiteY13" fmla="*/ 521409 h 606722"/>
                <a:gd name="connsiteX14" fmla="*/ 177720 w 607639"/>
                <a:gd name="connsiteY14" fmla="*/ 533335 h 606722"/>
                <a:gd name="connsiteX15" fmla="*/ 165829 w 607639"/>
                <a:gd name="connsiteY15" fmla="*/ 521409 h 606722"/>
                <a:gd name="connsiteX16" fmla="*/ 177720 w 607639"/>
                <a:gd name="connsiteY16" fmla="*/ 509483 h 606722"/>
                <a:gd name="connsiteX17" fmla="*/ 522185 w 607639"/>
                <a:gd name="connsiteY17" fmla="*/ 417324 h 606722"/>
                <a:gd name="connsiteX18" fmla="*/ 534111 w 607639"/>
                <a:gd name="connsiteY18" fmla="*/ 429250 h 606722"/>
                <a:gd name="connsiteX19" fmla="*/ 522185 w 607639"/>
                <a:gd name="connsiteY19" fmla="*/ 441176 h 606722"/>
                <a:gd name="connsiteX20" fmla="*/ 510259 w 607639"/>
                <a:gd name="connsiteY20" fmla="*/ 429250 h 606722"/>
                <a:gd name="connsiteX21" fmla="*/ 522185 w 607639"/>
                <a:gd name="connsiteY21" fmla="*/ 417324 h 606722"/>
                <a:gd name="connsiteX22" fmla="*/ 85420 w 607639"/>
                <a:gd name="connsiteY22" fmla="*/ 417324 h 606722"/>
                <a:gd name="connsiteX23" fmla="*/ 97311 w 607639"/>
                <a:gd name="connsiteY23" fmla="*/ 429250 h 606722"/>
                <a:gd name="connsiteX24" fmla="*/ 85420 w 607639"/>
                <a:gd name="connsiteY24" fmla="*/ 441176 h 606722"/>
                <a:gd name="connsiteX25" fmla="*/ 73529 w 607639"/>
                <a:gd name="connsiteY25" fmla="*/ 429250 h 606722"/>
                <a:gd name="connsiteX26" fmla="*/ 85420 w 607639"/>
                <a:gd name="connsiteY26" fmla="*/ 417324 h 606722"/>
                <a:gd name="connsiteX27" fmla="*/ 537643 w 607639"/>
                <a:gd name="connsiteY27" fmla="*/ 291506 h 606722"/>
                <a:gd name="connsiteX28" fmla="*/ 555628 w 607639"/>
                <a:gd name="connsiteY28" fmla="*/ 291506 h 606722"/>
                <a:gd name="connsiteX29" fmla="*/ 567558 w 607639"/>
                <a:gd name="connsiteY29" fmla="*/ 303316 h 606722"/>
                <a:gd name="connsiteX30" fmla="*/ 555628 w 607639"/>
                <a:gd name="connsiteY30" fmla="*/ 315216 h 606722"/>
                <a:gd name="connsiteX31" fmla="*/ 537643 w 607639"/>
                <a:gd name="connsiteY31" fmla="*/ 315216 h 606722"/>
                <a:gd name="connsiteX32" fmla="*/ 525713 w 607639"/>
                <a:gd name="connsiteY32" fmla="*/ 303316 h 606722"/>
                <a:gd name="connsiteX33" fmla="*/ 537643 w 607639"/>
                <a:gd name="connsiteY33" fmla="*/ 291506 h 606722"/>
                <a:gd name="connsiteX34" fmla="*/ 51991 w 607639"/>
                <a:gd name="connsiteY34" fmla="*/ 291506 h 606722"/>
                <a:gd name="connsiteX35" fmla="*/ 69946 w 607639"/>
                <a:gd name="connsiteY35" fmla="*/ 291506 h 606722"/>
                <a:gd name="connsiteX36" fmla="*/ 81856 w 607639"/>
                <a:gd name="connsiteY36" fmla="*/ 303316 h 606722"/>
                <a:gd name="connsiteX37" fmla="*/ 69946 w 607639"/>
                <a:gd name="connsiteY37" fmla="*/ 315216 h 606722"/>
                <a:gd name="connsiteX38" fmla="*/ 51991 w 607639"/>
                <a:gd name="connsiteY38" fmla="*/ 315216 h 606722"/>
                <a:gd name="connsiteX39" fmla="*/ 40081 w 607639"/>
                <a:gd name="connsiteY39" fmla="*/ 303316 h 606722"/>
                <a:gd name="connsiteX40" fmla="*/ 51991 w 607639"/>
                <a:gd name="connsiteY40" fmla="*/ 291506 h 606722"/>
                <a:gd name="connsiteX41" fmla="*/ 412608 w 607639"/>
                <a:gd name="connsiteY41" fmla="*/ 222096 h 606722"/>
                <a:gd name="connsiteX42" fmla="*/ 345491 w 607639"/>
                <a:gd name="connsiteY42" fmla="*/ 334245 h 606722"/>
                <a:gd name="connsiteX43" fmla="*/ 412608 w 607639"/>
                <a:gd name="connsiteY43" fmla="*/ 334245 h 606722"/>
                <a:gd name="connsiteX44" fmla="*/ 427651 w 607639"/>
                <a:gd name="connsiteY44" fmla="*/ 167533 h 606722"/>
                <a:gd name="connsiteX45" fmla="*/ 436375 w 607639"/>
                <a:gd name="connsiteY45" fmla="*/ 178996 h 606722"/>
                <a:gd name="connsiteX46" fmla="*/ 436375 w 607639"/>
                <a:gd name="connsiteY46" fmla="*/ 334245 h 606722"/>
                <a:gd name="connsiteX47" fmla="*/ 469399 w 607639"/>
                <a:gd name="connsiteY47" fmla="*/ 334245 h 606722"/>
                <a:gd name="connsiteX48" fmla="*/ 481327 w 607639"/>
                <a:gd name="connsiteY48" fmla="*/ 346153 h 606722"/>
                <a:gd name="connsiteX49" fmla="*/ 469399 w 607639"/>
                <a:gd name="connsiteY49" fmla="*/ 357973 h 606722"/>
                <a:gd name="connsiteX50" fmla="*/ 436375 w 607639"/>
                <a:gd name="connsiteY50" fmla="*/ 357973 h 606722"/>
                <a:gd name="connsiteX51" fmla="*/ 436375 w 607639"/>
                <a:gd name="connsiteY51" fmla="*/ 427733 h 606722"/>
                <a:gd name="connsiteX52" fmla="*/ 424536 w 607639"/>
                <a:gd name="connsiteY52" fmla="*/ 439552 h 606722"/>
                <a:gd name="connsiteX53" fmla="*/ 412608 w 607639"/>
                <a:gd name="connsiteY53" fmla="*/ 427733 h 606722"/>
                <a:gd name="connsiteX54" fmla="*/ 412608 w 607639"/>
                <a:gd name="connsiteY54" fmla="*/ 357973 h 606722"/>
                <a:gd name="connsiteX55" fmla="*/ 324573 w 607639"/>
                <a:gd name="connsiteY55" fmla="*/ 357973 h 606722"/>
                <a:gd name="connsiteX56" fmla="*/ 314158 w 607639"/>
                <a:gd name="connsiteY56" fmla="*/ 352019 h 606722"/>
                <a:gd name="connsiteX57" fmla="*/ 314336 w 607639"/>
                <a:gd name="connsiteY57" fmla="*/ 340022 h 606722"/>
                <a:gd name="connsiteX58" fmla="*/ 414299 w 607639"/>
                <a:gd name="connsiteY58" fmla="*/ 172953 h 606722"/>
                <a:gd name="connsiteX59" fmla="*/ 427651 w 607639"/>
                <a:gd name="connsiteY59" fmla="*/ 167533 h 606722"/>
                <a:gd name="connsiteX60" fmla="*/ 216270 w 607639"/>
                <a:gd name="connsiteY60" fmla="*/ 167099 h 606722"/>
                <a:gd name="connsiteX61" fmla="*/ 290518 w 607639"/>
                <a:gd name="connsiteY61" fmla="*/ 241210 h 606722"/>
                <a:gd name="connsiteX62" fmla="*/ 242978 w 607639"/>
                <a:gd name="connsiteY62" fmla="*/ 355754 h 606722"/>
                <a:gd name="connsiteX63" fmla="*/ 182707 w 607639"/>
                <a:gd name="connsiteY63" fmla="*/ 415825 h 606722"/>
                <a:gd name="connsiteX64" fmla="*/ 278588 w 607639"/>
                <a:gd name="connsiteY64" fmla="*/ 415825 h 606722"/>
                <a:gd name="connsiteX65" fmla="*/ 290518 w 607639"/>
                <a:gd name="connsiteY65" fmla="*/ 427734 h 606722"/>
                <a:gd name="connsiteX66" fmla="*/ 278588 w 607639"/>
                <a:gd name="connsiteY66" fmla="*/ 439552 h 606722"/>
                <a:gd name="connsiteX67" fmla="*/ 154040 w 607639"/>
                <a:gd name="connsiteY67" fmla="*/ 439552 h 606722"/>
                <a:gd name="connsiteX68" fmla="*/ 143001 w 607639"/>
                <a:gd name="connsiteY68" fmla="*/ 432265 h 606722"/>
                <a:gd name="connsiteX69" fmla="*/ 145582 w 607639"/>
                <a:gd name="connsiteY69" fmla="*/ 419292 h 606722"/>
                <a:gd name="connsiteX70" fmla="*/ 226152 w 607639"/>
                <a:gd name="connsiteY70" fmla="*/ 338959 h 606722"/>
                <a:gd name="connsiteX71" fmla="*/ 266659 w 607639"/>
                <a:gd name="connsiteY71" fmla="*/ 241210 h 606722"/>
                <a:gd name="connsiteX72" fmla="*/ 216270 w 607639"/>
                <a:gd name="connsiteY72" fmla="*/ 190914 h 606722"/>
                <a:gd name="connsiteX73" fmla="*/ 165880 w 607639"/>
                <a:gd name="connsiteY73" fmla="*/ 241210 h 606722"/>
                <a:gd name="connsiteX74" fmla="*/ 154040 w 607639"/>
                <a:gd name="connsiteY74" fmla="*/ 253029 h 606722"/>
                <a:gd name="connsiteX75" fmla="*/ 142110 w 607639"/>
                <a:gd name="connsiteY75" fmla="*/ 241210 h 606722"/>
                <a:gd name="connsiteX76" fmla="*/ 216270 w 607639"/>
                <a:gd name="connsiteY76" fmla="*/ 167099 h 606722"/>
                <a:gd name="connsiteX77" fmla="*/ 522185 w 607639"/>
                <a:gd name="connsiteY77" fmla="*/ 165547 h 606722"/>
                <a:gd name="connsiteX78" fmla="*/ 534111 w 607639"/>
                <a:gd name="connsiteY78" fmla="*/ 177438 h 606722"/>
                <a:gd name="connsiteX79" fmla="*/ 522185 w 607639"/>
                <a:gd name="connsiteY79" fmla="*/ 189329 h 606722"/>
                <a:gd name="connsiteX80" fmla="*/ 510259 w 607639"/>
                <a:gd name="connsiteY80" fmla="*/ 177438 h 606722"/>
                <a:gd name="connsiteX81" fmla="*/ 522185 w 607639"/>
                <a:gd name="connsiteY81" fmla="*/ 165547 h 606722"/>
                <a:gd name="connsiteX82" fmla="*/ 85420 w 607639"/>
                <a:gd name="connsiteY82" fmla="*/ 165547 h 606722"/>
                <a:gd name="connsiteX83" fmla="*/ 97311 w 607639"/>
                <a:gd name="connsiteY83" fmla="*/ 177438 h 606722"/>
                <a:gd name="connsiteX84" fmla="*/ 85420 w 607639"/>
                <a:gd name="connsiteY84" fmla="*/ 189329 h 606722"/>
                <a:gd name="connsiteX85" fmla="*/ 73529 w 607639"/>
                <a:gd name="connsiteY85" fmla="*/ 177438 h 606722"/>
                <a:gd name="connsiteX86" fmla="*/ 85420 w 607639"/>
                <a:gd name="connsiteY86" fmla="*/ 165547 h 606722"/>
                <a:gd name="connsiteX87" fmla="*/ 429885 w 607639"/>
                <a:gd name="connsiteY87" fmla="*/ 73388 h 606722"/>
                <a:gd name="connsiteX88" fmla="*/ 441811 w 607639"/>
                <a:gd name="connsiteY88" fmla="*/ 85279 h 606722"/>
                <a:gd name="connsiteX89" fmla="*/ 429885 w 607639"/>
                <a:gd name="connsiteY89" fmla="*/ 97170 h 606722"/>
                <a:gd name="connsiteX90" fmla="*/ 417959 w 607639"/>
                <a:gd name="connsiteY90" fmla="*/ 85279 h 606722"/>
                <a:gd name="connsiteX91" fmla="*/ 429885 w 607639"/>
                <a:gd name="connsiteY91" fmla="*/ 73388 h 606722"/>
                <a:gd name="connsiteX92" fmla="*/ 177720 w 607639"/>
                <a:gd name="connsiteY92" fmla="*/ 73388 h 606722"/>
                <a:gd name="connsiteX93" fmla="*/ 189611 w 607639"/>
                <a:gd name="connsiteY93" fmla="*/ 85279 h 606722"/>
                <a:gd name="connsiteX94" fmla="*/ 177720 w 607639"/>
                <a:gd name="connsiteY94" fmla="*/ 97170 h 606722"/>
                <a:gd name="connsiteX95" fmla="*/ 165829 w 607639"/>
                <a:gd name="connsiteY95" fmla="*/ 85279 h 606722"/>
                <a:gd name="connsiteX96" fmla="*/ 177720 w 607639"/>
                <a:gd name="connsiteY96" fmla="*/ 73388 h 606722"/>
                <a:gd name="connsiteX97" fmla="*/ 303775 w 607639"/>
                <a:gd name="connsiteY97" fmla="*/ 42480 h 606722"/>
                <a:gd name="connsiteX98" fmla="*/ 315710 w 607639"/>
                <a:gd name="connsiteY98" fmla="*/ 54396 h 606722"/>
                <a:gd name="connsiteX99" fmla="*/ 315710 w 607639"/>
                <a:gd name="connsiteY99" fmla="*/ 69869 h 606722"/>
                <a:gd name="connsiteX100" fmla="*/ 303775 w 607639"/>
                <a:gd name="connsiteY100" fmla="*/ 81785 h 606722"/>
                <a:gd name="connsiteX101" fmla="*/ 291929 w 607639"/>
                <a:gd name="connsiteY101" fmla="*/ 69869 h 606722"/>
                <a:gd name="connsiteX102" fmla="*/ 291929 w 607639"/>
                <a:gd name="connsiteY102" fmla="*/ 54396 h 606722"/>
                <a:gd name="connsiteX103" fmla="*/ 303775 w 607639"/>
                <a:gd name="connsiteY103" fmla="*/ 42480 h 606722"/>
                <a:gd name="connsiteX104" fmla="*/ 303775 w 607639"/>
                <a:gd name="connsiteY104" fmla="*/ 0 h 606722"/>
                <a:gd name="connsiteX105" fmla="*/ 537058 w 607639"/>
                <a:gd name="connsiteY105" fmla="*/ 108956 h 606722"/>
                <a:gd name="connsiteX106" fmla="*/ 537058 w 607639"/>
                <a:gd name="connsiteY106" fmla="*/ 93048 h 606722"/>
                <a:gd name="connsiteX107" fmla="*/ 548895 w 607639"/>
                <a:gd name="connsiteY107" fmla="*/ 81139 h 606722"/>
                <a:gd name="connsiteX108" fmla="*/ 560822 w 607639"/>
                <a:gd name="connsiteY108" fmla="*/ 93048 h 606722"/>
                <a:gd name="connsiteX109" fmla="*/ 560822 w 607639"/>
                <a:gd name="connsiteY109" fmla="*/ 138994 h 606722"/>
                <a:gd name="connsiteX110" fmla="*/ 548895 w 607639"/>
                <a:gd name="connsiteY110" fmla="*/ 150903 h 606722"/>
                <a:gd name="connsiteX111" fmla="*/ 502880 w 607639"/>
                <a:gd name="connsiteY111" fmla="*/ 150903 h 606722"/>
                <a:gd name="connsiteX112" fmla="*/ 490953 w 607639"/>
                <a:gd name="connsiteY112" fmla="*/ 138994 h 606722"/>
                <a:gd name="connsiteX113" fmla="*/ 502880 w 607639"/>
                <a:gd name="connsiteY113" fmla="*/ 127174 h 606722"/>
                <a:gd name="connsiteX114" fmla="*/ 521126 w 607639"/>
                <a:gd name="connsiteY114" fmla="*/ 127174 h 606722"/>
                <a:gd name="connsiteX115" fmla="*/ 303775 w 607639"/>
                <a:gd name="connsiteY115" fmla="*/ 23728 h 606722"/>
                <a:gd name="connsiteX116" fmla="*/ 23764 w 607639"/>
                <a:gd name="connsiteY116" fmla="*/ 303316 h 606722"/>
                <a:gd name="connsiteX117" fmla="*/ 303775 w 607639"/>
                <a:gd name="connsiteY117" fmla="*/ 582905 h 606722"/>
                <a:gd name="connsiteX118" fmla="*/ 583786 w 607639"/>
                <a:gd name="connsiteY118" fmla="*/ 303316 h 606722"/>
                <a:gd name="connsiteX119" fmla="*/ 573906 w 607639"/>
                <a:gd name="connsiteY119" fmla="*/ 229376 h 606722"/>
                <a:gd name="connsiteX120" fmla="*/ 582273 w 607639"/>
                <a:gd name="connsiteY120" fmla="*/ 214801 h 606722"/>
                <a:gd name="connsiteX121" fmla="*/ 596869 w 607639"/>
                <a:gd name="connsiteY121" fmla="*/ 223066 h 606722"/>
                <a:gd name="connsiteX122" fmla="*/ 607639 w 607639"/>
                <a:gd name="connsiteY122" fmla="*/ 303316 h 606722"/>
                <a:gd name="connsiteX123" fmla="*/ 303775 w 607639"/>
                <a:gd name="connsiteY123" fmla="*/ 606722 h 606722"/>
                <a:gd name="connsiteX124" fmla="*/ 0 w 607639"/>
                <a:gd name="connsiteY124" fmla="*/ 303316 h 606722"/>
                <a:gd name="connsiteX125" fmla="*/ 303775 w 607639"/>
                <a:gd name="connsiteY125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07639" h="606722">
                  <a:moveTo>
                    <a:pt x="303775" y="525007"/>
                  </a:moveTo>
                  <a:cubicBezTo>
                    <a:pt x="310366" y="525007"/>
                    <a:pt x="315710" y="530333"/>
                    <a:pt x="315710" y="536902"/>
                  </a:cubicBezTo>
                  <a:lnTo>
                    <a:pt x="315710" y="552347"/>
                  </a:lnTo>
                  <a:cubicBezTo>
                    <a:pt x="315710" y="558915"/>
                    <a:pt x="310366" y="564241"/>
                    <a:pt x="303775" y="564241"/>
                  </a:cubicBezTo>
                  <a:cubicBezTo>
                    <a:pt x="297184" y="564241"/>
                    <a:pt x="291929" y="558915"/>
                    <a:pt x="291929" y="552347"/>
                  </a:cubicBezTo>
                  <a:lnTo>
                    <a:pt x="291929" y="536902"/>
                  </a:lnTo>
                  <a:cubicBezTo>
                    <a:pt x="291929" y="530333"/>
                    <a:pt x="297184" y="525007"/>
                    <a:pt x="303775" y="525007"/>
                  </a:cubicBezTo>
                  <a:close/>
                  <a:moveTo>
                    <a:pt x="429885" y="509483"/>
                  </a:moveTo>
                  <a:cubicBezTo>
                    <a:pt x="436472" y="509483"/>
                    <a:pt x="441811" y="514822"/>
                    <a:pt x="441811" y="521409"/>
                  </a:cubicBezTo>
                  <a:cubicBezTo>
                    <a:pt x="441811" y="527996"/>
                    <a:pt x="436472" y="533335"/>
                    <a:pt x="429885" y="533335"/>
                  </a:cubicBezTo>
                  <a:cubicBezTo>
                    <a:pt x="423298" y="533335"/>
                    <a:pt x="417959" y="527996"/>
                    <a:pt x="417959" y="521409"/>
                  </a:cubicBezTo>
                  <a:cubicBezTo>
                    <a:pt x="417959" y="514822"/>
                    <a:pt x="423298" y="509483"/>
                    <a:pt x="429885" y="509483"/>
                  </a:cubicBezTo>
                  <a:close/>
                  <a:moveTo>
                    <a:pt x="177720" y="509483"/>
                  </a:moveTo>
                  <a:cubicBezTo>
                    <a:pt x="184287" y="509483"/>
                    <a:pt x="189611" y="514822"/>
                    <a:pt x="189611" y="521409"/>
                  </a:cubicBezTo>
                  <a:cubicBezTo>
                    <a:pt x="189611" y="527996"/>
                    <a:pt x="184287" y="533335"/>
                    <a:pt x="177720" y="533335"/>
                  </a:cubicBezTo>
                  <a:cubicBezTo>
                    <a:pt x="171153" y="533335"/>
                    <a:pt x="165829" y="527996"/>
                    <a:pt x="165829" y="521409"/>
                  </a:cubicBezTo>
                  <a:cubicBezTo>
                    <a:pt x="165829" y="514822"/>
                    <a:pt x="171153" y="509483"/>
                    <a:pt x="177720" y="509483"/>
                  </a:cubicBezTo>
                  <a:close/>
                  <a:moveTo>
                    <a:pt x="522185" y="417324"/>
                  </a:moveTo>
                  <a:cubicBezTo>
                    <a:pt x="528772" y="417324"/>
                    <a:pt x="534111" y="422663"/>
                    <a:pt x="534111" y="429250"/>
                  </a:cubicBezTo>
                  <a:cubicBezTo>
                    <a:pt x="534111" y="435837"/>
                    <a:pt x="528772" y="441176"/>
                    <a:pt x="522185" y="441176"/>
                  </a:cubicBezTo>
                  <a:cubicBezTo>
                    <a:pt x="515598" y="441176"/>
                    <a:pt x="510259" y="435837"/>
                    <a:pt x="510259" y="429250"/>
                  </a:cubicBezTo>
                  <a:cubicBezTo>
                    <a:pt x="510259" y="422663"/>
                    <a:pt x="515598" y="417324"/>
                    <a:pt x="522185" y="417324"/>
                  </a:cubicBezTo>
                  <a:close/>
                  <a:moveTo>
                    <a:pt x="85420" y="417324"/>
                  </a:moveTo>
                  <a:cubicBezTo>
                    <a:pt x="91987" y="417324"/>
                    <a:pt x="97311" y="422663"/>
                    <a:pt x="97311" y="429250"/>
                  </a:cubicBezTo>
                  <a:cubicBezTo>
                    <a:pt x="97311" y="435837"/>
                    <a:pt x="91987" y="441176"/>
                    <a:pt x="85420" y="441176"/>
                  </a:cubicBezTo>
                  <a:cubicBezTo>
                    <a:pt x="78853" y="441176"/>
                    <a:pt x="73529" y="435837"/>
                    <a:pt x="73529" y="429250"/>
                  </a:cubicBezTo>
                  <a:cubicBezTo>
                    <a:pt x="73529" y="422663"/>
                    <a:pt x="78853" y="417324"/>
                    <a:pt x="85420" y="417324"/>
                  </a:cubicBezTo>
                  <a:close/>
                  <a:moveTo>
                    <a:pt x="537643" y="291506"/>
                  </a:moveTo>
                  <a:lnTo>
                    <a:pt x="555628" y="291506"/>
                  </a:lnTo>
                  <a:cubicBezTo>
                    <a:pt x="562216" y="291506"/>
                    <a:pt x="567558" y="296745"/>
                    <a:pt x="567558" y="303316"/>
                  </a:cubicBezTo>
                  <a:cubicBezTo>
                    <a:pt x="567558" y="309888"/>
                    <a:pt x="562216" y="315216"/>
                    <a:pt x="555628" y="315216"/>
                  </a:cubicBezTo>
                  <a:lnTo>
                    <a:pt x="537643" y="315216"/>
                  </a:lnTo>
                  <a:cubicBezTo>
                    <a:pt x="531055" y="315216"/>
                    <a:pt x="525713" y="309888"/>
                    <a:pt x="525713" y="303316"/>
                  </a:cubicBezTo>
                  <a:cubicBezTo>
                    <a:pt x="525713" y="296745"/>
                    <a:pt x="531055" y="291506"/>
                    <a:pt x="537643" y="291506"/>
                  </a:cubicBezTo>
                  <a:close/>
                  <a:moveTo>
                    <a:pt x="51991" y="291506"/>
                  </a:moveTo>
                  <a:lnTo>
                    <a:pt x="69946" y="291506"/>
                  </a:lnTo>
                  <a:cubicBezTo>
                    <a:pt x="76523" y="291506"/>
                    <a:pt x="81856" y="296745"/>
                    <a:pt x="81856" y="303316"/>
                  </a:cubicBezTo>
                  <a:cubicBezTo>
                    <a:pt x="81856" y="309888"/>
                    <a:pt x="76523" y="315216"/>
                    <a:pt x="69946" y="315216"/>
                  </a:cubicBezTo>
                  <a:lnTo>
                    <a:pt x="51991" y="315216"/>
                  </a:lnTo>
                  <a:cubicBezTo>
                    <a:pt x="45414" y="315216"/>
                    <a:pt x="40081" y="309888"/>
                    <a:pt x="40081" y="303316"/>
                  </a:cubicBezTo>
                  <a:cubicBezTo>
                    <a:pt x="40081" y="296745"/>
                    <a:pt x="45414" y="291506"/>
                    <a:pt x="51991" y="291506"/>
                  </a:cubicBezTo>
                  <a:close/>
                  <a:moveTo>
                    <a:pt x="412608" y="222096"/>
                  </a:moveTo>
                  <a:lnTo>
                    <a:pt x="345491" y="334245"/>
                  </a:lnTo>
                  <a:lnTo>
                    <a:pt x="412608" y="334245"/>
                  </a:lnTo>
                  <a:close/>
                  <a:moveTo>
                    <a:pt x="427651" y="167533"/>
                  </a:moveTo>
                  <a:cubicBezTo>
                    <a:pt x="432814" y="168954"/>
                    <a:pt x="436375" y="173664"/>
                    <a:pt x="436375" y="178996"/>
                  </a:cubicBezTo>
                  <a:lnTo>
                    <a:pt x="436375" y="334245"/>
                  </a:lnTo>
                  <a:lnTo>
                    <a:pt x="469399" y="334245"/>
                  </a:lnTo>
                  <a:cubicBezTo>
                    <a:pt x="475986" y="334245"/>
                    <a:pt x="481327" y="339577"/>
                    <a:pt x="481327" y="346153"/>
                  </a:cubicBezTo>
                  <a:cubicBezTo>
                    <a:pt x="481327" y="352641"/>
                    <a:pt x="475986" y="357973"/>
                    <a:pt x="469399" y="357973"/>
                  </a:cubicBezTo>
                  <a:lnTo>
                    <a:pt x="436375" y="357973"/>
                  </a:lnTo>
                  <a:lnTo>
                    <a:pt x="436375" y="427733"/>
                  </a:lnTo>
                  <a:cubicBezTo>
                    <a:pt x="436375" y="434220"/>
                    <a:pt x="431123" y="439552"/>
                    <a:pt x="424536" y="439552"/>
                  </a:cubicBezTo>
                  <a:cubicBezTo>
                    <a:pt x="417949" y="439552"/>
                    <a:pt x="412608" y="434220"/>
                    <a:pt x="412608" y="427733"/>
                  </a:cubicBezTo>
                  <a:lnTo>
                    <a:pt x="412608" y="357973"/>
                  </a:lnTo>
                  <a:lnTo>
                    <a:pt x="324573" y="357973"/>
                  </a:lnTo>
                  <a:cubicBezTo>
                    <a:pt x="320300" y="357973"/>
                    <a:pt x="316295" y="355662"/>
                    <a:pt x="314158" y="352019"/>
                  </a:cubicBezTo>
                  <a:cubicBezTo>
                    <a:pt x="312111" y="348286"/>
                    <a:pt x="312111" y="343665"/>
                    <a:pt x="314336" y="340022"/>
                  </a:cubicBezTo>
                  <a:lnTo>
                    <a:pt x="414299" y="172953"/>
                  </a:lnTo>
                  <a:cubicBezTo>
                    <a:pt x="417059" y="168332"/>
                    <a:pt x="422489" y="166111"/>
                    <a:pt x="427651" y="167533"/>
                  </a:cubicBezTo>
                  <a:close/>
                  <a:moveTo>
                    <a:pt x="216270" y="167099"/>
                  </a:moveTo>
                  <a:cubicBezTo>
                    <a:pt x="257222" y="167099"/>
                    <a:pt x="290518" y="200333"/>
                    <a:pt x="290518" y="241210"/>
                  </a:cubicBezTo>
                  <a:cubicBezTo>
                    <a:pt x="290518" y="284486"/>
                    <a:pt x="273603" y="325097"/>
                    <a:pt x="242978" y="355754"/>
                  </a:cubicBezTo>
                  <a:lnTo>
                    <a:pt x="182707" y="415825"/>
                  </a:lnTo>
                  <a:lnTo>
                    <a:pt x="278588" y="415825"/>
                  </a:lnTo>
                  <a:cubicBezTo>
                    <a:pt x="285176" y="415825"/>
                    <a:pt x="290518" y="421158"/>
                    <a:pt x="290518" y="427734"/>
                  </a:cubicBezTo>
                  <a:cubicBezTo>
                    <a:pt x="290518" y="434220"/>
                    <a:pt x="285176" y="439552"/>
                    <a:pt x="278588" y="439552"/>
                  </a:cubicBezTo>
                  <a:lnTo>
                    <a:pt x="154040" y="439552"/>
                  </a:lnTo>
                  <a:cubicBezTo>
                    <a:pt x="149232" y="439552"/>
                    <a:pt x="144870" y="436709"/>
                    <a:pt x="143001" y="432265"/>
                  </a:cubicBezTo>
                  <a:cubicBezTo>
                    <a:pt x="141131" y="427822"/>
                    <a:pt x="142199" y="422668"/>
                    <a:pt x="145582" y="419292"/>
                  </a:cubicBezTo>
                  <a:lnTo>
                    <a:pt x="226152" y="338959"/>
                  </a:lnTo>
                  <a:cubicBezTo>
                    <a:pt x="252236" y="312834"/>
                    <a:pt x="266659" y="278088"/>
                    <a:pt x="266659" y="241210"/>
                  </a:cubicBezTo>
                  <a:cubicBezTo>
                    <a:pt x="266659" y="213485"/>
                    <a:pt x="244046" y="190914"/>
                    <a:pt x="216270" y="190914"/>
                  </a:cubicBezTo>
                  <a:cubicBezTo>
                    <a:pt x="188493" y="190914"/>
                    <a:pt x="165880" y="213485"/>
                    <a:pt x="165880" y="241210"/>
                  </a:cubicBezTo>
                  <a:cubicBezTo>
                    <a:pt x="165880" y="247786"/>
                    <a:pt x="160539" y="253029"/>
                    <a:pt x="154040" y="253029"/>
                  </a:cubicBezTo>
                  <a:cubicBezTo>
                    <a:pt x="147452" y="253029"/>
                    <a:pt x="142110" y="247786"/>
                    <a:pt x="142110" y="241210"/>
                  </a:cubicBezTo>
                  <a:cubicBezTo>
                    <a:pt x="142110" y="200333"/>
                    <a:pt x="175406" y="167099"/>
                    <a:pt x="216270" y="167099"/>
                  </a:cubicBezTo>
                  <a:close/>
                  <a:moveTo>
                    <a:pt x="522185" y="165547"/>
                  </a:moveTo>
                  <a:cubicBezTo>
                    <a:pt x="528772" y="165547"/>
                    <a:pt x="534111" y="170871"/>
                    <a:pt x="534111" y="177438"/>
                  </a:cubicBezTo>
                  <a:cubicBezTo>
                    <a:pt x="534111" y="184005"/>
                    <a:pt x="528772" y="189329"/>
                    <a:pt x="522185" y="189329"/>
                  </a:cubicBezTo>
                  <a:cubicBezTo>
                    <a:pt x="515598" y="189329"/>
                    <a:pt x="510259" y="184005"/>
                    <a:pt x="510259" y="177438"/>
                  </a:cubicBezTo>
                  <a:cubicBezTo>
                    <a:pt x="510259" y="170871"/>
                    <a:pt x="515598" y="165547"/>
                    <a:pt x="522185" y="165547"/>
                  </a:cubicBezTo>
                  <a:close/>
                  <a:moveTo>
                    <a:pt x="85420" y="165547"/>
                  </a:moveTo>
                  <a:cubicBezTo>
                    <a:pt x="91987" y="165547"/>
                    <a:pt x="97311" y="170871"/>
                    <a:pt x="97311" y="177438"/>
                  </a:cubicBezTo>
                  <a:cubicBezTo>
                    <a:pt x="97311" y="184005"/>
                    <a:pt x="91987" y="189329"/>
                    <a:pt x="85420" y="189329"/>
                  </a:cubicBezTo>
                  <a:cubicBezTo>
                    <a:pt x="78853" y="189329"/>
                    <a:pt x="73529" y="184005"/>
                    <a:pt x="73529" y="177438"/>
                  </a:cubicBezTo>
                  <a:cubicBezTo>
                    <a:pt x="73529" y="170871"/>
                    <a:pt x="78853" y="165547"/>
                    <a:pt x="85420" y="165547"/>
                  </a:cubicBezTo>
                  <a:close/>
                  <a:moveTo>
                    <a:pt x="429885" y="73388"/>
                  </a:moveTo>
                  <a:cubicBezTo>
                    <a:pt x="436472" y="73388"/>
                    <a:pt x="441811" y="78712"/>
                    <a:pt x="441811" y="85279"/>
                  </a:cubicBezTo>
                  <a:cubicBezTo>
                    <a:pt x="441811" y="91846"/>
                    <a:pt x="436472" y="97170"/>
                    <a:pt x="429885" y="97170"/>
                  </a:cubicBezTo>
                  <a:cubicBezTo>
                    <a:pt x="423298" y="97170"/>
                    <a:pt x="417959" y="91846"/>
                    <a:pt x="417959" y="85279"/>
                  </a:cubicBezTo>
                  <a:cubicBezTo>
                    <a:pt x="417959" y="78712"/>
                    <a:pt x="423298" y="73388"/>
                    <a:pt x="429885" y="73388"/>
                  </a:cubicBezTo>
                  <a:close/>
                  <a:moveTo>
                    <a:pt x="177720" y="73388"/>
                  </a:moveTo>
                  <a:cubicBezTo>
                    <a:pt x="184287" y="73388"/>
                    <a:pt x="189611" y="78712"/>
                    <a:pt x="189611" y="85279"/>
                  </a:cubicBezTo>
                  <a:cubicBezTo>
                    <a:pt x="189611" y="91846"/>
                    <a:pt x="184287" y="97170"/>
                    <a:pt x="177720" y="97170"/>
                  </a:cubicBezTo>
                  <a:cubicBezTo>
                    <a:pt x="171153" y="97170"/>
                    <a:pt x="165829" y="91846"/>
                    <a:pt x="165829" y="85279"/>
                  </a:cubicBezTo>
                  <a:cubicBezTo>
                    <a:pt x="165829" y="78712"/>
                    <a:pt x="171153" y="73388"/>
                    <a:pt x="177720" y="73388"/>
                  </a:cubicBezTo>
                  <a:close/>
                  <a:moveTo>
                    <a:pt x="303775" y="42480"/>
                  </a:moveTo>
                  <a:cubicBezTo>
                    <a:pt x="310366" y="42480"/>
                    <a:pt x="315710" y="47815"/>
                    <a:pt x="315710" y="54396"/>
                  </a:cubicBezTo>
                  <a:lnTo>
                    <a:pt x="315710" y="69869"/>
                  </a:lnTo>
                  <a:cubicBezTo>
                    <a:pt x="315710" y="76449"/>
                    <a:pt x="310366" y="81785"/>
                    <a:pt x="303775" y="81785"/>
                  </a:cubicBezTo>
                  <a:cubicBezTo>
                    <a:pt x="297184" y="81785"/>
                    <a:pt x="291929" y="76449"/>
                    <a:pt x="291929" y="69869"/>
                  </a:cubicBezTo>
                  <a:lnTo>
                    <a:pt x="291929" y="54396"/>
                  </a:lnTo>
                  <a:cubicBezTo>
                    <a:pt x="291929" y="47815"/>
                    <a:pt x="297184" y="42480"/>
                    <a:pt x="303775" y="42480"/>
                  </a:cubicBezTo>
                  <a:close/>
                  <a:moveTo>
                    <a:pt x="303775" y="0"/>
                  </a:moveTo>
                  <a:cubicBezTo>
                    <a:pt x="394204" y="0"/>
                    <a:pt x="479560" y="40347"/>
                    <a:pt x="537058" y="108956"/>
                  </a:cubicBezTo>
                  <a:lnTo>
                    <a:pt x="537058" y="93048"/>
                  </a:lnTo>
                  <a:cubicBezTo>
                    <a:pt x="537058" y="86471"/>
                    <a:pt x="542309" y="81139"/>
                    <a:pt x="548895" y="81139"/>
                  </a:cubicBezTo>
                  <a:cubicBezTo>
                    <a:pt x="555482" y="81139"/>
                    <a:pt x="560822" y="86471"/>
                    <a:pt x="560822" y="93048"/>
                  </a:cubicBezTo>
                  <a:lnTo>
                    <a:pt x="560822" y="138994"/>
                  </a:lnTo>
                  <a:cubicBezTo>
                    <a:pt x="560822" y="145570"/>
                    <a:pt x="555482" y="150903"/>
                    <a:pt x="548895" y="150903"/>
                  </a:cubicBezTo>
                  <a:lnTo>
                    <a:pt x="502880" y="150903"/>
                  </a:lnTo>
                  <a:cubicBezTo>
                    <a:pt x="496293" y="150903"/>
                    <a:pt x="490953" y="145570"/>
                    <a:pt x="490953" y="138994"/>
                  </a:cubicBezTo>
                  <a:cubicBezTo>
                    <a:pt x="490953" y="132417"/>
                    <a:pt x="496293" y="127174"/>
                    <a:pt x="502880" y="127174"/>
                  </a:cubicBezTo>
                  <a:lnTo>
                    <a:pt x="521126" y="127174"/>
                  </a:lnTo>
                  <a:cubicBezTo>
                    <a:pt x="468168" y="62032"/>
                    <a:pt x="388419" y="23728"/>
                    <a:pt x="303775" y="23728"/>
                  </a:cubicBezTo>
                  <a:cubicBezTo>
                    <a:pt x="149440" y="23728"/>
                    <a:pt x="23764" y="149214"/>
                    <a:pt x="23764" y="303316"/>
                  </a:cubicBezTo>
                  <a:cubicBezTo>
                    <a:pt x="23764" y="457508"/>
                    <a:pt x="149440" y="582905"/>
                    <a:pt x="303775" y="582905"/>
                  </a:cubicBezTo>
                  <a:cubicBezTo>
                    <a:pt x="458199" y="582905"/>
                    <a:pt x="583786" y="457508"/>
                    <a:pt x="583786" y="303316"/>
                  </a:cubicBezTo>
                  <a:cubicBezTo>
                    <a:pt x="583786" y="278255"/>
                    <a:pt x="580492" y="253371"/>
                    <a:pt x="573906" y="229376"/>
                  </a:cubicBezTo>
                  <a:cubicBezTo>
                    <a:pt x="572126" y="223066"/>
                    <a:pt x="575864" y="216489"/>
                    <a:pt x="582273" y="214801"/>
                  </a:cubicBezTo>
                  <a:cubicBezTo>
                    <a:pt x="588592" y="213023"/>
                    <a:pt x="595089" y="216756"/>
                    <a:pt x="596869" y="223066"/>
                  </a:cubicBezTo>
                  <a:cubicBezTo>
                    <a:pt x="603990" y="249194"/>
                    <a:pt x="607639" y="276122"/>
                    <a:pt x="607639" y="303316"/>
                  </a:cubicBezTo>
                  <a:cubicBezTo>
                    <a:pt x="607639" y="470572"/>
                    <a:pt x="471283" y="606722"/>
                    <a:pt x="303775" y="606722"/>
                  </a:cubicBezTo>
                  <a:cubicBezTo>
                    <a:pt x="136267" y="606722"/>
                    <a:pt x="0" y="470572"/>
                    <a:pt x="0" y="303316"/>
                  </a:cubicBezTo>
                  <a:cubicBezTo>
                    <a:pt x="0" y="136061"/>
                    <a:pt x="136267" y="0"/>
                    <a:pt x="30377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6561061" y="3154031"/>
              <a:ext cx="2084386" cy="46539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覆盖率测试</a:t>
              </a:r>
              <a:endParaRPr lang="zh-CN" altLang="en-US" sz="1600" b="1" dirty="0"/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7148889" y="2445430"/>
            <a:ext cx="2099056" cy="1630487"/>
            <a:chOff x="3632838" y="2075502"/>
            <a:chExt cx="2629054" cy="2210399"/>
          </a:xfrm>
        </p:grpSpPr>
        <p:sp>
          <p:nvSpPr>
            <p:cNvPr id="133" name="ïṧḷïḓê-矩形: 圆角 12"/>
            <p:cNvSpPr/>
            <p:nvPr/>
          </p:nvSpPr>
          <p:spPr>
            <a:xfrm>
              <a:off x="3632838" y="2075502"/>
              <a:ext cx="2360301" cy="2210399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4" name="椭圆 133"/>
            <p:cNvSpPr/>
            <p:nvPr/>
          </p:nvSpPr>
          <p:spPr>
            <a:xfrm>
              <a:off x="4426949" y="2316802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35"/>
            <p:cNvSpPr/>
            <p:nvPr/>
          </p:nvSpPr>
          <p:spPr>
            <a:xfrm>
              <a:off x="4643053" y="2527939"/>
              <a:ext cx="329791" cy="339726"/>
            </a:xfrm>
            <a:custGeom>
              <a:avLst/>
              <a:gdLst>
                <a:gd name="connsiteX0" fmla="*/ 288471 w 590280"/>
                <a:gd name="connsiteY0" fmla="*/ 493393 h 608062"/>
                <a:gd name="connsiteX1" fmla="*/ 301667 w 590280"/>
                <a:gd name="connsiteY1" fmla="*/ 493393 h 608062"/>
                <a:gd name="connsiteX2" fmla="*/ 311369 w 590280"/>
                <a:gd name="connsiteY2" fmla="*/ 499110 h 608062"/>
                <a:gd name="connsiteX3" fmla="*/ 311078 w 590280"/>
                <a:gd name="connsiteY3" fmla="*/ 510446 h 608062"/>
                <a:gd name="connsiteX4" fmla="*/ 307876 w 590280"/>
                <a:gd name="connsiteY4" fmla="*/ 515485 h 608062"/>
                <a:gd name="connsiteX5" fmla="*/ 302249 w 590280"/>
                <a:gd name="connsiteY5" fmla="*/ 518585 h 608062"/>
                <a:gd name="connsiteX6" fmla="*/ 287889 w 590280"/>
                <a:gd name="connsiteY6" fmla="*/ 518585 h 608062"/>
                <a:gd name="connsiteX7" fmla="*/ 282261 w 590280"/>
                <a:gd name="connsiteY7" fmla="*/ 515485 h 608062"/>
                <a:gd name="connsiteX8" fmla="*/ 279059 w 590280"/>
                <a:gd name="connsiteY8" fmla="*/ 510446 h 608062"/>
                <a:gd name="connsiteX9" fmla="*/ 278768 w 590280"/>
                <a:gd name="connsiteY9" fmla="*/ 499110 h 608062"/>
                <a:gd name="connsiteX10" fmla="*/ 288471 w 590280"/>
                <a:gd name="connsiteY10" fmla="*/ 493393 h 608062"/>
                <a:gd name="connsiteX11" fmla="*/ 253371 w 590280"/>
                <a:gd name="connsiteY11" fmla="*/ 486196 h 608062"/>
                <a:gd name="connsiteX12" fmla="*/ 282769 w 590280"/>
                <a:gd name="connsiteY12" fmla="*/ 557899 h 608062"/>
                <a:gd name="connsiteX13" fmla="*/ 282769 w 590280"/>
                <a:gd name="connsiteY13" fmla="*/ 535807 h 608062"/>
                <a:gd name="connsiteX14" fmla="*/ 290337 w 590280"/>
                <a:gd name="connsiteY14" fmla="*/ 528249 h 608062"/>
                <a:gd name="connsiteX15" fmla="*/ 300039 w 590280"/>
                <a:gd name="connsiteY15" fmla="*/ 528249 h 608062"/>
                <a:gd name="connsiteX16" fmla="*/ 307607 w 590280"/>
                <a:gd name="connsiteY16" fmla="*/ 535807 h 608062"/>
                <a:gd name="connsiteX17" fmla="*/ 307607 w 590280"/>
                <a:gd name="connsiteY17" fmla="*/ 557608 h 608062"/>
                <a:gd name="connsiteX18" fmla="*/ 336810 w 590280"/>
                <a:gd name="connsiteY18" fmla="*/ 486196 h 608062"/>
                <a:gd name="connsiteX19" fmla="*/ 357767 w 590280"/>
                <a:gd name="connsiteY19" fmla="*/ 500634 h 608062"/>
                <a:gd name="connsiteX20" fmla="*/ 372417 w 590280"/>
                <a:gd name="connsiteY20" fmla="*/ 538907 h 608062"/>
                <a:gd name="connsiteX21" fmla="*/ 374843 w 590280"/>
                <a:gd name="connsiteY21" fmla="*/ 545109 h 608062"/>
                <a:gd name="connsiteX22" fmla="*/ 300039 w 590280"/>
                <a:gd name="connsiteY22" fmla="*/ 576987 h 608062"/>
                <a:gd name="connsiteX23" fmla="*/ 295188 w 590280"/>
                <a:gd name="connsiteY23" fmla="*/ 577084 h 608062"/>
                <a:gd name="connsiteX24" fmla="*/ 291016 w 590280"/>
                <a:gd name="connsiteY24" fmla="*/ 576987 h 608062"/>
                <a:gd name="connsiteX25" fmla="*/ 215436 w 590280"/>
                <a:gd name="connsiteY25" fmla="*/ 545109 h 608062"/>
                <a:gd name="connsiteX26" fmla="*/ 217764 w 590280"/>
                <a:gd name="connsiteY26" fmla="*/ 538907 h 608062"/>
                <a:gd name="connsiteX27" fmla="*/ 232221 w 590280"/>
                <a:gd name="connsiteY27" fmla="*/ 500827 h 608062"/>
                <a:gd name="connsiteX28" fmla="*/ 253371 w 590280"/>
                <a:gd name="connsiteY28" fmla="*/ 486196 h 608062"/>
                <a:gd name="connsiteX29" fmla="*/ 295188 w 590280"/>
                <a:gd name="connsiteY29" fmla="*/ 366279 h 608062"/>
                <a:gd name="connsiteX30" fmla="*/ 262960 w 590280"/>
                <a:gd name="connsiteY30" fmla="*/ 414607 h 608062"/>
                <a:gd name="connsiteX31" fmla="*/ 295188 w 590280"/>
                <a:gd name="connsiteY31" fmla="*/ 462839 h 608062"/>
                <a:gd name="connsiteX32" fmla="*/ 327320 w 590280"/>
                <a:gd name="connsiteY32" fmla="*/ 414607 h 608062"/>
                <a:gd name="connsiteX33" fmla="*/ 295188 w 590280"/>
                <a:gd name="connsiteY33" fmla="*/ 366279 h 608062"/>
                <a:gd name="connsiteX34" fmla="*/ 295188 w 590280"/>
                <a:gd name="connsiteY34" fmla="*/ 351557 h 608062"/>
                <a:gd name="connsiteX35" fmla="*/ 342172 w 590280"/>
                <a:gd name="connsiteY35" fmla="*/ 414607 h 608062"/>
                <a:gd name="connsiteX36" fmla="*/ 322757 w 590280"/>
                <a:gd name="connsiteY36" fmla="*/ 465551 h 608062"/>
                <a:gd name="connsiteX37" fmla="*/ 295188 w 590280"/>
                <a:gd name="connsiteY37" fmla="*/ 477657 h 608062"/>
                <a:gd name="connsiteX38" fmla="*/ 267522 w 590280"/>
                <a:gd name="connsiteY38" fmla="*/ 465551 h 608062"/>
                <a:gd name="connsiteX39" fmla="*/ 248108 w 590280"/>
                <a:gd name="connsiteY39" fmla="*/ 414607 h 608062"/>
                <a:gd name="connsiteX40" fmla="*/ 295188 w 590280"/>
                <a:gd name="connsiteY40" fmla="*/ 351557 h 608062"/>
                <a:gd name="connsiteX41" fmla="*/ 295188 w 590280"/>
                <a:gd name="connsiteY41" fmla="*/ 336295 h 608062"/>
                <a:gd name="connsiteX42" fmla="*/ 169427 w 590280"/>
                <a:gd name="connsiteY42" fmla="*/ 461860 h 608062"/>
                <a:gd name="connsiteX43" fmla="*/ 295188 w 590280"/>
                <a:gd name="connsiteY43" fmla="*/ 587425 h 608062"/>
                <a:gd name="connsiteX44" fmla="*/ 420852 w 590280"/>
                <a:gd name="connsiteY44" fmla="*/ 461860 h 608062"/>
                <a:gd name="connsiteX45" fmla="*/ 295188 w 590280"/>
                <a:gd name="connsiteY45" fmla="*/ 336295 h 608062"/>
                <a:gd name="connsiteX46" fmla="*/ 426654 w 590280"/>
                <a:gd name="connsiteY46" fmla="*/ 149810 h 608062"/>
                <a:gd name="connsiteX47" fmla="*/ 461485 w 590280"/>
                <a:gd name="connsiteY47" fmla="*/ 179065 h 608062"/>
                <a:gd name="connsiteX48" fmla="*/ 496315 w 590280"/>
                <a:gd name="connsiteY48" fmla="*/ 149810 h 608062"/>
                <a:gd name="connsiteX49" fmla="*/ 512615 w 590280"/>
                <a:gd name="connsiteY49" fmla="*/ 162500 h 608062"/>
                <a:gd name="connsiteX50" fmla="*/ 523966 w 590280"/>
                <a:gd name="connsiteY50" fmla="*/ 192142 h 608062"/>
                <a:gd name="connsiteX51" fmla="*/ 526974 w 590280"/>
                <a:gd name="connsiteY51" fmla="*/ 200086 h 608062"/>
                <a:gd name="connsiteX52" fmla="*/ 522899 w 590280"/>
                <a:gd name="connsiteY52" fmla="*/ 212679 h 608062"/>
                <a:gd name="connsiteX53" fmla="*/ 461485 w 590280"/>
                <a:gd name="connsiteY53" fmla="*/ 230890 h 608062"/>
                <a:gd name="connsiteX54" fmla="*/ 400070 w 590280"/>
                <a:gd name="connsiteY54" fmla="*/ 212679 h 608062"/>
                <a:gd name="connsiteX55" fmla="*/ 395995 w 590280"/>
                <a:gd name="connsiteY55" fmla="*/ 200086 h 608062"/>
                <a:gd name="connsiteX56" fmla="*/ 399003 w 590280"/>
                <a:gd name="connsiteY56" fmla="*/ 192239 h 608062"/>
                <a:gd name="connsiteX57" fmla="*/ 410451 w 590280"/>
                <a:gd name="connsiteY57" fmla="*/ 162500 h 608062"/>
                <a:gd name="connsiteX58" fmla="*/ 426654 w 590280"/>
                <a:gd name="connsiteY58" fmla="*/ 149810 h 608062"/>
                <a:gd name="connsiteX59" fmla="*/ 94788 w 590280"/>
                <a:gd name="connsiteY59" fmla="*/ 142613 h 608062"/>
                <a:gd name="connsiteX60" fmla="*/ 107988 w 590280"/>
                <a:gd name="connsiteY60" fmla="*/ 174970 h 608062"/>
                <a:gd name="connsiteX61" fmla="*/ 130991 w 590280"/>
                <a:gd name="connsiteY61" fmla="*/ 190374 h 608062"/>
                <a:gd name="connsiteX62" fmla="*/ 153994 w 590280"/>
                <a:gd name="connsiteY62" fmla="*/ 174970 h 608062"/>
                <a:gd name="connsiteX63" fmla="*/ 167194 w 590280"/>
                <a:gd name="connsiteY63" fmla="*/ 142613 h 608062"/>
                <a:gd name="connsiteX64" fmla="*/ 179229 w 590280"/>
                <a:gd name="connsiteY64" fmla="*/ 150848 h 608062"/>
                <a:gd name="connsiteX65" fmla="*/ 193788 w 590280"/>
                <a:gd name="connsiteY65" fmla="*/ 188145 h 608062"/>
                <a:gd name="connsiteX66" fmla="*/ 196894 w 590280"/>
                <a:gd name="connsiteY66" fmla="*/ 196186 h 608062"/>
                <a:gd name="connsiteX67" fmla="*/ 193011 w 590280"/>
                <a:gd name="connsiteY67" fmla="*/ 208393 h 608062"/>
                <a:gd name="connsiteX68" fmla="*/ 130991 w 590280"/>
                <a:gd name="connsiteY68" fmla="*/ 227574 h 608062"/>
                <a:gd name="connsiteX69" fmla="*/ 68970 w 590280"/>
                <a:gd name="connsiteY69" fmla="*/ 208393 h 608062"/>
                <a:gd name="connsiteX70" fmla="*/ 65088 w 590280"/>
                <a:gd name="connsiteY70" fmla="*/ 196186 h 608062"/>
                <a:gd name="connsiteX71" fmla="*/ 68194 w 590280"/>
                <a:gd name="connsiteY71" fmla="*/ 188145 h 608062"/>
                <a:gd name="connsiteX72" fmla="*/ 81200 w 590280"/>
                <a:gd name="connsiteY72" fmla="*/ 154723 h 608062"/>
                <a:gd name="connsiteX73" fmla="*/ 94788 w 590280"/>
                <a:gd name="connsiteY73" fmla="*/ 142613 h 608062"/>
                <a:gd name="connsiteX74" fmla="*/ 131088 w 590280"/>
                <a:gd name="connsiteY74" fmla="*/ 70440 h 608062"/>
                <a:gd name="connsiteX75" fmla="*/ 105944 w 590280"/>
                <a:gd name="connsiteY75" fmla="*/ 87488 h 608062"/>
                <a:gd name="connsiteX76" fmla="*/ 130991 w 590280"/>
                <a:gd name="connsiteY76" fmla="*/ 123329 h 608062"/>
                <a:gd name="connsiteX77" fmla="*/ 156038 w 590280"/>
                <a:gd name="connsiteY77" fmla="*/ 86907 h 608062"/>
                <a:gd name="connsiteX78" fmla="*/ 131088 w 590280"/>
                <a:gd name="connsiteY78" fmla="*/ 70440 h 608062"/>
                <a:gd name="connsiteX79" fmla="*/ 461485 w 590280"/>
                <a:gd name="connsiteY79" fmla="*/ 52732 h 608062"/>
                <a:gd name="connsiteX80" fmla="*/ 435473 w 590280"/>
                <a:gd name="connsiteY80" fmla="*/ 91685 h 608062"/>
                <a:gd name="connsiteX81" fmla="*/ 461485 w 590280"/>
                <a:gd name="connsiteY81" fmla="*/ 130735 h 608062"/>
                <a:gd name="connsiteX82" fmla="*/ 487498 w 590280"/>
                <a:gd name="connsiteY82" fmla="*/ 91685 h 608062"/>
                <a:gd name="connsiteX83" fmla="*/ 461485 w 590280"/>
                <a:gd name="connsiteY83" fmla="*/ 52732 h 608062"/>
                <a:gd name="connsiteX84" fmla="*/ 461485 w 590280"/>
                <a:gd name="connsiteY84" fmla="*/ 40716 h 608062"/>
                <a:gd name="connsiteX85" fmla="*/ 499533 w 590280"/>
                <a:gd name="connsiteY85" fmla="*/ 91685 h 608062"/>
                <a:gd name="connsiteX86" fmla="*/ 479539 w 590280"/>
                <a:gd name="connsiteY86" fmla="*/ 136355 h 608062"/>
                <a:gd name="connsiteX87" fmla="*/ 479539 w 590280"/>
                <a:gd name="connsiteY87" fmla="*/ 149631 h 608062"/>
                <a:gd name="connsiteX88" fmla="*/ 483809 w 590280"/>
                <a:gd name="connsiteY88" fmla="*/ 149631 h 608062"/>
                <a:gd name="connsiteX89" fmla="*/ 461485 w 590280"/>
                <a:gd name="connsiteY89" fmla="*/ 167169 h 608062"/>
                <a:gd name="connsiteX90" fmla="*/ 439161 w 590280"/>
                <a:gd name="connsiteY90" fmla="*/ 149631 h 608062"/>
                <a:gd name="connsiteX91" fmla="*/ 443529 w 590280"/>
                <a:gd name="connsiteY91" fmla="*/ 149631 h 608062"/>
                <a:gd name="connsiteX92" fmla="*/ 443529 w 590280"/>
                <a:gd name="connsiteY92" fmla="*/ 136355 h 608062"/>
                <a:gd name="connsiteX93" fmla="*/ 423534 w 590280"/>
                <a:gd name="connsiteY93" fmla="*/ 91685 h 608062"/>
                <a:gd name="connsiteX94" fmla="*/ 461485 w 590280"/>
                <a:gd name="connsiteY94" fmla="*/ 40716 h 608062"/>
                <a:gd name="connsiteX95" fmla="*/ 130991 w 590280"/>
                <a:gd name="connsiteY95" fmla="*/ 32178 h 608062"/>
                <a:gd name="connsiteX96" fmla="*/ 173416 w 590280"/>
                <a:gd name="connsiteY96" fmla="*/ 86326 h 608062"/>
                <a:gd name="connsiteX97" fmla="*/ 185162 w 590280"/>
                <a:gd name="connsiteY97" fmla="*/ 114611 h 608062"/>
                <a:gd name="connsiteX98" fmla="*/ 185648 w 590280"/>
                <a:gd name="connsiteY98" fmla="*/ 120810 h 608062"/>
                <a:gd name="connsiteX99" fmla="*/ 180405 w 590280"/>
                <a:gd name="connsiteY99" fmla="*/ 124007 h 608062"/>
                <a:gd name="connsiteX100" fmla="*/ 154582 w 590280"/>
                <a:gd name="connsiteY100" fmla="*/ 124007 h 608062"/>
                <a:gd name="connsiteX101" fmla="*/ 148563 w 590280"/>
                <a:gd name="connsiteY101" fmla="*/ 129431 h 608062"/>
                <a:gd name="connsiteX102" fmla="*/ 148563 w 590280"/>
                <a:gd name="connsiteY102" fmla="*/ 142024 h 608062"/>
                <a:gd name="connsiteX103" fmla="*/ 154194 w 590280"/>
                <a:gd name="connsiteY103" fmla="*/ 142024 h 608062"/>
                <a:gd name="connsiteX104" fmla="*/ 142641 w 590280"/>
                <a:gd name="connsiteY104" fmla="*/ 170308 h 608062"/>
                <a:gd name="connsiteX105" fmla="*/ 119341 w 590280"/>
                <a:gd name="connsiteY105" fmla="*/ 170308 h 608062"/>
                <a:gd name="connsiteX106" fmla="*/ 107692 w 590280"/>
                <a:gd name="connsiteY106" fmla="*/ 142024 h 608062"/>
                <a:gd name="connsiteX107" fmla="*/ 113420 w 590280"/>
                <a:gd name="connsiteY107" fmla="*/ 142024 h 608062"/>
                <a:gd name="connsiteX108" fmla="*/ 113420 w 590280"/>
                <a:gd name="connsiteY108" fmla="*/ 129431 h 608062"/>
                <a:gd name="connsiteX109" fmla="*/ 107401 w 590280"/>
                <a:gd name="connsiteY109" fmla="*/ 124007 h 608062"/>
                <a:gd name="connsiteX110" fmla="*/ 81674 w 590280"/>
                <a:gd name="connsiteY110" fmla="*/ 124007 h 608062"/>
                <a:gd name="connsiteX111" fmla="*/ 76335 w 590280"/>
                <a:gd name="connsiteY111" fmla="*/ 120810 h 608062"/>
                <a:gd name="connsiteX112" fmla="*/ 76820 w 590280"/>
                <a:gd name="connsiteY112" fmla="*/ 114611 h 608062"/>
                <a:gd name="connsiteX113" fmla="*/ 88567 w 590280"/>
                <a:gd name="connsiteY113" fmla="*/ 86520 h 608062"/>
                <a:gd name="connsiteX114" fmla="*/ 130991 w 590280"/>
                <a:gd name="connsiteY114" fmla="*/ 32178 h 608062"/>
                <a:gd name="connsiteX115" fmla="*/ 461996 w 590280"/>
                <a:gd name="connsiteY115" fmla="*/ 27613 h 608062"/>
                <a:gd name="connsiteX116" fmla="*/ 354284 w 590280"/>
                <a:gd name="connsiteY116" fmla="*/ 135061 h 608062"/>
                <a:gd name="connsiteX117" fmla="*/ 461996 w 590280"/>
                <a:gd name="connsiteY117" fmla="*/ 242508 h 608062"/>
                <a:gd name="connsiteX118" fmla="*/ 569611 w 590280"/>
                <a:gd name="connsiteY118" fmla="*/ 135061 h 608062"/>
                <a:gd name="connsiteX119" fmla="*/ 461996 w 590280"/>
                <a:gd name="connsiteY119" fmla="*/ 27613 h 608062"/>
                <a:gd name="connsiteX120" fmla="*/ 130224 w 590280"/>
                <a:gd name="connsiteY120" fmla="*/ 20637 h 608062"/>
                <a:gd name="connsiteX121" fmla="*/ 20669 w 590280"/>
                <a:gd name="connsiteY121" fmla="*/ 130022 h 608062"/>
                <a:gd name="connsiteX122" fmla="*/ 130224 w 590280"/>
                <a:gd name="connsiteY122" fmla="*/ 239408 h 608062"/>
                <a:gd name="connsiteX123" fmla="*/ 239877 w 590280"/>
                <a:gd name="connsiteY123" fmla="*/ 130022 h 608062"/>
                <a:gd name="connsiteX124" fmla="*/ 130224 w 590280"/>
                <a:gd name="connsiteY124" fmla="*/ 20637 h 608062"/>
                <a:gd name="connsiteX125" fmla="*/ 130224 w 590280"/>
                <a:gd name="connsiteY125" fmla="*/ 0 h 608062"/>
                <a:gd name="connsiteX126" fmla="*/ 260546 w 590280"/>
                <a:gd name="connsiteY126" fmla="*/ 130022 h 608062"/>
                <a:gd name="connsiteX127" fmla="*/ 235316 w 590280"/>
                <a:gd name="connsiteY127" fmla="*/ 206854 h 608062"/>
                <a:gd name="connsiteX128" fmla="*/ 295188 w 590280"/>
                <a:gd name="connsiteY128" fmla="*/ 266536 h 608062"/>
                <a:gd name="connsiteX129" fmla="*/ 355449 w 590280"/>
                <a:gd name="connsiteY129" fmla="*/ 206369 h 608062"/>
                <a:gd name="connsiteX130" fmla="*/ 333615 w 590280"/>
                <a:gd name="connsiteY130" fmla="*/ 135061 h 608062"/>
                <a:gd name="connsiteX131" fmla="*/ 461996 w 590280"/>
                <a:gd name="connsiteY131" fmla="*/ 6976 h 608062"/>
                <a:gd name="connsiteX132" fmla="*/ 590280 w 590280"/>
                <a:gd name="connsiteY132" fmla="*/ 135061 h 608062"/>
                <a:gd name="connsiteX133" fmla="*/ 461996 w 590280"/>
                <a:gd name="connsiteY133" fmla="*/ 263145 h 608062"/>
                <a:gd name="connsiteX134" fmla="*/ 383687 w 590280"/>
                <a:gd name="connsiteY134" fmla="*/ 236501 h 608062"/>
                <a:gd name="connsiteX135" fmla="*/ 315760 w 590280"/>
                <a:gd name="connsiteY135" fmla="*/ 304322 h 608062"/>
                <a:gd name="connsiteX136" fmla="*/ 315760 w 590280"/>
                <a:gd name="connsiteY136" fmla="*/ 317111 h 608062"/>
                <a:gd name="connsiteX137" fmla="*/ 441522 w 590280"/>
                <a:gd name="connsiteY137" fmla="*/ 461860 h 608062"/>
                <a:gd name="connsiteX138" fmla="*/ 295188 w 590280"/>
                <a:gd name="connsiteY138" fmla="*/ 608062 h 608062"/>
                <a:gd name="connsiteX139" fmla="*/ 148758 w 590280"/>
                <a:gd name="connsiteY139" fmla="*/ 461860 h 608062"/>
                <a:gd name="connsiteX140" fmla="*/ 274422 w 590280"/>
                <a:gd name="connsiteY140" fmla="*/ 317111 h 608062"/>
                <a:gd name="connsiteX141" fmla="*/ 274422 w 590280"/>
                <a:gd name="connsiteY141" fmla="*/ 304322 h 608062"/>
                <a:gd name="connsiteX142" fmla="*/ 205914 w 590280"/>
                <a:gd name="connsiteY142" fmla="*/ 235823 h 608062"/>
                <a:gd name="connsiteX143" fmla="*/ 130224 w 590280"/>
                <a:gd name="connsiteY143" fmla="*/ 260141 h 608062"/>
                <a:gd name="connsiteX144" fmla="*/ 0 w 590280"/>
                <a:gd name="connsiteY144" fmla="*/ 130022 h 608062"/>
                <a:gd name="connsiteX145" fmla="*/ 130224 w 590280"/>
                <a:gd name="connsiteY145" fmla="*/ 0 h 608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90280" h="608062">
                  <a:moveTo>
                    <a:pt x="288471" y="493393"/>
                  </a:moveTo>
                  <a:lnTo>
                    <a:pt x="301667" y="493393"/>
                  </a:lnTo>
                  <a:cubicBezTo>
                    <a:pt x="305742" y="493393"/>
                    <a:pt x="309429" y="495622"/>
                    <a:pt x="311369" y="499110"/>
                  </a:cubicBezTo>
                  <a:cubicBezTo>
                    <a:pt x="313310" y="502695"/>
                    <a:pt x="313213" y="506958"/>
                    <a:pt x="311078" y="510446"/>
                  </a:cubicBezTo>
                  <a:lnTo>
                    <a:pt x="307876" y="515485"/>
                  </a:lnTo>
                  <a:cubicBezTo>
                    <a:pt x="306712" y="517423"/>
                    <a:pt x="304577" y="518585"/>
                    <a:pt x="302249" y="518585"/>
                  </a:cubicBezTo>
                  <a:lnTo>
                    <a:pt x="287889" y="518585"/>
                  </a:lnTo>
                  <a:cubicBezTo>
                    <a:pt x="285560" y="518585"/>
                    <a:pt x="283523" y="517423"/>
                    <a:pt x="282261" y="515485"/>
                  </a:cubicBezTo>
                  <a:lnTo>
                    <a:pt x="279059" y="510446"/>
                  </a:lnTo>
                  <a:cubicBezTo>
                    <a:pt x="276925" y="506958"/>
                    <a:pt x="276828" y="502695"/>
                    <a:pt x="278768" y="499110"/>
                  </a:cubicBezTo>
                  <a:cubicBezTo>
                    <a:pt x="280709" y="495622"/>
                    <a:pt x="284493" y="493393"/>
                    <a:pt x="288471" y="493393"/>
                  </a:cubicBezTo>
                  <a:close/>
                  <a:moveTo>
                    <a:pt x="253371" y="486196"/>
                  </a:moveTo>
                  <a:lnTo>
                    <a:pt x="282769" y="557899"/>
                  </a:lnTo>
                  <a:lnTo>
                    <a:pt x="282769" y="535807"/>
                  </a:lnTo>
                  <a:cubicBezTo>
                    <a:pt x="282769" y="531640"/>
                    <a:pt x="286068" y="528249"/>
                    <a:pt x="290337" y="528249"/>
                  </a:cubicBezTo>
                  <a:lnTo>
                    <a:pt x="300039" y="528249"/>
                  </a:lnTo>
                  <a:cubicBezTo>
                    <a:pt x="304211" y="528249"/>
                    <a:pt x="307607" y="531640"/>
                    <a:pt x="307607" y="535807"/>
                  </a:cubicBezTo>
                  <a:lnTo>
                    <a:pt x="307607" y="557608"/>
                  </a:lnTo>
                  <a:lnTo>
                    <a:pt x="336810" y="486196"/>
                  </a:lnTo>
                  <a:cubicBezTo>
                    <a:pt x="346124" y="486196"/>
                    <a:pt x="354468" y="491913"/>
                    <a:pt x="357767" y="500634"/>
                  </a:cubicBezTo>
                  <a:lnTo>
                    <a:pt x="372417" y="538907"/>
                  </a:lnTo>
                  <a:lnTo>
                    <a:pt x="374843" y="545109"/>
                  </a:lnTo>
                  <a:cubicBezTo>
                    <a:pt x="355147" y="563906"/>
                    <a:pt x="328951" y="575825"/>
                    <a:pt x="300039" y="576987"/>
                  </a:cubicBezTo>
                  <a:cubicBezTo>
                    <a:pt x="298389" y="577084"/>
                    <a:pt x="296740" y="577084"/>
                    <a:pt x="295188" y="577084"/>
                  </a:cubicBezTo>
                  <a:cubicBezTo>
                    <a:pt x="293732" y="577084"/>
                    <a:pt x="292374" y="577084"/>
                    <a:pt x="291016" y="576987"/>
                  </a:cubicBezTo>
                  <a:cubicBezTo>
                    <a:pt x="261715" y="575921"/>
                    <a:pt x="235228" y="564003"/>
                    <a:pt x="215436" y="545109"/>
                  </a:cubicBezTo>
                  <a:lnTo>
                    <a:pt x="217764" y="538907"/>
                  </a:lnTo>
                  <a:lnTo>
                    <a:pt x="232221" y="500827"/>
                  </a:lnTo>
                  <a:cubicBezTo>
                    <a:pt x="235519" y="492010"/>
                    <a:pt x="243960" y="486196"/>
                    <a:pt x="253371" y="486196"/>
                  </a:cubicBezTo>
                  <a:close/>
                  <a:moveTo>
                    <a:pt x="295188" y="366279"/>
                  </a:moveTo>
                  <a:cubicBezTo>
                    <a:pt x="277715" y="366279"/>
                    <a:pt x="262960" y="388457"/>
                    <a:pt x="262960" y="414607"/>
                  </a:cubicBezTo>
                  <a:cubicBezTo>
                    <a:pt x="262960" y="440757"/>
                    <a:pt x="277715" y="462839"/>
                    <a:pt x="295188" y="462839"/>
                  </a:cubicBezTo>
                  <a:cubicBezTo>
                    <a:pt x="312564" y="462839"/>
                    <a:pt x="327320" y="440757"/>
                    <a:pt x="327320" y="414607"/>
                  </a:cubicBezTo>
                  <a:cubicBezTo>
                    <a:pt x="327320" y="388457"/>
                    <a:pt x="312564" y="366279"/>
                    <a:pt x="295188" y="366279"/>
                  </a:cubicBezTo>
                  <a:close/>
                  <a:moveTo>
                    <a:pt x="295188" y="351557"/>
                  </a:moveTo>
                  <a:cubicBezTo>
                    <a:pt x="321107" y="351557"/>
                    <a:pt x="342172" y="379838"/>
                    <a:pt x="342172" y="414607"/>
                  </a:cubicBezTo>
                  <a:cubicBezTo>
                    <a:pt x="342172" y="435527"/>
                    <a:pt x="334503" y="454026"/>
                    <a:pt x="322757" y="465551"/>
                  </a:cubicBezTo>
                  <a:cubicBezTo>
                    <a:pt x="314991" y="473105"/>
                    <a:pt x="305478" y="477657"/>
                    <a:pt x="295188" y="477657"/>
                  </a:cubicBezTo>
                  <a:cubicBezTo>
                    <a:pt x="284801" y="477657"/>
                    <a:pt x="275288" y="473105"/>
                    <a:pt x="267522" y="465551"/>
                  </a:cubicBezTo>
                  <a:cubicBezTo>
                    <a:pt x="255777" y="454026"/>
                    <a:pt x="248108" y="435527"/>
                    <a:pt x="248108" y="414607"/>
                  </a:cubicBezTo>
                  <a:cubicBezTo>
                    <a:pt x="248108" y="379838"/>
                    <a:pt x="269173" y="351557"/>
                    <a:pt x="295188" y="351557"/>
                  </a:cubicBezTo>
                  <a:close/>
                  <a:moveTo>
                    <a:pt x="295188" y="336295"/>
                  </a:moveTo>
                  <a:cubicBezTo>
                    <a:pt x="225806" y="336295"/>
                    <a:pt x="169427" y="392586"/>
                    <a:pt x="169427" y="461860"/>
                  </a:cubicBezTo>
                  <a:cubicBezTo>
                    <a:pt x="169427" y="531037"/>
                    <a:pt x="225806" y="587425"/>
                    <a:pt x="295188" y="587425"/>
                  </a:cubicBezTo>
                  <a:cubicBezTo>
                    <a:pt x="364473" y="587425"/>
                    <a:pt x="420852" y="531037"/>
                    <a:pt x="420852" y="461860"/>
                  </a:cubicBezTo>
                  <a:cubicBezTo>
                    <a:pt x="420852" y="392586"/>
                    <a:pt x="364473" y="336295"/>
                    <a:pt x="295188" y="336295"/>
                  </a:cubicBezTo>
                  <a:close/>
                  <a:moveTo>
                    <a:pt x="426654" y="149810"/>
                  </a:moveTo>
                  <a:cubicBezTo>
                    <a:pt x="429565" y="166375"/>
                    <a:pt x="444021" y="179065"/>
                    <a:pt x="461485" y="179065"/>
                  </a:cubicBezTo>
                  <a:cubicBezTo>
                    <a:pt x="478948" y="179065"/>
                    <a:pt x="493405" y="166375"/>
                    <a:pt x="496315" y="149810"/>
                  </a:cubicBezTo>
                  <a:cubicBezTo>
                    <a:pt x="503689" y="150682"/>
                    <a:pt x="509995" y="155622"/>
                    <a:pt x="512615" y="162500"/>
                  </a:cubicBezTo>
                  <a:lnTo>
                    <a:pt x="523966" y="192142"/>
                  </a:lnTo>
                  <a:lnTo>
                    <a:pt x="526974" y="200086"/>
                  </a:lnTo>
                  <a:cubicBezTo>
                    <a:pt x="528817" y="204735"/>
                    <a:pt x="527071" y="209966"/>
                    <a:pt x="522899" y="212679"/>
                  </a:cubicBezTo>
                  <a:cubicBezTo>
                    <a:pt x="505144" y="224206"/>
                    <a:pt x="484091" y="230890"/>
                    <a:pt x="461485" y="230890"/>
                  </a:cubicBezTo>
                  <a:cubicBezTo>
                    <a:pt x="438879" y="230890"/>
                    <a:pt x="417825" y="224206"/>
                    <a:pt x="400070" y="212679"/>
                  </a:cubicBezTo>
                  <a:cubicBezTo>
                    <a:pt x="395898" y="209966"/>
                    <a:pt x="394249" y="204735"/>
                    <a:pt x="395995" y="200086"/>
                  </a:cubicBezTo>
                  <a:lnTo>
                    <a:pt x="399003" y="192239"/>
                  </a:lnTo>
                  <a:lnTo>
                    <a:pt x="410451" y="162500"/>
                  </a:lnTo>
                  <a:cubicBezTo>
                    <a:pt x="413071" y="155622"/>
                    <a:pt x="419280" y="150682"/>
                    <a:pt x="426654" y="149810"/>
                  </a:cubicBezTo>
                  <a:close/>
                  <a:moveTo>
                    <a:pt x="94788" y="142613"/>
                  </a:moveTo>
                  <a:lnTo>
                    <a:pt x="107988" y="174970"/>
                  </a:lnTo>
                  <a:cubicBezTo>
                    <a:pt x="111870" y="184367"/>
                    <a:pt x="120897" y="190374"/>
                    <a:pt x="130991" y="190374"/>
                  </a:cubicBezTo>
                  <a:cubicBezTo>
                    <a:pt x="141085" y="190374"/>
                    <a:pt x="150111" y="184367"/>
                    <a:pt x="153994" y="174970"/>
                  </a:cubicBezTo>
                  <a:lnTo>
                    <a:pt x="167194" y="142613"/>
                  </a:lnTo>
                  <a:cubicBezTo>
                    <a:pt x="172532" y="142613"/>
                    <a:pt x="177288" y="145907"/>
                    <a:pt x="179229" y="150848"/>
                  </a:cubicBezTo>
                  <a:lnTo>
                    <a:pt x="193788" y="188145"/>
                  </a:lnTo>
                  <a:lnTo>
                    <a:pt x="196894" y="196186"/>
                  </a:lnTo>
                  <a:cubicBezTo>
                    <a:pt x="198641" y="200642"/>
                    <a:pt x="196991" y="205777"/>
                    <a:pt x="193011" y="208393"/>
                  </a:cubicBezTo>
                  <a:cubicBezTo>
                    <a:pt x="175347" y="220502"/>
                    <a:pt x="153994" y="227574"/>
                    <a:pt x="130991" y="227574"/>
                  </a:cubicBezTo>
                  <a:cubicBezTo>
                    <a:pt x="107988" y="227574"/>
                    <a:pt x="86635" y="220502"/>
                    <a:pt x="68970" y="208393"/>
                  </a:cubicBezTo>
                  <a:cubicBezTo>
                    <a:pt x="64991" y="205680"/>
                    <a:pt x="63438" y="200642"/>
                    <a:pt x="65088" y="196186"/>
                  </a:cubicBezTo>
                  <a:lnTo>
                    <a:pt x="68194" y="188145"/>
                  </a:lnTo>
                  <a:lnTo>
                    <a:pt x="81200" y="154723"/>
                  </a:lnTo>
                  <a:cubicBezTo>
                    <a:pt x="83529" y="148813"/>
                    <a:pt x="88576" y="144260"/>
                    <a:pt x="94788" y="142613"/>
                  </a:cubicBezTo>
                  <a:close/>
                  <a:moveTo>
                    <a:pt x="131088" y="70440"/>
                  </a:moveTo>
                  <a:cubicBezTo>
                    <a:pt x="117400" y="70440"/>
                    <a:pt x="106333" y="77996"/>
                    <a:pt x="105944" y="87488"/>
                  </a:cubicBezTo>
                  <a:cubicBezTo>
                    <a:pt x="106721" y="107055"/>
                    <a:pt x="117788" y="123329"/>
                    <a:pt x="130991" y="123329"/>
                  </a:cubicBezTo>
                  <a:cubicBezTo>
                    <a:pt x="144291" y="123329"/>
                    <a:pt x="155553" y="106765"/>
                    <a:pt x="156038" y="86907"/>
                  </a:cubicBezTo>
                  <a:cubicBezTo>
                    <a:pt x="155164" y="77705"/>
                    <a:pt x="144485" y="70440"/>
                    <a:pt x="131088" y="70440"/>
                  </a:cubicBezTo>
                  <a:close/>
                  <a:moveTo>
                    <a:pt x="461485" y="52732"/>
                  </a:moveTo>
                  <a:cubicBezTo>
                    <a:pt x="447411" y="52732"/>
                    <a:pt x="435473" y="70561"/>
                    <a:pt x="435473" y="91685"/>
                  </a:cubicBezTo>
                  <a:cubicBezTo>
                    <a:pt x="435473" y="112906"/>
                    <a:pt x="447411" y="130735"/>
                    <a:pt x="461485" y="130735"/>
                  </a:cubicBezTo>
                  <a:cubicBezTo>
                    <a:pt x="475559" y="130735"/>
                    <a:pt x="487498" y="112906"/>
                    <a:pt x="487498" y="91685"/>
                  </a:cubicBezTo>
                  <a:cubicBezTo>
                    <a:pt x="487498" y="70561"/>
                    <a:pt x="475559" y="52732"/>
                    <a:pt x="461485" y="52732"/>
                  </a:cubicBezTo>
                  <a:close/>
                  <a:moveTo>
                    <a:pt x="461485" y="40716"/>
                  </a:moveTo>
                  <a:cubicBezTo>
                    <a:pt x="482450" y="40716"/>
                    <a:pt x="499533" y="63584"/>
                    <a:pt x="499533" y="91685"/>
                  </a:cubicBezTo>
                  <a:cubicBezTo>
                    <a:pt x="499533" y="111065"/>
                    <a:pt x="491380" y="127731"/>
                    <a:pt x="479539" y="136355"/>
                  </a:cubicBezTo>
                  <a:lnTo>
                    <a:pt x="479539" y="149631"/>
                  </a:lnTo>
                  <a:lnTo>
                    <a:pt x="483809" y="149631"/>
                  </a:lnTo>
                  <a:cubicBezTo>
                    <a:pt x="481092" y="159611"/>
                    <a:pt x="472356" y="167169"/>
                    <a:pt x="461485" y="167169"/>
                  </a:cubicBezTo>
                  <a:cubicBezTo>
                    <a:pt x="450614" y="167169"/>
                    <a:pt x="441879" y="159611"/>
                    <a:pt x="439161" y="149631"/>
                  </a:cubicBezTo>
                  <a:lnTo>
                    <a:pt x="443529" y="149631"/>
                  </a:lnTo>
                  <a:lnTo>
                    <a:pt x="443529" y="136355"/>
                  </a:lnTo>
                  <a:cubicBezTo>
                    <a:pt x="431687" y="127731"/>
                    <a:pt x="423534" y="111065"/>
                    <a:pt x="423534" y="91685"/>
                  </a:cubicBezTo>
                  <a:cubicBezTo>
                    <a:pt x="423534" y="63584"/>
                    <a:pt x="440520" y="40716"/>
                    <a:pt x="461485" y="40716"/>
                  </a:cubicBezTo>
                  <a:close/>
                  <a:moveTo>
                    <a:pt x="130991" y="32178"/>
                  </a:moveTo>
                  <a:cubicBezTo>
                    <a:pt x="164193" y="32178"/>
                    <a:pt x="172639" y="81483"/>
                    <a:pt x="173416" y="86326"/>
                  </a:cubicBezTo>
                  <a:cubicBezTo>
                    <a:pt x="174678" y="95528"/>
                    <a:pt x="179241" y="106377"/>
                    <a:pt x="185162" y="114611"/>
                  </a:cubicBezTo>
                  <a:cubicBezTo>
                    <a:pt x="186522" y="116451"/>
                    <a:pt x="186716" y="118776"/>
                    <a:pt x="185648" y="120810"/>
                  </a:cubicBezTo>
                  <a:cubicBezTo>
                    <a:pt x="184677" y="122747"/>
                    <a:pt x="182541" y="124007"/>
                    <a:pt x="180405" y="124007"/>
                  </a:cubicBezTo>
                  <a:lnTo>
                    <a:pt x="154582" y="124007"/>
                  </a:lnTo>
                  <a:cubicBezTo>
                    <a:pt x="152737" y="126041"/>
                    <a:pt x="150699" y="127881"/>
                    <a:pt x="148563" y="129431"/>
                  </a:cubicBezTo>
                  <a:lnTo>
                    <a:pt x="148563" y="142024"/>
                  </a:lnTo>
                  <a:lnTo>
                    <a:pt x="154194" y="142024"/>
                  </a:lnTo>
                  <a:lnTo>
                    <a:pt x="142641" y="170308"/>
                  </a:lnTo>
                  <a:cubicBezTo>
                    <a:pt x="138758" y="179801"/>
                    <a:pt x="123225" y="179801"/>
                    <a:pt x="119341" y="170308"/>
                  </a:cubicBezTo>
                  <a:lnTo>
                    <a:pt x="107692" y="142024"/>
                  </a:lnTo>
                  <a:lnTo>
                    <a:pt x="113420" y="142024"/>
                  </a:lnTo>
                  <a:lnTo>
                    <a:pt x="113420" y="129431"/>
                  </a:lnTo>
                  <a:cubicBezTo>
                    <a:pt x="111284" y="127881"/>
                    <a:pt x="109245" y="126041"/>
                    <a:pt x="107401" y="124007"/>
                  </a:cubicBezTo>
                  <a:lnTo>
                    <a:pt x="81674" y="124007"/>
                  </a:lnTo>
                  <a:cubicBezTo>
                    <a:pt x="79441" y="124007"/>
                    <a:pt x="77402" y="122747"/>
                    <a:pt x="76335" y="120810"/>
                  </a:cubicBezTo>
                  <a:cubicBezTo>
                    <a:pt x="75364" y="118776"/>
                    <a:pt x="75558" y="116451"/>
                    <a:pt x="76820" y="114611"/>
                  </a:cubicBezTo>
                  <a:cubicBezTo>
                    <a:pt x="82742" y="106377"/>
                    <a:pt x="88567" y="95722"/>
                    <a:pt x="88567" y="86520"/>
                  </a:cubicBezTo>
                  <a:cubicBezTo>
                    <a:pt x="88567" y="72474"/>
                    <a:pt x="100896" y="32178"/>
                    <a:pt x="130991" y="32178"/>
                  </a:cubicBezTo>
                  <a:close/>
                  <a:moveTo>
                    <a:pt x="461996" y="27613"/>
                  </a:moveTo>
                  <a:cubicBezTo>
                    <a:pt x="402609" y="27613"/>
                    <a:pt x="354284" y="75766"/>
                    <a:pt x="354284" y="135061"/>
                  </a:cubicBezTo>
                  <a:cubicBezTo>
                    <a:pt x="354284" y="194355"/>
                    <a:pt x="402609" y="242508"/>
                    <a:pt x="461996" y="242508"/>
                  </a:cubicBezTo>
                  <a:cubicBezTo>
                    <a:pt x="521286" y="242508"/>
                    <a:pt x="569611" y="194355"/>
                    <a:pt x="569611" y="135061"/>
                  </a:cubicBezTo>
                  <a:cubicBezTo>
                    <a:pt x="569611" y="75766"/>
                    <a:pt x="521286" y="27613"/>
                    <a:pt x="461996" y="27613"/>
                  </a:cubicBezTo>
                  <a:close/>
                  <a:moveTo>
                    <a:pt x="130224" y="20637"/>
                  </a:moveTo>
                  <a:cubicBezTo>
                    <a:pt x="69867" y="20637"/>
                    <a:pt x="20669" y="69759"/>
                    <a:pt x="20669" y="130022"/>
                  </a:cubicBezTo>
                  <a:cubicBezTo>
                    <a:pt x="20669" y="190383"/>
                    <a:pt x="69867" y="239408"/>
                    <a:pt x="130224" y="239408"/>
                  </a:cubicBezTo>
                  <a:cubicBezTo>
                    <a:pt x="190679" y="239408"/>
                    <a:pt x="239877" y="190383"/>
                    <a:pt x="239877" y="130022"/>
                  </a:cubicBezTo>
                  <a:cubicBezTo>
                    <a:pt x="239877" y="69759"/>
                    <a:pt x="190679" y="20637"/>
                    <a:pt x="130224" y="20637"/>
                  </a:cubicBezTo>
                  <a:close/>
                  <a:moveTo>
                    <a:pt x="130224" y="0"/>
                  </a:moveTo>
                  <a:cubicBezTo>
                    <a:pt x="202032" y="0"/>
                    <a:pt x="260546" y="58326"/>
                    <a:pt x="260546" y="130022"/>
                  </a:cubicBezTo>
                  <a:cubicBezTo>
                    <a:pt x="260546" y="158701"/>
                    <a:pt x="251133" y="185248"/>
                    <a:pt x="235316" y="206854"/>
                  </a:cubicBezTo>
                  <a:lnTo>
                    <a:pt x="295188" y="266536"/>
                  </a:lnTo>
                  <a:lnTo>
                    <a:pt x="355449" y="206369"/>
                  </a:lnTo>
                  <a:cubicBezTo>
                    <a:pt x="341669" y="186023"/>
                    <a:pt x="333615" y="161414"/>
                    <a:pt x="333615" y="135061"/>
                  </a:cubicBezTo>
                  <a:cubicBezTo>
                    <a:pt x="333615" y="64430"/>
                    <a:pt x="391256" y="6976"/>
                    <a:pt x="461996" y="6976"/>
                  </a:cubicBezTo>
                  <a:cubicBezTo>
                    <a:pt x="532737" y="6976"/>
                    <a:pt x="590280" y="64430"/>
                    <a:pt x="590280" y="135061"/>
                  </a:cubicBezTo>
                  <a:cubicBezTo>
                    <a:pt x="590280" y="205691"/>
                    <a:pt x="532737" y="263145"/>
                    <a:pt x="461996" y="263145"/>
                  </a:cubicBezTo>
                  <a:cubicBezTo>
                    <a:pt x="432497" y="263145"/>
                    <a:pt x="405423" y="253263"/>
                    <a:pt x="383687" y="236501"/>
                  </a:cubicBezTo>
                  <a:lnTo>
                    <a:pt x="315760" y="304322"/>
                  </a:lnTo>
                  <a:lnTo>
                    <a:pt x="315760" y="317111"/>
                  </a:lnTo>
                  <a:cubicBezTo>
                    <a:pt x="386792" y="327187"/>
                    <a:pt x="441522" y="388226"/>
                    <a:pt x="441522" y="461860"/>
                  </a:cubicBezTo>
                  <a:cubicBezTo>
                    <a:pt x="441522" y="542470"/>
                    <a:pt x="375924" y="608062"/>
                    <a:pt x="295188" y="608062"/>
                  </a:cubicBezTo>
                  <a:cubicBezTo>
                    <a:pt x="214453" y="608062"/>
                    <a:pt x="148758" y="542470"/>
                    <a:pt x="148758" y="461860"/>
                  </a:cubicBezTo>
                  <a:cubicBezTo>
                    <a:pt x="148758" y="388226"/>
                    <a:pt x="203488" y="327187"/>
                    <a:pt x="274422" y="317111"/>
                  </a:cubicBezTo>
                  <a:lnTo>
                    <a:pt x="274422" y="304322"/>
                  </a:lnTo>
                  <a:lnTo>
                    <a:pt x="205914" y="235823"/>
                  </a:lnTo>
                  <a:cubicBezTo>
                    <a:pt x="184565" y="251131"/>
                    <a:pt x="158462" y="260141"/>
                    <a:pt x="130224" y="260141"/>
                  </a:cubicBezTo>
                  <a:cubicBezTo>
                    <a:pt x="58416" y="260141"/>
                    <a:pt x="0" y="201719"/>
                    <a:pt x="0" y="130022"/>
                  </a:cubicBezTo>
                  <a:cubicBezTo>
                    <a:pt x="0" y="58326"/>
                    <a:pt x="58416" y="0"/>
                    <a:pt x="1302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8" name="矩形 137"/>
            <p:cNvSpPr/>
            <p:nvPr/>
          </p:nvSpPr>
          <p:spPr>
            <a:xfrm>
              <a:off x="4177504" y="3288885"/>
              <a:ext cx="2084388" cy="48794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边界测试</a:t>
              </a:r>
              <a:endParaRPr lang="zh-CN" altLang="en-US" sz="1600" b="1" dirty="0"/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9419516" y="2445430"/>
            <a:ext cx="1636411" cy="1630488"/>
            <a:chOff x="1004890" y="2075502"/>
            <a:chExt cx="2240571" cy="2508303"/>
          </a:xfrm>
        </p:grpSpPr>
        <p:sp>
          <p:nvSpPr>
            <p:cNvPr id="140" name="ïṧḷïḓê-矩形: 圆角 2"/>
            <p:cNvSpPr/>
            <p:nvPr/>
          </p:nvSpPr>
          <p:spPr>
            <a:xfrm>
              <a:off x="1004890" y="2075502"/>
              <a:ext cx="2240571" cy="2508303"/>
            </a:xfrm>
            <a:prstGeom prst="roundRect">
              <a:avLst>
                <a:gd name="adj" fmla="val 424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41" name="椭圆 140"/>
            <p:cNvSpPr/>
            <p:nvPr/>
          </p:nvSpPr>
          <p:spPr>
            <a:xfrm>
              <a:off x="1822268" y="2316802"/>
              <a:ext cx="762000" cy="762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31"/>
            <p:cNvSpPr/>
            <p:nvPr/>
          </p:nvSpPr>
          <p:spPr>
            <a:xfrm>
              <a:off x="2033405" y="2563197"/>
              <a:ext cx="339726" cy="269210"/>
            </a:xfrm>
            <a:custGeom>
              <a:avLst/>
              <a:gdLst>
                <a:gd name="connsiteX0" fmla="*/ 511657 w 606157"/>
                <a:gd name="connsiteY0" fmla="*/ 343654 h 480339"/>
                <a:gd name="connsiteX1" fmla="*/ 521432 w 606157"/>
                <a:gd name="connsiteY1" fmla="*/ 353421 h 480339"/>
                <a:gd name="connsiteX2" fmla="*/ 521432 w 606157"/>
                <a:gd name="connsiteY2" fmla="*/ 376178 h 480339"/>
                <a:gd name="connsiteX3" fmla="*/ 544305 w 606157"/>
                <a:gd name="connsiteY3" fmla="*/ 376178 h 480339"/>
                <a:gd name="connsiteX4" fmla="*/ 554080 w 606157"/>
                <a:gd name="connsiteY4" fmla="*/ 385945 h 480339"/>
                <a:gd name="connsiteX5" fmla="*/ 544305 w 606157"/>
                <a:gd name="connsiteY5" fmla="*/ 395712 h 480339"/>
                <a:gd name="connsiteX6" fmla="*/ 521432 w 606157"/>
                <a:gd name="connsiteY6" fmla="*/ 395712 h 480339"/>
                <a:gd name="connsiteX7" fmla="*/ 521432 w 606157"/>
                <a:gd name="connsiteY7" fmla="*/ 418566 h 480339"/>
                <a:gd name="connsiteX8" fmla="*/ 511657 w 606157"/>
                <a:gd name="connsiteY8" fmla="*/ 428333 h 480339"/>
                <a:gd name="connsiteX9" fmla="*/ 501882 w 606157"/>
                <a:gd name="connsiteY9" fmla="*/ 418566 h 480339"/>
                <a:gd name="connsiteX10" fmla="*/ 501882 w 606157"/>
                <a:gd name="connsiteY10" fmla="*/ 395712 h 480339"/>
                <a:gd name="connsiteX11" fmla="*/ 479106 w 606157"/>
                <a:gd name="connsiteY11" fmla="*/ 395712 h 480339"/>
                <a:gd name="connsiteX12" fmla="*/ 469331 w 606157"/>
                <a:gd name="connsiteY12" fmla="*/ 385945 h 480339"/>
                <a:gd name="connsiteX13" fmla="*/ 479106 w 606157"/>
                <a:gd name="connsiteY13" fmla="*/ 376178 h 480339"/>
                <a:gd name="connsiteX14" fmla="*/ 501882 w 606157"/>
                <a:gd name="connsiteY14" fmla="*/ 376178 h 480339"/>
                <a:gd name="connsiteX15" fmla="*/ 501882 w 606157"/>
                <a:gd name="connsiteY15" fmla="*/ 353421 h 480339"/>
                <a:gd name="connsiteX16" fmla="*/ 511657 w 606157"/>
                <a:gd name="connsiteY16" fmla="*/ 343654 h 480339"/>
                <a:gd name="connsiteX17" fmla="*/ 511621 w 606157"/>
                <a:gd name="connsiteY17" fmla="*/ 311170 h 480339"/>
                <a:gd name="connsiteX18" fmla="*/ 436735 w 606157"/>
                <a:gd name="connsiteY18" fmla="*/ 385944 h 480339"/>
                <a:gd name="connsiteX19" fmla="*/ 511621 w 606157"/>
                <a:gd name="connsiteY19" fmla="*/ 460816 h 480339"/>
                <a:gd name="connsiteX20" fmla="*/ 586605 w 606157"/>
                <a:gd name="connsiteY20" fmla="*/ 385944 h 480339"/>
                <a:gd name="connsiteX21" fmla="*/ 511621 w 606157"/>
                <a:gd name="connsiteY21" fmla="*/ 311170 h 480339"/>
                <a:gd name="connsiteX22" fmla="*/ 511621 w 606157"/>
                <a:gd name="connsiteY22" fmla="*/ 291647 h 480339"/>
                <a:gd name="connsiteX23" fmla="*/ 606157 w 606157"/>
                <a:gd name="connsiteY23" fmla="*/ 385944 h 480339"/>
                <a:gd name="connsiteX24" fmla="*/ 511621 w 606157"/>
                <a:gd name="connsiteY24" fmla="*/ 480339 h 480339"/>
                <a:gd name="connsiteX25" fmla="*/ 417183 w 606157"/>
                <a:gd name="connsiteY25" fmla="*/ 385944 h 480339"/>
                <a:gd name="connsiteX26" fmla="*/ 511621 w 606157"/>
                <a:gd name="connsiteY26" fmla="*/ 291647 h 480339"/>
                <a:gd name="connsiteX27" fmla="*/ 368279 w 606157"/>
                <a:gd name="connsiteY27" fmla="*/ 200476 h 480339"/>
                <a:gd name="connsiteX28" fmla="*/ 489505 w 606157"/>
                <a:gd name="connsiteY28" fmla="*/ 259991 h 480339"/>
                <a:gd name="connsiteX29" fmla="*/ 487746 w 606157"/>
                <a:gd name="connsiteY29" fmla="*/ 273650 h 480339"/>
                <a:gd name="connsiteX30" fmla="*/ 481782 w 606157"/>
                <a:gd name="connsiteY30" fmla="*/ 275699 h 480339"/>
                <a:gd name="connsiteX31" fmla="*/ 474059 w 606157"/>
                <a:gd name="connsiteY31" fmla="*/ 271894 h 480339"/>
                <a:gd name="connsiteX32" fmla="*/ 368279 w 606157"/>
                <a:gd name="connsiteY32" fmla="*/ 219989 h 480339"/>
                <a:gd name="connsiteX33" fmla="*/ 293588 w 606157"/>
                <a:gd name="connsiteY33" fmla="*/ 242819 h 480339"/>
                <a:gd name="connsiteX34" fmla="*/ 279999 w 606157"/>
                <a:gd name="connsiteY34" fmla="*/ 240185 h 480339"/>
                <a:gd name="connsiteX35" fmla="*/ 282639 w 606157"/>
                <a:gd name="connsiteY35" fmla="*/ 226623 h 480339"/>
                <a:gd name="connsiteX36" fmla="*/ 368279 w 606157"/>
                <a:gd name="connsiteY36" fmla="*/ 200476 h 480339"/>
                <a:gd name="connsiteX37" fmla="*/ 153211 w 606157"/>
                <a:gd name="connsiteY37" fmla="*/ 200476 h 480339"/>
                <a:gd name="connsiteX38" fmla="*/ 306325 w 606157"/>
                <a:gd name="connsiteY38" fmla="*/ 353439 h 480339"/>
                <a:gd name="connsiteX39" fmla="*/ 296547 w 606157"/>
                <a:gd name="connsiteY39" fmla="*/ 363200 h 480339"/>
                <a:gd name="connsiteX40" fmla="*/ 286770 w 606157"/>
                <a:gd name="connsiteY40" fmla="*/ 353439 h 480339"/>
                <a:gd name="connsiteX41" fmla="*/ 153211 w 606157"/>
                <a:gd name="connsiteY41" fmla="*/ 219999 h 480339"/>
                <a:gd name="connsiteX42" fmla="*/ 19554 w 606157"/>
                <a:gd name="connsiteY42" fmla="*/ 353439 h 480339"/>
                <a:gd name="connsiteX43" fmla="*/ 9777 w 606157"/>
                <a:gd name="connsiteY43" fmla="*/ 363200 h 480339"/>
                <a:gd name="connsiteX44" fmla="*/ 0 w 606157"/>
                <a:gd name="connsiteY44" fmla="*/ 353439 h 480339"/>
                <a:gd name="connsiteX45" fmla="*/ 153211 w 606157"/>
                <a:gd name="connsiteY45" fmla="*/ 200476 h 480339"/>
                <a:gd name="connsiteX46" fmla="*/ 368295 w 606157"/>
                <a:gd name="connsiteY46" fmla="*/ 19531 h 480339"/>
                <a:gd name="connsiteX47" fmla="*/ 306326 w 606157"/>
                <a:gd name="connsiteY47" fmla="*/ 81348 h 480339"/>
                <a:gd name="connsiteX48" fmla="*/ 368295 w 606157"/>
                <a:gd name="connsiteY48" fmla="*/ 143262 h 480339"/>
                <a:gd name="connsiteX49" fmla="*/ 430165 w 606157"/>
                <a:gd name="connsiteY49" fmla="*/ 81348 h 480339"/>
                <a:gd name="connsiteX50" fmla="*/ 368295 w 606157"/>
                <a:gd name="connsiteY50" fmla="*/ 19531 h 480339"/>
                <a:gd name="connsiteX51" fmla="*/ 153211 w 606157"/>
                <a:gd name="connsiteY51" fmla="*/ 19531 h 480339"/>
                <a:gd name="connsiteX52" fmla="*/ 91242 w 606157"/>
                <a:gd name="connsiteY52" fmla="*/ 81348 h 480339"/>
                <a:gd name="connsiteX53" fmla="*/ 153211 w 606157"/>
                <a:gd name="connsiteY53" fmla="*/ 143262 h 480339"/>
                <a:gd name="connsiteX54" fmla="*/ 215081 w 606157"/>
                <a:gd name="connsiteY54" fmla="*/ 81348 h 480339"/>
                <a:gd name="connsiteX55" fmla="*/ 153211 w 606157"/>
                <a:gd name="connsiteY55" fmla="*/ 19531 h 480339"/>
                <a:gd name="connsiteX56" fmla="*/ 368295 w 606157"/>
                <a:gd name="connsiteY56" fmla="*/ 0 h 480339"/>
                <a:gd name="connsiteX57" fmla="*/ 449714 w 606157"/>
                <a:gd name="connsiteY57" fmla="*/ 81348 h 480339"/>
                <a:gd name="connsiteX58" fmla="*/ 368295 w 606157"/>
                <a:gd name="connsiteY58" fmla="*/ 162794 h 480339"/>
                <a:gd name="connsiteX59" fmla="*/ 286778 w 606157"/>
                <a:gd name="connsiteY59" fmla="*/ 81348 h 480339"/>
                <a:gd name="connsiteX60" fmla="*/ 368295 w 606157"/>
                <a:gd name="connsiteY60" fmla="*/ 0 h 480339"/>
                <a:gd name="connsiteX61" fmla="*/ 153211 w 606157"/>
                <a:gd name="connsiteY61" fmla="*/ 0 h 480339"/>
                <a:gd name="connsiteX62" fmla="*/ 234630 w 606157"/>
                <a:gd name="connsiteY62" fmla="*/ 81348 h 480339"/>
                <a:gd name="connsiteX63" fmla="*/ 153211 w 606157"/>
                <a:gd name="connsiteY63" fmla="*/ 162794 h 480339"/>
                <a:gd name="connsiteX64" fmla="*/ 71694 w 606157"/>
                <a:gd name="connsiteY64" fmla="*/ 81348 h 480339"/>
                <a:gd name="connsiteX65" fmla="*/ 153211 w 606157"/>
                <a:gd name="connsiteY65" fmla="*/ 0 h 480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606157" h="480339">
                  <a:moveTo>
                    <a:pt x="511657" y="343654"/>
                  </a:moveTo>
                  <a:cubicBezTo>
                    <a:pt x="517131" y="343654"/>
                    <a:pt x="521432" y="348049"/>
                    <a:pt x="521432" y="353421"/>
                  </a:cubicBezTo>
                  <a:lnTo>
                    <a:pt x="521432" y="376178"/>
                  </a:lnTo>
                  <a:lnTo>
                    <a:pt x="544305" y="376178"/>
                  </a:lnTo>
                  <a:cubicBezTo>
                    <a:pt x="549682" y="376178"/>
                    <a:pt x="554080" y="380573"/>
                    <a:pt x="554080" y="385945"/>
                  </a:cubicBezTo>
                  <a:cubicBezTo>
                    <a:pt x="554080" y="391414"/>
                    <a:pt x="549682" y="395712"/>
                    <a:pt x="544305" y="395712"/>
                  </a:cubicBezTo>
                  <a:lnTo>
                    <a:pt x="521432" y="395712"/>
                  </a:lnTo>
                  <a:lnTo>
                    <a:pt x="521432" y="418566"/>
                  </a:lnTo>
                  <a:cubicBezTo>
                    <a:pt x="521432" y="423938"/>
                    <a:pt x="517131" y="428333"/>
                    <a:pt x="511657" y="428333"/>
                  </a:cubicBezTo>
                  <a:cubicBezTo>
                    <a:pt x="506281" y="428333"/>
                    <a:pt x="501882" y="423938"/>
                    <a:pt x="501882" y="418566"/>
                  </a:cubicBezTo>
                  <a:lnTo>
                    <a:pt x="501882" y="395712"/>
                  </a:lnTo>
                  <a:lnTo>
                    <a:pt x="479106" y="395712"/>
                  </a:lnTo>
                  <a:cubicBezTo>
                    <a:pt x="473730" y="395712"/>
                    <a:pt x="469331" y="391414"/>
                    <a:pt x="469331" y="385945"/>
                  </a:cubicBezTo>
                  <a:cubicBezTo>
                    <a:pt x="469331" y="380573"/>
                    <a:pt x="473730" y="376178"/>
                    <a:pt x="479106" y="376178"/>
                  </a:cubicBezTo>
                  <a:lnTo>
                    <a:pt x="501882" y="376178"/>
                  </a:lnTo>
                  <a:lnTo>
                    <a:pt x="501882" y="353421"/>
                  </a:lnTo>
                  <a:cubicBezTo>
                    <a:pt x="501882" y="348049"/>
                    <a:pt x="506281" y="343654"/>
                    <a:pt x="511657" y="343654"/>
                  </a:cubicBezTo>
                  <a:close/>
                  <a:moveTo>
                    <a:pt x="511621" y="311170"/>
                  </a:moveTo>
                  <a:cubicBezTo>
                    <a:pt x="470366" y="311170"/>
                    <a:pt x="436735" y="344750"/>
                    <a:pt x="436735" y="385944"/>
                  </a:cubicBezTo>
                  <a:cubicBezTo>
                    <a:pt x="436735" y="427236"/>
                    <a:pt x="470366" y="460816"/>
                    <a:pt x="511621" y="460816"/>
                  </a:cubicBezTo>
                  <a:cubicBezTo>
                    <a:pt x="552975" y="460816"/>
                    <a:pt x="586605" y="427236"/>
                    <a:pt x="586605" y="385944"/>
                  </a:cubicBezTo>
                  <a:cubicBezTo>
                    <a:pt x="586605" y="344750"/>
                    <a:pt x="552975" y="311170"/>
                    <a:pt x="511621" y="311170"/>
                  </a:cubicBezTo>
                  <a:close/>
                  <a:moveTo>
                    <a:pt x="511621" y="291647"/>
                  </a:moveTo>
                  <a:cubicBezTo>
                    <a:pt x="563729" y="291647"/>
                    <a:pt x="606157" y="333915"/>
                    <a:pt x="606157" y="385944"/>
                  </a:cubicBezTo>
                  <a:cubicBezTo>
                    <a:pt x="606157" y="437974"/>
                    <a:pt x="563729" y="480339"/>
                    <a:pt x="511621" y="480339"/>
                  </a:cubicBezTo>
                  <a:cubicBezTo>
                    <a:pt x="459514" y="480339"/>
                    <a:pt x="417183" y="437974"/>
                    <a:pt x="417183" y="385944"/>
                  </a:cubicBezTo>
                  <a:cubicBezTo>
                    <a:pt x="417183" y="333915"/>
                    <a:pt x="459514" y="291647"/>
                    <a:pt x="511621" y="291647"/>
                  </a:cubicBezTo>
                  <a:close/>
                  <a:moveTo>
                    <a:pt x="368279" y="200476"/>
                  </a:moveTo>
                  <a:cubicBezTo>
                    <a:pt x="416085" y="200476"/>
                    <a:pt x="460274" y="222135"/>
                    <a:pt x="489505" y="259991"/>
                  </a:cubicBezTo>
                  <a:cubicBezTo>
                    <a:pt x="492829" y="264284"/>
                    <a:pt x="492047" y="270333"/>
                    <a:pt x="487746" y="273650"/>
                  </a:cubicBezTo>
                  <a:cubicBezTo>
                    <a:pt x="485986" y="275016"/>
                    <a:pt x="483835" y="275699"/>
                    <a:pt x="481782" y="275699"/>
                  </a:cubicBezTo>
                  <a:cubicBezTo>
                    <a:pt x="478849" y="275699"/>
                    <a:pt x="475916" y="274430"/>
                    <a:pt x="474059" y="271894"/>
                  </a:cubicBezTo>
                  <a:cubicBezTo>
                    <a:pt x="448542" y="238917"/>
                    <a:pt x="409926" y="219989"/>
                    <a:pt x="368279" y="219989"/>
                  </a:cubicBezTo>
                  <a:cubicBezTo>
                    <a:pt x="341492" y="219989"/>
                    <a:pt x="315683" y="227892"/>
                    <a:pt x="293588" y="242819"/>
                  </a:cubicBezTo>
                  <a:cubicBezTo>
                    <a:pt x="289091" y="245844"/>
                    <a:pt x="283030" y="244673"/>
                    <a:pt x="279999" y="240185"/>
                  </a:cubicBezTo>
                  <a:cubicBezTo>
                    <a:pt x="276969" y="235697"/>
                    <a:pt x="278142" y="229648"/>
                    <a:pt x="282639" y="226623"/>
                  </a:cubicBezTo>
                  <a:cubicBezTo>
                    <a:pt x="307960" y="209549"/>
                    <a:pt x="337582" y="200476"/>
                    <a:pt x="368279" y="200476"/>
                  </a:cubicBezTo>
                  <a:close/>
                  <a:moveTo>
                    <a:pt x="153211" y="200476"/>
                  </a:moveTo>
                  <a:cubicBezTo>
                    <a:pt x="237688" y="200476"/>
                    <a:pt x="306325" y="269099"/>
                    <a:pt x="306325" y="353439"/>
                  </a:cubicBezTo>
                  <a:cubicBezTo>
                    <a:pt x="306325" y="358808"/>
                    <a:pt x="302023" y="363200"/>
                    <a:pt x="296547" y="363200"/>
                  </a:cubicBezTo>
                  <a:cubicBezTo>
                    <a:pt x="291170" y="363200"/>
                    <a:pt x="286770" y="358808"/>
                    <a:pt x="286770" y="353439"/>
                  </a:cubicBezTo>
                  <a:cubicBezTo>
                    <a:pt x="286770" y="279837"/>
                    <a:pt x="226835" y="219999"/>
                    <a:pt x="153211" y="219999"/>
                  </a:cubicBezTo>
                  <a:cubicBezTo>
                    <a:pt x="79490" y="219999"/>
                    <a:pt x="19554" y="279837"/>
                    <a:pt x="19554" y="353439"/>
                  </a:cubicBezTo>
                  <a:cubicBezTo>
                    <a:pt x="19554" y="358808"/>
                    <a:pt x="15155" y="363200"/>
                    <a:pt x="9777" y="363200"/>
                  </a:cubicBezTo>
                  <a:cubicBezTo>
                    <a:pt x="4400" y="363200"/>
                    <a:pt x="0" y="358808"/>
                    <a:pt x="0" y="353439"/>
                  </a:cubicBezTo>
                  <a:cubicBezTo>
                    <a:pt x="0" y="269099"/>
                    <a:pt x="68735" y="200476"/>
                    <a:pt x="153211" y="200476"/>
                  </a:cubicBezTo>
                  <a:close/>
                  <a:moveTo>
                    <a:pt x="368295" y="19531"/>
                  </a:moveTo>
                  <a:cubicBezTo>
                    <a:pt x="334085" y="19531"/>
                    <a:pt x="306326" y="47266"/>
                    <a:pt x="306326" y="81348"/>
                  </a:cubicBezTo>
                  <a:cubicBezTo>
                    <a:pt x="306326" y="115528"/>
                    <a:pt x="334085" y="143262"/>
                    <a:pt x="368295" y="143262"/>
                  </a:cubicBezTo>
                  <a:cubicBezTo>
                    <a:pt x="402407" y="143262"/>
                    <a:pt x="430165" y="115528"/>
                    <a:pt x="430165" y="81348"/>
                  </a:cubicBezTo>
                  <a:cubicBezTo>
                    <a:pt x="430165" y="47266"/>
                    <a:pt x="402407" y="19531"/>
                    <a:pt x="368295" y="19531"/>
                  </a:cubicBezTo>
                  <a:close/>
                  <a:moveTo>
                    <a:pt x="153211" y="19531"/>
                  </a:moveTo>
                  <a:cubicBezTo>
                    <a:pt x="119001" y="19531"/>
                    <a:pt x="91242" y="47266"/>
                    <a:pt x="91242" y="81348"/>
                  </a:cubicBezTo>
                  <a:cubicBezTo>
                    <a:pt x="91242" y="115528"/>
                    <a:pt x="119001" y="143262"/>
                    <a:pt x="153211" y="143262"/>
                  </a:cubicBezTo>
                  <a:cubicBezTo>
                    <a:pt x="187323" y="143262"/>
                    <a:pt x="215081" y="115528"/>
                    <a:pt x="215081" y="81348"/>
                  </a:cubicBezTo>
                  <a:cubicBezTo>
                    <a:pt x="215081" y="47266"/>
                    <a:pt x="187323" y="19531"/>
                    <a:pt x="153211" y="19531"/>
                  </a:cubicBezTo>
                  <a:close/>
                  <a:moveTo>
                    <a:pt x="368295" y="0"/>
                  </a:moveTo>
                  <a:cubicBezTo>
                    <a:pt x="413158" y="0"/>
                    <a:pt x="449714" y="36523"/>
                    <a:pt x="449714" y="81348"/>
                  </a:cubicBezTo>
                  <a:cubicBezTo>
                    <a:pt x="449714" y="126270"/>
                    <a:pt x="413158" y="162794"/>
                    <a:pt x="368295" y="162794"/>
                  </a:cubicBezTo>
                  <a:cubicBezTo>
                    <a:pt x="323333" y="162794"/>
                    <a:pt x="286778" y="126270"/>
                    <a:pt x="286778" y="81348"/>
                  </a:cubicBezTo>
                  <a:cubicBezTo>
                    <a:pt x="286778" y="36523"/>
                    <a:pt x="323333" y="0"/>
                    <a:pt x="368295" y="0"/>
                  </a:cubicBezTo>
                  <a:close/>
                  <a:moveTo>
                    <a:pt x="153211" y="0"/>
                  </a:moveTo>
                  <a:cubicBezTo>
                    <a:pt x="198074" y="0"/>
                    <a:pt x="234630" y="36523"/>
                    <a:pt x="234630" y="81348"/>
                  </a:cubicBezTo>
                  <a:cubicBezTo>
                    <a:pt x="234630" y="126270"/>
                    <a:pt x="198074" y="162794"/>
                    <a:pt x="153211" y="162794"/>
                  </a:cubicBezTo>
                  <a:cubicBezTo>
                    <a:pt x="108249" y="162794"/>
                    <a:pt x="71694" y="126270"/>
                    <a:pt x="71694" y="81348"/>
                  </a:cubicBezTo>
                  <a:cubicBezTo>
                    <a:pt x="71694" y="36523"/>
                    <a:pt x="108249" y="0"/>
                    <a:pt x="15321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5" name="矩形 144"/>
            <p:cNvSpPr/>
            <p:nvPr/>
          </p:nvSpPr>
          <p:spPr>
            <a:xfrm>
              <a:off x="1161074" y="3320101"/>
              <a:ext cx="2084387" cy="958889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600" b="1" dirty="0"/>
                <a:t>行代码运行效能测试</a:t>
              </a:r>
              <a:endParaRPr lang="zh-CN" altLang="en-US" sz="1600" b="1" dirty="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772567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测试用例设计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9" name="图片占位符 8"/>
          <p:cNvPicPr>
            <a:picLocks noChangeAspect="1"/>
          </p:cNvPicPr>
          <p:nvPr>
            <p:ph type="pic" sz="quarter" idx="11"/>
          </p:nvPr>
        </p:nvPicPr>
        <p:blipFill>
          <a:blip r:embed="rId1"/>
          <a:stretch>
            <a:fillRect/>
          </a:stretch>
        </p:blipFill>
        <p:spPr>
          <a:xfrm>
            <a:off x="358775" y="2799080"/>
            <a:ext cx="3636010" cy="38830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1393825"/>
            <a:ext cx="6076315" cy="1164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l="3756" t="30446" r="41250"/>
          <a:stretch>
            <a:fillRect/>
          </a:stretch>
        </p:blipFill>
        <p:spPr>
          <a:xfrm>
            <a:off x="7099300" y="1781175"/>
            <a:ext cx="2240915" cy="89217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010" y="4108450"/>
            <a:ext cx="3209290" cy="19608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045960" y="13252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基本路径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229100" y="3524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环形复杂度：</a:t>
            </a:r>
            <a:r>
              <a:rPr lang="en-US" altLang="zh-CN"/>
              <a:t>2+1=3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045960" y="34810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测试用例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772567" y="345292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测试用例设计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10" name="图片占位符 9"/>
          <p:cNvPicPr>
            <a:picLocks noChangeAspect="1"/>
          </p:cNvPicPr>
          <p:nvPr>
            <p:ph type="pic" sz="quarter" idx="11"/>
          </p:nvPr>
        </p:nvPicPr>
        <p:blipFill>
          <a:blip r:embed="rId1"/>
          <a:stretch>
            <a:fillRect/>
          </a:stretch>
        </p:blipFill>
        <p:spPr>
          <a:xfrm>
            <a:off x="993775" y="2124710"/>
            <a:ext cx="9778365" cy="36741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64285" y="1343660"/>
            <a:ext cx="51085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  <a:sym typeface="+mn-ea"/>
              </a:rPr>
              <a:t>按照基本路径覆盖的原则设计测试用例。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  <a:sym typeface="+mn-ea"/>
            </a:endParaRPr>
          </a:p>
          <a:p>
            <a:r>
              <a:rPr lang="zh-CN" altLang="en-US"/>
              <a:t>下图为</a:t>
            </a:r>
            <a:r>
              <a:rPr lang="en-US" altLang="zh-CN"/>
              <a:t>POST /user/order/submit</a:t>
            </a:r>
            <a:r>
              <a:rPr lang="zh-CN" altLang="en-US"/>
              <a:t>接口测试用例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测试类设计：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7077710" y="1393825"/>
            <a:ext cx="498094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总共设计了</a:t>
            </a:r>
            <a:r>
              <a:rPr lang="en-US" altLang="zh-CN"/>
              <a:t>16</a:t>
            </a:r>
            <a:r>
              <a:rPr lang="zh-CN" altLang="en-US"/>
              <a:t>个测试类</a:t>
            </a:r>
            <a:endParaRPr lang="zh-CN" altLang="en-US"/>
          </a:p>
          <a:p>
            <a:endParaRPr lang="zh-CN" altLang="en-US"/>
          </a:p>
          <a:p>
            <a:pPr lvl="1"/>
            <a:r>
              <a:rPr lang="zh-CN" altLang="en-US"/>
              <a:t>核心业务测试类：</a:t>
            </a:r>
            <a:endParaRPr lang="zh-CN" altLang="en-US"/>
          </a:p>
          <a:p>
            <a:pPr lvl="2"/>
            <a:r>
              <a:rPr lang="zh-CN" altLang="en-US"/>
              <a:t>员工管理测试类</a:t>
            </a:r>
            <a:endParaRPr lang="zh-CN" altLang="en-US"/>
          </a:p>
          <a:p>
            <a:pPr lvl="2"/>
            <a:r>
              <a:rPr lang="zh-CN" altLang="en-US"/>
              <a:t>分类管理测试类</a:t>
            </a:r>
            <a:endParaRPr lang="zh-CN" altLang="en-US"/>
          </a:p>
          <a:p>
            <a:pPr lvl="2"/>
            <a:r>
              <a:rPr lang="zh-CN" altLang="en-US"/>
              <a:t>菜品管理测试类</a:t>
            </a:r>
            <a:endParaRPr lang="zh-CN" altLang="en-US"/>
          </a:p>
          <a:p>
            <a:pPr lvl="2"/>
            <a:r>
              <a:rPr lang="zh-CN" altLang="en-US"/>
              <a:t>套餐管理测试类</a:t>
            </a:r>
            <a:endParaRPr lang="zh-CN" altLang="en-US"/>
          </a:p>
          <a:p>
            <a:pPr lvl="2"/>
            <a:r>
              <a:rPr lang="zh-CN" altLang="en-US"/>
              <a:t>订单管理测试类</a:t>
            </a:r>
            <a:endParaRPr lang="zh-CN" altLang="en-US"/>
          </a:p>
          <a:p>
            <a:pPr lvl="2"/>
            <a:r>
              <a:rPr lang="zh-CN" altLang="en-US"/>
              <a:t>购物车管理测试类</a:t>
            </a:r>
            <a:endParaRPr lang="zh-CN" altLang="en-US"/>
          </a:p>
          <a:p>
            <a:pPr lvl="2"/>
            <a:r>
              <a:rPr lang="zh-CN" altLang="en-US"/>
              <a:t>地址簿管理测试类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3 个辅助测试类</a:t>
            </a:r>
            <a:endParaRPr lang="zh-CN" altLang="en-US"/>
          </a:p>
          <a:p>
            <a:pPr lvl="2"/>
            <a:r>
              <a:rPr lang="en-US" altLang="zh-CN"/>
              <a:t>GlobalExceptionHandlerTest</a:t>
            </a:r>
            <a:endParaRPr lang="en-US" altLang="zh-CN"/>
          </a:p>
          <a:p>
            <a:pPr lvl="2"/>
            <a:r>
              <a:rPr lang="en-US" altLang="zh-CN"/>
              <a:t>ResultTest</a:t>
            </a:r>
            <a:endParaRPr lang="en-US" altLang="zh-CN"/>
          </a:p>
          <a:p>
            <a:pPr lvl="2"/>
            <a:r>
              <a:rPr lang="en-US" altLang="zh-CN"/>
              <a:t>PageResultTest</a:t>
            </a:r>
            <a:endParaRPr lang="en-US" altLang="zh-CN"/>
          </a:p>
          <a:p>
            <a:pPr lvl="1"/>
            <a:r>
              <a:rPr lang="zh-CN" altLang="en-US"/>
              <a:t>用于验证全局异常拦截机制、统一响应格式封装和分页数据结构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283970"/>
            <a:ext cx="2945130" cy="52901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测试类设计：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136015" y="1744345"/>
            <a:ext cx="9665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 </a:t>
            </a:r>
            <a:r>
              <a:rPr lang="en-US" altLang="zh-CN"/>
              <a:t>Controller </a:t>
            </a:r>
            <a:r>
              <a:rPr lang="zh-CN" altLang="en-US"/>
              <a:t>层各接口，按基本路径覆盖原则，使用 </a:t>
            </a:r>
            <a:r>
              <a:rPr lang="en-US" altLang="zh-CN"/>
              <a:t>MockMvc </a:t>
            </a:r>
            <a:r>
              <a:rPr lang="zh-CN" altLang="en-US"/>
              <a:t>模拟请求，</a:t>
            </a:r>
            <a:r>
              <a:rPr lang="en-US" altLang="zh-CN"/>
              <a:t>Mock </a:t>
            </a:r>
            <a:r>
              <a:rPr lang="zh-CN" altLang="en-US"/>
              <a:t>业务层依赖，无需启动 </a:t>
            </a:r>
            <a:r>
              <a:rPr lang="en-US" altLang="zh-CN"/>
              <a:t>Tomcat </a:t>
            </a:r>
            <a:r>
              <a:rPr lang="zh-CN" altLang="en-US"/>
              <a:t>和连接数据库。</a:t>
            </a:r>
            <a:endParaRPr lang="zh-CN" altLang="en-US"/>
          </a:p>
          <a:p>
            <a:r>
              <a:rPr lang="en-US" altLang="zh-CN">
                <a:sym typeface="+mn-ea"/>
              </a:rPr>
              <a:t>Service </a:t>
            </a:r>
            <a:r>
              <a:rPr lang="zh-CN" altLang="en-US">
                <a:sym typeface="+mn-ea"/>
              </a:rPr>
              <a:t>层：@</a:t>
            </a:r>
            <a:r>
              <a:rPr lang="en-US" altLang="zh-CN">
                <a:sym typeface="+mn-ea"/>
              </a:rPr>
              <a:t>Mock + @InjectMocks </a:t>
            </a:r>
            <a:r>
              <a:rPr lang="zh-CN" altLang="en-US">
                <a:sym typeface="+mn-ea"/>
              </a:rPr>
              <a:t>隔离数据库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015" y="2686685"/>
            <a:ext cx="7825105" cy="39382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菜品操作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1875155"/>
            <a:ext cx="8507095" cy="468058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535" y="1963420"/>
            <a:ext cx="2726690" cy="15741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011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菜品分类操作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895" y="1744345"/>
            <a:ext cx="8250555" cy="4895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220" y="2057400"/>
            <a:ext cx="2926715" cy="1323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订单操作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780" y="1844675"/>
            <a:ext cx="8521700" cy="45739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305" y="1942465"/>
            <a:ext cx="2926080" cy="17113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362204" y="345292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测试类设计及运行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792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异常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9860" y="2138045"/>
            <a:ext cx="2872105" cy="11436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744345"/>
            <a:ext cx="8095615" cy="49199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4977759" y="345292"/>
            <a:ext cx="223651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覆盖率测试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165" y="1499235"/>
            <a:ext cx="442976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>
                <a:ea typeface="等线" panose="02010600030101010101" charset="-122"/>
                <a:cs typeface="Times New Roman" panose="02020603050405020304" pitchFamily="18" charset="0"/>
              </a:rPr>
              <a:t>使用</a:t>
            </a:r>
            <a:r>
              <a:rPr lang="en-US" altLang="zh-CN" dirty="0">
                <a:ea typeface="等线" panose="02010600030101010101" charset="-122"/>
                <a:cs typeface="Times New Roman" panose="02020603050405020304" pitchFamily="18" charset="0"/>
              </a:rPr>
              <a:t>IDEA </a:t>
            </a:r>
            <a:r>
              <a:rPr lang="zh-CN" altLang="zh-CN" dirty="0">
                <a:ea typeface="等线" panose="02010600030101010101" charset="-122"/>
                <a:cs typeface="Times New Roman" panose="02020603050405020304" pitchFamily="18" charset="0"/>
              </a:rPr>
              <a:t>的插件</a:t>
            </a:r>
            <a:r>
              <a:rPr lang="en-US" altLang="zh-CN" dirty="0">
                <a:ea typeface="等线" panose="02010600030101010101" charset="-122"/>
                <a:cs typeface="Times New Roman" panose="02020603050405020304" pitchFamily="18" charset="0"/>
              </a:rPr>
              <a:t>Run coverage</a:t>
            </a:r>
            <a:r>
              <a:rPr lang="zh-CN" altLang="zh-CN" dirty="0">
                <a:ea typeface="等线" panose="02010600030101010101" charset="-122"/>
                <a:cs typeface="Times New Roman" panose="02020603050405020304" pitchFamily="18" charset="0"/>
              </a:rPr>
              <a:t>来测试程序测试的覆盖率。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04165" y="2849245"/>
            <a:ext cx="45681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Controller </a:t>
            </a:r>
            <a:r>
              <a:rPr lang="zh-CN" altLang="en-US"/>
              <a:t>层：27%  </a:t>
            </a:r>
            <a:endParaRPr lang="zh-CN" altLang="en-US"/>
          </a:p>
          <a:p>
            <a:pPr indent="457200"/>
            <a:r>
              <a:rPr lang="zh-CN" altLang="en-US"/>
              <a:t>← 管理端核心接口已覆盖</a:t>
            </a:r>
            <a:endParaRPr lang="zh-CN" altLang="en-US"/>
          </a:p>
          <a:p>
            <a:r>
              <a:rPr lang="en-US" altLang="zh-CN"/>
              <a:t>Service </a:t>
            </a:r>
            <a:r>
              <a:rPr lang="zh-CN" altLang="en-US"/>
              <a:t>层：   70%  </a:t>
            </a:r>
            <a:endParaRPr lang="zh-CN" altLang="en-US"/>
          </a:p>
          <a:p>
            <a:pPr indent="457200"/>
            <a:r>
              <a:rPr lang="zh-CN" altLang="en-US"/>
              <a:t>←  重点保障，下单/登录/套餐全覆盖</a:t>
            </a:r>
            <a:endParaRPr lang="zh-CN" altLang="en-US"/>
          </a:p>
          <a:p>
            <a:r>
              <a:rPr lang="zh-CN" altLang="en-US"/>
              <a:t>异常处理层：   100% </a:t>
            </a:r>
            <a:endParaRPr lang="zh-CN" altLang="en-US"/>
          </a:p>
          <a:p>
            <a:pPr indent="457200"/>
            <a:r>
              <a:rPr lang="zh-CN" altLang="en-US"/>
              <a:t>← 全局异常拦截验证完毕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980" y="1153160"/>
            <a:ext cx="6285230" cy="54241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边界测试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1266825"/>
            <a:ext cx="4627880" cy="2058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525" y="1266825"/>
            <a:ext cx="5564505" cy="33750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2605" y="3774440"/>
            <a:ext cx="49428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 </a:t>
            </a:r>
            <a:r>
              <a:rPr lang="en-US" altLang="zh-CN"/>
              <a:t>EmployeeServiceImpl </a:t>
            </a:r>
            <a:r>
              <a:rPr lang="zh-CN" altLang="en-US"/>
              <a:t>员工业务逻辑类，重点测试了其中的 </a:t>
            </a:r>
            <a:r>
              <a:rPr lang="en-US" altLang="zh-CN"/>
              <a:t>login </a:t>
            </a:r>
            <a:r>
              <a:rPr lang="zh-CN" altLang="en-US"/>
              <a:t>登录方法 和 </a:t>
            </a:r>
            <a:r>
              <a:rPr lang="en-US" altLang="zh-CN"/>
              <a:t>pageQuery </a:t>
            </a:r>
            <a:r>
              <a:rPr lang="zh-CN" altLang="en-US"/>
              <a:t>分页查询方法。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这两个方法是员工管理模块的核心入口，用户交互频繁、业务逻辑复杂，且涉及大量条件判断和异常拦截，是边界条件的高发区域。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边界测试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" y="1223010"/>
            <a:ext cx="7353935" cy="52755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962900" y="1307465"/>
            <a:ext cx="41027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以员工登录为例，只有账号密码正确且</a:t>
            </a:r>
            <a:r>
              <a:rPr lang="en-US" altLang="zh-CN"/>
              <a:t>status=1</a:t>
            </a:r>
            <a:r>
              <a:rPr lang="zh-CN" altLang="en-US"/>
              <a:t>才正常返回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考虑以下情况设计用例：</a:t>
            </a:r>
            <a:endParaRPr lang="zh-CN" altLang="en-US"/>
          </a:p>
          <a:p>
            <a:r>
              <a:rPr lang="zh-CN" altLang="en-US"/>
              <a:t>用户名空字符串</a:t>
            </a:r>
            <a:endParaRPr lang="zh-CN" altLang="en-US"/>
          </a:p>
          <a:p>
            <a:r>
              <a:rPr lang="zh-CN" altLang="en-US"/>
              <a:t>用户名不存在</a:t>
            </a:r>
            <a:endParaRPr lang="zh-CN" altLang="en-US"/>
          </a:p>
          <a:p>
            <a:r>
              <a:rPr lang="zh-CN" altLang="en-US"/>
              <a:t>密码空字符串</a:t>
            </a:r>
            <a:endParaRPr lang="zh-CN" altLang="en-US"/>
          </a:p>
          <a:p>
            <a:r>
              <a:rPr lang="zh-CN" altLang="en-US"/>
              <a:t>密码错误</a:t>
            </a:r>
            <a:endParaRPr lang="zh-CN" altLang="en-US"/>
          </a:p>
          <a:p>
            <a:r>
              <a:rPr lang="zh-CN" altLang="en-US"/>
              <a:t>账号状态=0</a:t>
            </a:r>
            <a:endParaRPr lang="zh-CN" altLang="en-US"/>
          </a:p>
          <a:p>
            <a:r>
              <a:rPr lang="zh-CN" altLang="en-US"/>
              <a:t>密码正确且状态=1</a:t>
            </a:r>
            <a:endParaRPr lang="zh-CN" altLang="en-US"/>
          </a:p>
          <a:p>
            <a:r>
              <a:rPr lang="zh-CN" altLang="en-US"/>
              <a:t>密码长度不足边界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边界测试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100291" y="1333245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b="1" kern="100" dirty="0">
                <a:latin typeface="等线" panose="02010600030101010101" charset="-122"/>
                <a:ea typeface="等线" panose="02010600030101010101" charset="-122"/>
                <a:cs typeface="Times New Roman" panose="02020603050405020304" pitchFamily="18" charset="0"/>
              </a:rPr>
              <a:t>边界测试代码：</a:t>
            </a:r>
            <a:endParaRPr lang="zh-CN" altLang="zh-CN" sz="2400" b="1" kern="100" dirty="0"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955" y="1393825"/>
            <a:ext cx="4717415" cy="18910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20" y="1847850"/>
            <a:ext cx="5504180" cy="17691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735" y="2220595"/>
            <a:ext cx="6501765" cy="19913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525" y="2666365"/>
            <a:ext cx="6821170" cy="24631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5300" y="3056255"/>
            <a:ext cx="6667500" cy="23387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9345" y="3616960"/>
            <a:ext cx="7605395" cy="26822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910" y="4128770"/>
            <a:ext cx="7776845" cy="239839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46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边界测试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55" y="2615565"/>
            <a:ext cx="11667490" cy="368681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7360" y="139382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测试结果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7825" y="1896745"/>
            <a:ext cx="114623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业务代码健壮性良好：</a:t>
            </a:r>
            <a:r>
              <a:rPr lang="en-US" altLang="zh-CN"/>
              <a:t>EmployeeServiceImpl </a:t>
            </a:r>
            <a:r>
              <a:rPr lang="zh-CN" altLang="en-US"/>
              <a:t>在各种临界条件（空值、最小值、状态临界值、长度边界）下均能正确处理，没有出现 </a:t>
            </a:r>
            <a:r>
              <a:rPr lang="en-US" altLang="zh-CN"/>
              <a:t>NullPointerException </a:t>
            </a:r>
            <a:r>
              <a:rPr lang="zh-CN" altLang="en-US"/>
              <a:t>或其他未捕获异常。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效能测试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5830" y="1254760"/>
            <a:ext cx="93129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JProfiler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进行行代码运行效能测试，监控内存消耗情况、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GC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JVM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垃圾回收）活动情况、类加载情况、线程情况和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消耗情况。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zh-CN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235" y="1884680"/>
            <a:ext cx="8628380" cy="47732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效能测试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2352040"/>
            <a:ext cx="7481570" cy="4059555"/>
          </a:xfrm>
          <a:prstGeom prst="rect">
            <a:avLst/>
          </a:prstGeom>
        </p:spPr>
      </p:pic>
      <p:sp>
        <p:nvSpPr>
          <p:cNvPr id="2" name="TextBox 30"/>
          <p:cNvSpPr txBox="1"/>
          <p:nvPr/>
        </p:nvSpPr>
        <p:spPr>
          <a:xfrm>
            <a:off x="782639" y="1153465"/>
            <a:ext cx="10919197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使用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IDEA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的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Jprofiler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插件，配合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Jprofiler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进行内存泄漏的查找：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打开</a:t>
            </a:r>
            <a:r>
              <a:rPr lang="en-US" altLang="zh-CN" dirty="0" err="1">
                <a:solidFill>
                  <a:schemeClr val="bg2">
                    <a:lumMod val="25000"/>
                  </a:schemeClr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Jprofiler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的内存视图，“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Mark Current value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”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运行项目，将所有操作都执行一遍。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在操作执行完以后：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效能测试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49745" y="1283854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运行 </a:t>
            </a:r>
            <a:r>
              <a:rPr lang="en-US" altLang="zh-CN" sz="2400" dirty="0"/>
              <a:t>GC </a:t>
            </a:r>
            <a:r>
              <a:rPr lang="zh-CN" altLang="en-US" sz="2400" dirty="0"/>
              <a:t>过后：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840" y="1815465"/>
            <a:ext cx="8067040" cy="4355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019540" y="1815465"/>
            <a:ext cx="28213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总实例数和总内存都几乎腰斩，说明大量临时对象被成功回收，没有停留在内存中。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86850" y="3676650"/>
            <a:ext cx="2921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业务代码创建的对象，在 </a:t>
            </a:r>
            <a:r>
              <a:rPr lang="en-US" altLang="zh-CN"/>
              <a:t>GC </a:t>
            </a:r>
            <a:r>
              <a:rPr lang="zh-CN" altLang="en-US"/>
              <a:t>后没有出现在实例列表里，说明它们在业务流程结束后被正常回收，没有被意外引用导致泄漏。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效能测试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806872" y="1621844"/>
            <a:ext cx="10877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运行项目，将所有操作都执行一遍。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查看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CPU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视图的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Call Tree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085" y="2268220"/>
            <a:ext cx="6361430" cy="4231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直接连接符 73"/>
          <p:cNvCxnSpPr/>
          <p:nvPr/>
        </p:nvCxnSpPr>
        <p:spPr>
          <a:xfrm>
            <a:off x="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962900" y="635000"/>
            <a:ext cx="42291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5182934" y="34529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200" dirty="0">
                <a:latin typeface="Agency FB" panose="020B0503020202020204" pitchFamily="34" charset="0"/>
              </a:rPr>
              <a:t>效能测试</a:t>
            </a:r>
            <a:endParaRPr lang="zh-CN" altLang="en-US" sz="3200" dirty="0">
              <a:latin typeface="Agency FB" panose="020B0503020202020204" pitchFamily="34" charset="0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2514599" y="875974"/>
            <a:ext cx="7188202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gency FB" panose="020B0503020202020204" pitchFamily="34" charset="0"/>
              </a:rPr>
              <a:t>The user can demonstrate on a projector or computer, or print the presentation and make it into a film to be used in a wider field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gency FB" panose="020B0503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8970" y="1554480"/>
            <a:ext cx="7559040" cy="4837430"/>
          </a:xfrm>
          <a:prstGeom prst="rect">
            <a:avLst/>
          </a:prstGeom>
        </p:spPr>
      </p:pic>
      <p:sp>
        <p:nvSpPr>
          <p:cNvPr id="10" name="TextBox 30"/>
          <p:cNvSpPr txBox="1"/>
          <p:nvPr/>
        </p:nvSpPr>
        <p:spPr>
          <a:xfrm>
            <a:off x="507596" y="1721740"/>
            <a:ext cx="351366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    展开用时比较多的几项，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AliOssUtil.upload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占了 10.3%（约 93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ms），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是主要耗时点。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上传接口的性能瓶颈完全在阿里云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OSS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网络请求上。业务逻辑本身无额外开销，属于正常的网络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I/O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耗时。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可缓存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OSSClient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实例，避免每次上传都重新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build（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减少 30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ms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的开销）</a:t>
            </a:r>
            <a:endParaRPr lang="zh-CN" altLang="en-US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  <a:p>
            <a:pPr algn="just"/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或引入异步上传，把 </a:t>
            </a: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OSS 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思源宋体 Light" panose="02020300000000000000" pitchFamily="18" charset="-122"/>
                <a:ea typeface="思源宋体 Light" panose="02020300000000000000" pitchFamily="18" charset="-122"/>
              </a:rPr>
              <a:t>请求放到线程池执行，不阻塞主线程。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思源宋体 Light" panose="02020300000000000000" pitchFamily="18" charset="-122"/>
              <a:ea typeface="思源宋体 Light" panose="02020300000000000000" pitchFamily="18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ISLIDE.DIAGRAM" val="0ed1754b-4077-4e8e-adb3-51bd0c33cd63"/>
</p:tagLst>
</file>

<file path=ppt/tags/tag2.xml><?xml version="1.0" encoding="utf-8"?>
<p:tagLst xmlns:p="http://schemas.openxmlformats.org/presentationml/2006/main">
  <p:tag name="ISLIDE.DIAGRAM" val="fce02f6d-e5cd-4546-9067-9c516b8d3097"/>
</p:tagLst>
</file>

<file path=ppt/tags/tag3.xml><?xml version="1.0" encoding="utf-8"?>
<p:tagLst xmlns:p="http://schemas.openxmlformats.org/presentationml/2006/main">
  <p:tag name="ISLIDE.DIAGRAM" val="fce02f6d-e5cd-4546-9067-9c516b8d3097"/>
</p:tagLst>
</file>

<file path=ppt/tags/tag4.xml><?xml version="1.0" encoding="utf-8"?>
<p:tagLst xmlns:p="http://schemas.openxmlformats.org/presentationml/2006/main">
  <p:tag name="ISLIDE.DIAGRAM" val="fce02f6d-e5cd-4546-9067-9c516b8d3097"/>
</p:tagLst>
</file>

<file path=ppt/tags/tag5.xml><?xml version="1.0" encoding="utf-8"?>
<p:tagLst xmlns:p="http://schemas.openxmlformats.org/presentationml/2006/main">
  <p:tag name="ISLIDE.DIAGRAM" val="fce02f6d-e5cd-4546-9067-9c516b8d3097"/>
</p:tagLst>
</file>

<file path=ppt/tags/tag6.xml><?xml version="1.0" encoding="utf-8"?>
<p:tagLst xmlns:p="http://schemas.openxmlformats.org/presentationml/2006/main">
  <p:tag name="ISLIDE.DIAGRAM" val="fce02f6d-e5cd-4546-9067-9c516b8d3097"/>
</p:tagLst>
</file>

<file path=ppt/tags/tag7.xml><?xml version="1.0" encoding="utf-8"?>
<p:tagLst xmlns:p="http://schemas.openxmlformats.org/presentationml/2006/main">
  <p:tag name="ISLIDE.DIAGRAM" val="fce02f6d-e5cd-4546-9067-9c516b8d3097"/>
</p:tagLst>
</file>

<file path=ppt/tags/tag8.xml><?xml version="1.0" encoding="utf-8"?>
<p:tagLst xmlns:p="http://schemas.openxmlformats.org/presentationml/2006/main">
  <p:tag name="ISLIDE.DIAGRAM" val="fce02f6d-e5cd-4546-9067-9c516b8d3097"/>
</p:tagLst>
</file>

<file path=ppt/tags/tag9.xml><?xml version="1.0" encoding="utf-8"?>
<p:tagLst xmlns:p="http://schemas.openxmlformats.org/presentationml/2006/main">
  <p:tag name="ISLIDE.DIAGRAM" val="fce02f6d-e5cd-4546-9067-9c516b8d3097"/>
</p:tagLst>
</file>

<file path=ppt/tags/tag10.xml><?xml version="1.0" encoding="utf-8"?>
<p:tagLst xmlns:p="http://schemas.openxmlformats.org/presentationml/2006/main">
  <p:tag name="ISLIDE.DIAGRAM" val="fce02f6d-e5cd-4546-9067-9c516b8d3097"/>
</p:tagLst>
</file>

<file path=ppt/tags/tag11.xml><?xml version="1.0" encoding="utf-8"?>
<p:tagLst xmlns:p="http://schemas.openxmlformats.org/presentationml/2006/main">
  <p:tag name="ISLIDE.DIAGRAM" val="fce02f6d-e5cd-4546-9067-9c516b8d3097"/>
</p:tagLst>
</file>

<file path=ppt/tags/tag12.xml><?xml version="1.0" encoding="utf-8"?>
<p:tagLst xmlns:p="http://schemas.openxmlformats.org/presentationml/2006/main">
  <p:tag name="ISLIDE.DIAGRAM" val="fce02f6d-e5cd-4546-9067-9c516b8d3097"/>
</p:tagLst>
</file>

<file path=ppt/tags/tag13.xml><?xml version="1.0" encoding="utf-8"?>
<p:tagLst xmlns:p="http://schemas.openxmlformats.org/presentationml/2006/main">
  <p:tag name="ISLIDE.DIAGRAM" val="fce02f6d-e5cd-4546-9067-9c516b8d3097"/>
</p:tagLst>
</file>

<file path=ppt/tags/tag14.xml><?xml version="1.0" encoding="utf-8"?>
<p:tagLst xmlns:p="http://schemas.openxmlformats.org/presentationml/2006/main">
  <p:tag name="ISLIDE.DIAGRAM" val="fce02f6d-e5cd-4546-9067-9c516b8d3097"/>
</p:tagLst>
</file>

<file path=ppt/tags/tag15.xml><?xml version="1.0" encoding="utf-8"?>
<p:tagLst xmlns:p="http://schemas.openxmlformats.org/presentationml/2006/main">
  <p:tag name="ISLIDE.DIAGRAM" val="fce02f6d-e5cd-4546-9067-9c516b8d3097"/>
</p:tagLst>
</file>

<file path=ppt/tags/tag16.xml><?xml version="1.0" encoding="utf-8"?>
<p:tagLst xmlns:p="http://schemas.openxmlformats.org/presentationml/2006/main">
  <p:tag name="ISLIDE.DIAGRAM" val="fce02f6d-e5cd-4546-9067-9c516b8d3097"/>
</p:tagLst>
</file>

<file path=ppt/tags/tag17.xml><?xml version="1.0" encoding="utf-8"?>
<p:tagLst xmlns:p="http://schemas.openxmlformats.org/presentationml/2006/main">
  <p:tag name="ISLIDE.DIAGRAM" val="fce02f6d-e5cd-4546-9067-9c516b8d3097"/>
</p:tagLst>
</file>

<file path=ppt/tags/tag18.xml><?xml version="1.0" encoding="utf-8"?>
<p:tagLst xmlns:p="http://schemas.openxmlformats.org/presentationml/2006/main">
  <p:tag name="ISLIDE.DIAGRAM" val="fce02f6d-e5cd-4546-9067-9c516b8d3097"/>
</p:tagLst>
</file>

<file path=ppt/tags/tag19.xml><?xml version="1.0" encoding="utf-8"?>
<p:tagLst xmlns:p="http://schemas.openxmlformats.org/presentationml/2006/main">
  <p:tag name="ISLIDE.DIAGRAM" val="fce02f6d-e5cd-4546-9067-9c516b8d3097"/>
</p:tagLst>
</file>

<file path=ppt/tags/tag20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自定义 1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8CC5"/>
      </a:accent1>
      <a:accent2>
        <a:srgbClr val="4C4676"/>
      </a:accent2>
      <a:accent3>
        <a:srgbClr val="298CC5"/>
      </a:accent3>
      <a:accent4>
        <a:srgbClr val="4C4676"/>
      </a:accent4>
      <a:accent5>
        <a:srgbClr val="298CC5"/>
      </a:accent5>
      <a:accent6>
        <a:srgbClr val="4C4676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3927</Words>
  <Application>WPS 演示</Application>
  <PresentationFormat>宽屏</PresentationFormat>
  <Paragraphs>189</Paragraphs>
  <Slides>20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Calibri</vt:lpstr>
      <vt:lpstr>Arial</vt:lpstr>
      <vt:lpstr>微软雅黑</vt:lpstr>
      <vt:lpstr>Agency FB</vt:lpstr>
      <vt:lpstr>Arial Unicode MS</vt:lpstr>
      <vt:lpstr>等线</vt:lpstr>
      <vt:lpstr>Times New Roman</vt:lpstr>
      <vt:lpstr>Calibri</vt:lpstr>
      <vt:lpstr>Segoe WPC</vt:lpstr>
      <vt:lpstr>Segoe Print</vt:lpstr>
      <vt:lpstr>思源宋体 Light</vt:lpstr>
      <vt:lpstr>思源宋体 Light</vt:lpstr>
      <vt:lpstr>兰米宋体</vt:lpstr>
      <vt:lpstr>华文宋体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第一PPT</dc:creator>
  <cp:keywords>www.1ppt.com</cp:keywords>
  <dc:description>www.1ppt.com</dc:description>
  <cp:lastModifiedBy>うみ</cp:lastModifiedBy>
  <cp:revision>83</cp:revision>
  <dcterms:created xsi:type="dcterms:W3CDTF">2017-08-08T02:58:00Z</dcterms:created>
  <dcterms:modified xsi:type="dcterms:W3CDTF">2026-05-24T09:20:31Z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03B2940347F346DF91F8A395B146CAE4_12</vt:lpwstr>
  </property>
</Properties>
</file>