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2"/>
  </p:handoutMasterIdLst>
  <p:sldIdLst>
    <p:sldId id="259" r:id="rId3"/>
    <p:sldId id="1755" r:id="rId5"/>
    <p:sldId id="294" r:id="rId6"/>
    <p:sldId id="1817" r:id="rId7"/>
    <p:sldId id="297" r:id="rId8"/>
    <p:sldId id="1794" r:id="rId9"/>
    <p:sldId id="1757" r:id="rId10"/>
    <p:sldId id="1795" r:id="rId11"/>
    <p:sldId id="1772" r:id="rId12"/>
    <p:sldId id="298" r:id="rId13"/>
    <p:sldId id="1787" r:id="rId14"/>
    <p:sldId id="1797" r:id="rId15"/>
    <p:sldId id="1798" r:id="rId16"/>
    <p:sldId id="1799" r:id="rId17"/>
    <p:sldId id="1800" r:id="rId18"/>
    <p:sldId id="1804" r:id="rId19"/>
    <p:sldId id="1807" r:id="rId20"/>
    <p:sldId id="1808" r:id="rId21"/>
    <p:sldId id="1809" r:id="rId22"/>
    <p:sldId id="1810" r:id="rId23"/>
    <p:sldId id="1812" r:id="rId24"/>
    <p:sldId id="1811" r:id="rId25"/>
    <p:sldId id="1813" r:id="rId26"/>
    <p:sldId id="1814" r:id="rId27"/>
    <p:sldId id="1816" r:id="rId28"/>
    <p:sldId id="1791" r:id="rId29"/>
    <p:sldId id="1815" r:id="rId30"/>
    <p:sldId id="1771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模板作品" id="{C5595FB2-0EC5-4BA5-A2FD-95E73D090319}">
          <p14:sldIdLst>
            <p14:sldId id="259"/>
            <p14:sldId id="1755"/>
            <p14:sldId id="294"/>
            <p14:sldId id="1817"/>
            <p14:sldId id="297"/>
            <p14:sldId id="1794"/>
            <p14:sldId id="1757"/>
            <p14:sldId id="1795"/>
            <p14:sldId id="1772"/>
            <p14:sldId id="298"/>
            <p14:sldId id="1787"/>
            <p14:sldId id="1797"/>
            <p14:sldId id="1798"/>
            <p14:sldId id="1799"/>
            <p14:sldId id="1800"/>
            <p14:sldId id="1804"/>
            <p14:sldId id="1807"/>
            <p14:sldId id="1808"/>
            <p14:sldId id="1809"/>
            <p14:sldId id="1810"/>
            <p14:sldId id="1812"/>
            <p14:sldId id="1811"/>
            <p14:sldId id="1813"/>
            <p14:sldId id="1814"/>
            <p14:sldId id="1816"/>
            <p14:sldId id="1791"/>
            <p14:sldId id="1815"/>
            <p14:sldId id="1771"/>
          </p14:sldIdLst>
        </p14:section>
        <p14:section name="更多版式参考" id="{9090FC5B-5059-4060-80E3-4FCA9F0CD98E}">
          <p14:sldIdLst/>
        </p14:section>
        <p14:section name="使用说明" id="{67D3420F-8D78-40F1-AE77-CC1DEE4A68DF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1A1A"/>
    <a:srgbClr val="FF3F2E"/>
    <a:srgbClr val="C91523"/>
    <a:srgbClr val="CB4845"/>
    <a:srgbClr val="FF2600"/>
    <a:srgbClr val="EEC88F"/>
    <a:srgbClr val="000C12"/>
    <a:srgbClr val="FFBD47"/>
    <a:srgbClr val="F1F1F1"/>
    <a:srgbClr val="019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19" autoAdjust="0"/>
    <p:restoredTop sz="94637" autoAdjust="0"/>
  </p:normalViewPr>
  <p:slideViewPr>
    <p:cSldViewPr snapToGrid="0">
      <p:cViewPr varScale="1">
        <p:scale>
          <a:sx n="55" d="100"/>
          <a:sy n="55" d="100"/>
        </p:scale>
        <p:origin x="489" y="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-192"/>
    </p:cViewPr>
  </p:sorterViewPr>
  <p:notesViewPr>
    <p:cSldViewPr snapToGrid="0">
      <p:cViewPr varScale="1">
        <p:scale>
          <a:sx n="65" d="100"/>
          <a:sy n="65" d="100"/>
        </p:scale>
        <p:origin x="2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C62FA-91AC-4B04-ADE2-7EC8DCCFAA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DA20E9-7CDF-4A54-9210-E4C2395593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F8263B-7C9F-4E04-8BCF-BE281E6641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FC3641-C2EF-46E9-A4E8-5656A400456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C3641-C2EF-46E9-A4E8-5656A40045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C3641-C2EF-46E9-A4E8-5656A40045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C3641-C2EF-46E9-A4E8-5656A40045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C3641-C2EF-46E9-A4E8-5656A40045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C3641-C2EF-46E9-A4E8-5656A40045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C3641-C2EF-46E9-A4E8-5656A40045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C3641-C2EF-46E9-A4E8-5656A40045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 descr="图片包含 游戏机, 鸟, 白色&#10;&#10;描述已自动生成"/>
          <p:cNvPicPr>
            <a:picLocks noChangeAspect="1"/>
          </p:cNvPicPr>
          <p:nvPr userDrawn="1"/>
        </p:nvPicPr>
        <p:blipFill>
          <a:blip r:embed="rId2" cstate="screen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文本占位符 17"/>
          <p:cNvSpPr>
            <a:spLocks noGrp="1"/>
          </p:cNvSpPr>
          <p:nvPr>
            <p:ph type="body" sz="quarter" idx="10" hasCustomPrompt="1"/>
          </p:nvPr>
        </p:nvSpPr>
        <p:spPr>
          <a:xfrm>
            <a:off x="1357312" y="4459379"/>
            <a:ext cx="9515475" cy="607922"/>
          </a:xfrm>
        </p:spPr>
        <p:txBody>
          <a:bodyPr>
            <a:normAutofit/>
          </a:bodyPr>
          <a:lstStyle>
            <a:lvl1pPr marL="0" indent="0" algn="ctr">
              <a:buNone/>
              <a:defRPr sz="4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点击此处添加或编辑你的标题</a:t>
            </a:r>
            <a:endParaRPr lang="zh-CN" altLang="en-US" dirty="0"/>
          </a:p>
        </p:txBody>
      </p:sp>
      <p:sp>
        <p:nvSpPr>
          <p:cNvPr id="22" name="图片占位符 21"/>
          <p:cNvSpPr>
            <a:spLocks noGrp="1"/>
          </p:cNvSpPr>
          <p:nvPr>
            <p:ph type="pic" sz="quarter" idx="11" hasCustomPrompt="1"/>
          </p:nvPr>
        </p:nvSpPr>
        <p:spPr>
          <a:xfrm>
            <a:off x="8604" y="-6270"/>
            <a:ext cx="12191999" cy="4154143"/>
          </a:xfrm>
          <a:custGeom>
            <a:avLst/>
            <a:gdLst>
              <a:gd name="connsiteX0" fmla="*/ 0 w 12192000"/>
              <a:gd name="connsiteY0" fmla="*/ 0 h 3979379"/>
              <a:gd name="connsiteX1" fmla="*/ 12192000 w 12192000"/>
              <a:gd name="connsiteY1" fmla="*/ 0 h 3979379"/>
              <a:gd name="connsiteX2" fmla="*/ 12192000 w 12192000"/>
              <a:gd name="connsiteY2" fmla="*/ 2160560 h 3979379"/>
              <a:gd name="connsiteX3" fmla="*/ 11991049 w 12192000"/>
              <a:gd name="connsiteY3" fmla="*/ 2355187 h 3979379"/>
              <a:gd name="connsiteX4" fmla="*/ 6781467 w 12192000"/>
              <a:gd name="connsiteY4" fmla="*/ 3976013 h 3979379"/>
              <a:gd name="connsiteX5" fmla="*/ 6686586 w 12192000"/>
              <a:gd name="connsiteY5" fmla="*/ 3979379 h 3979379"/>
              <a:gd name="connsiteX6" fmla="*/ 5505414 w 12192000"/>
              <a:gd name="connsiteY6" fmla="*/ 3979379 h 3979379"/>
              <a:gd name="connsiteX7" fmla="*/ 5410533 w 12192000"/>
              <a:gd name="connsiteY7" fmla="*/ 3976013 h 3979379"/>
              <a:gd name="connsiteX8" fmla="*/ 200949 w 12192000"/>
              <a:gd name="connsiteY8" fmla="*/ 2355187 h 3979379"/>
              <a:gd name="connsiteX9" fmla="*/ 0 w 12192000"/>
              <a:gd name="connsiteY9" fmla="*/ 2160563 h 397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979379">
                <a:moveTo>
                  <a:pt x="0" y="0"/>
                </a:moveTo>
                <a:lnTo>
                  <a:pt x="12192000" y="0"/>
                </a:lnTo>
                <a:lnTo>
                  <a:pt x="12192000" y="2160560"/>
                </a:lnTo>
                <a:lnTo>
                  <a:pt x="11991049" y="2355187"/>
                </a:lnTo>
                <a:cubicBezTo>
                  <a:pt x="10958970" y="3241602"/>
                  <a:pt x="9035226" y="3869225"/>
                  <a:pt x="6781467" y="3976013"/>
                </a:cubicBezTo>
                <a:lnTo>
                  <a:pt x="6686586" y="3979379"/>
                </a:lnTo>
                <a:lnTo>
                  <a:pt x="5505414" y="3979379"/>
                </a:lnTo>
                <a:lnTo>
                  <a:pt x="5410533" y="3976013"/>
                </a:lnTo>
                <a:cubicBezTo>
                  <a:pt x="3156773" y="3869225"/>
                  <a:pt x="1233028" y="3241602"/>
                  <a:pt x="200949" y="2355187"/>
                </a:cubicBezTo>
                <a:lnTo>
                  <a:pt x="0" y="216056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24" name="图片占位符 23"/>
          <p:cNvSpPr>
            <a:spLocks noGrp="1"/>
          </p:cNvSpPr>
          <p:nvPr>
            <p:ph type="pic" sz="quarter" idx="12" hasCustomPrompt="1"/>
          </p:nvPr>
        </p:nvSpPr>
        <p:spPr>
          <a:xfrm>
            <a:off x="8604" y="-6271"/>
            <a:ext cx="12191999" cy="4154144"/>
          </a:xfrm>
          <a:custGeom>
            <a:avLst/>
            <a:gdLst>
              <a:gd name="connsiteX0" fmla="*/ 0 w 12192000"/>
              <a:gd name="connsiteY0" fmla="*/ 0 h 3979379"/>
              <a:gd name="connsiteX1" fmla="*/ 12192000 w 12192000"/>
              <a:gd name="connsiteY1" fmla="*/ 0 h 3979379"/>
              <a:gd name="connsiteX2" fmla="*/ 12192000 w 12192000"/>
              <a:gd name="connsiteY2" fmla="*/ 2160560 h 3979379"/>
              <a:gd name="connsiteX3" fmla="*/ 11991049 w 12192000"/>
              <a:gd name="connsiteY3" fmla="*/ 2355187 h 3979379"/>
              <a:gd name="connsiteX4" fmla="*/ 6781467 w 12192000"/>
              <a:gd name="connsiteY4" fmla="*/ 3976013 h 3979379"/>
              <a:gd name="connsiteX5" fmla="*/ 6686586 w 12192000"/>
              <a:gd name="connsiteY5" fmla="*/ 3979379 h 3979379"/>
              <a:gd name="connsiteX6" fmla="*/ 5505414 w 12192000"/>
              <a:gd name="connsiteY6" fmla="*/ 3979379 h 3979379"/>
              <a:gd name="connsiteX7" fmla="*/ 5410533 w 12192000"/>
              <a:gd name="connsiteY7" fmla="*/ 3976013 h 3979379"/>
              <a:gd name="connsiteX8" fmla="*/ 200949 w 12192000"/>
              <a:gd name="connsiteY8" fmla="*/ 2355187 h 3979379"/>
              <a:gd name="connsiteX9" fmla="*/ 0 w 12192000"/>
              <a:gd name="connsiteY9" fmla="*/ 2160563 h 397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979379">
                <a:moveTo>
                  <a:pt x="0" y="0"/>
                </a:moveTo>
                <a:lnTo>
                  <a:pt x="12192000" y="0"/>
                </a:lnTo>
                <a:lnTo>
                  <a:pt x="12192000" y="2160560"/>
                </a:lnTo>
                <a:lnTo>
                  <a:pt x="11991049" y="2355187"/>
                </a:lnTo>
                <a:cubicBezTo>
                  <a:pt x="10958970" y="3241602"/>
                  <a:pt x="9035226" y="3869225"/>
                  <a:pt x="6781467" y="3976013"/>
                </a:cubicBezTo>
                <a:lnTo>
                  <a:pt x="6686586" y="3979379"/>
                </a:lnTo>
                <a:lnTo>
                  <a:pt x="5505414" y="3979379"/>
                </a:lnTo>
                <a:lnTo>
                  <a:pt x="5410533" y="3976013"/>
                </a:lnTo>
                <a:cubicBezTo>
                  <a:pt x="3156773" y="3869225"/>
                  <a:pt x="1233028" y="3241602"/>
                  <a:pt x="200949" y="2355187"/>
                </a:cubicBezTo>
                <a:lnTo>
                  <a:pt x="0" y="2160563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25" name="文本占位符 17"/>
          <p:cNvSpPr>
            <a:spLocks noGrp="1"/>
          </p:cNvSpPr>
          <p:nvPr>
            <p:ph type="body" sz="quarter" idx="13" hasCustomPrompt="1"/>
          </p:nvPr>
        </p:nvSpPr>
        <p:spPr>
          <a:xfrm>
            <a:off x="1357312" y="5156559"/>
            <a:ext cx="9515475" cy="60792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可在此处添加标题英文翻译或关键主题文字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4" hasCustomPrompt="1"/>
          </p:nvPr>
        </p:nvSpPr>
        <p:spPr>
          <a:xfrm>
            <a:off x="4783724" y="1171018"/>
            <a:ext cx="2624551" cy="2014323"/>
          </a:xfrm>
        </p:spPr>
        <p:txBody>
          <a:bodyPr/>
          <a:lstStyle/>
          <a:p>
            <a:r>
              <a:rPr lang="zh-CN" altLang="en-US" dirty="0"/>
              <a:t>这里是</a:t>
            </a:r>
            <a:r>
              <a:rPr lang="en-US" altLang="zh-CN" dirty="0"/>
              <a:t>logo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纸张纹理空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游戏机, 鸟, 白色&#10;&#10;描述已自动生成"/>
          <p:cNvPicPr>
            <a:picLocks noChangeAspect="1"/>
          </p:cNvPicPr>
          <p:nvPr userDrawn="1"/>
        </p:nvPicPr>
        <p:blipFill>
          <a:blip r:embed="rId2" cstate="screen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导航页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图片包含 游戏机, 鸟, 白色&#10;&#10;描述已自动生成"/>
          <p:cNvPicPr>
            <a:picLocks noChangeAspect="1"/>
          </p:cNvPicPr>
          <p:nvPr userDrawn="1"/>
        </p:nvPicPr>
        <p:blipFill>
          <a:blip r:embed="rId2" cstate="screen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8" name="组合 27"/>
          <p:cNvGrpSpPr/>
          <p:nvPr userDrawn="1"/>
        </p:nvGrpSpPr>
        <p:grpSpPr>
          <a:xfrm>
            <a:off x="-7647" y="0"/>
            <a:ext cx="12199647" cy="620711"/>
            <a:chOff x="-7647" y="0"/>
            <a:chExt cx="12199647" cy="620711"/>
          </a:xfrm>
        </p:grpSpPr>
        <p:pic>
          <p:nvPicPr>
            <p:cNvPr id="30" name="Picture 2"/>
            <p:cNvPicPr>
              <a:picLocks noChangeAspect="1" noChangeArrowheads="1"/>
            </p:cNvPicPr>
            <p:nvPr userDrawn="1"/>
          </p:nvPicPr>
          <p:blipFill rotWithShape="1">
            <a:blip r:embed="rId3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rcRect t="-705"/>
            <a:stretch>
              <a:fillRect/>
            </a:stretch>
          </p:blipFill>
          <p:spPr bwMode="auto">
            <a:xfrm>
              <a:off x="-7647" y="0"/>
              <a:ext cx="12199647" cy="6207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矩形 30"/>
            <p:cNvSpPr/>
            <p:nvPr userDrawn="1"/>
          </p:nvSpPr>
          <p:spPr>
            <a:xfrm>
              <a:off x="-7647" y="3401"/>
              <a:ext cx="12199647" cy="617310"/>
            </a:xfrm>
            <a:prstGeom prst="rect">
              <a:avLst/>
            </a:prstGeom>
            <a:gradFill>
              <a:gsLst>
                <a:gs pos="100000">
                  <a:schemeClr val="accent1">
                    <a:lumMod val="75000"/>
                    <a:alpha val="57000"/>
                  </a:schemeClr>
                </a:gs>
                <a:gs pos="0">
                  <a:schemeClr val="accent1">
                    <a:lumMod val="50000"/>
                    <a:alpha val="77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4790459" y="217933"/>
            <a:ext cx="1673856" cy="377825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8" name="文本占位符 15"/>
          <p:cNvSpPr>
            <a:spLocks noGrp="1"/>
          </p:cNvSpPr>
          <p:nvPr>
            <p:ph type="body" sz="quarter" idx="11" hasCustomPrompt="1"/>
          </p:nvPr>
        </p:nvSpPr>
        <p:spPr>
          <a:xfrm>
            <a:off x="6554844" y="217933"/>
            <a:ext cx="1673856" cy="377825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chemeClr val="bg1">
                    <a:alpha val="36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9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8306529" y="217933"/>
            <a:ext cx="1673856" cy="377825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chemeClr val="bg1">
                    <a:alpha val="36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20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10058214" y="217933"/>
            <a:ext cx="1673856" cy="377825"/>
          </a:xfrm>
        </p:spPr>
        <p:txBody>
          <a:bodyPr>
            <a:noAutofit/>
          </a:bodyPr>
          <a:lstStyle>
            <a:lvl1pPr marL="0" indent="0" algn="ctr">
              <a:buNone/>
              <a:defRPr sz="1400" b="0" i="0">
                <a:solidFill>
                  <a:schemeClr val="bg1">
                    <a:alpha val="36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cxnSp>
        <p:nvCxnSpPr>
          <p:cNvPr id="23" name="直接连接符 22"/>
          <p:cNvCxnSpPr/>
          <p:nvPr userDrawn="1"/>
        </p:nvCxnSpPr>
        <p:spPr>
          <a:xfrm>
            <a:off x="658813" y="6237288"/>
            <a:ext cx="1087437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582612" y="6237288"/>
            <a:ext cx="6745288" cy="377825"/>
          </a:xfrm>
        </p:spPr>
        <p:txBody>
          <a:bodyPr>
            <a:noAutofit/>
          </a:bodyPr>
          <a:lstStyle>
            <a:lvl1pPr marL="0" indent="0" algn="l">
              <a:buNone/>
              <a:defRPr sz="1100" b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点击此处修改项目备注名称</a:t>
            </a:r>
            <a:endParaRPr lang="zh-CN" altLang="en-US" dirty="0"/>
          </a:p>
        </p:txBody>
      </p:sp>
      <p:sp>
        <p:nvSpPr>
          <p:cNvPr id="29" name="文本框 28"/>
          <p:cNvSpPr txBox="1"/>
          <p:nvPr userDrawn="1"/>
        </p:nvSpPr>
        <p:spPr>
          <a:xfrm>
            <a:off x="8453095" y="6288088"/>
            <a:ext cx="3184838" cy="2446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b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笃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德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78938" y="1038860"/>
            <a:ext cx="433078" cy="101282"/>
            <a:chOff x="78938" y="1038860"/>
            <a:chExt cx="433078" cy="101282"/>
          </a:xfrm>
        </p:grpSpPr>
        <p:sp>
          <p:nvSpPr>
            <p:cNvPr id="22" name="平行四边形 21"/>
            <p:cNvSpPr/>
            <p:nvPr/>
          </p:nvSpPr>
          <p:spPr>
            <a:xfrm>
              <a:off x="78938" y="1038860"/>
              <a:ext cx="131164" cy="101282"/>
            </a:xfrm>
            <a:prstGeom prst="parallelogram">
              <a:avLst/>
            </a:prstGeom>
            <a:solidFill>
              <a:schemeClr val="accent1">
                <a:lumMod val="75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平行四边形 24"/>
            <p:cNvSpPr/>
            <p:nvPr/>
          </p:nvSpPr>
          <p:spPr>
            <a:xfrm>
              <a:off x="229895" y="1038860"/>
              <a:ext cx="131164" cy="101282"/>
            </a:xfrm>
            <a:prstGeom prst="parallelogram">
              <a:avLst/>
            </a:prstGeom>
            <a:solidFill>
              <a:schemeClr val="accent1">
                <a:lumMod val="75000"/>
                <a:alpha val="7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平行四边形 26"/>
            <p:cNvSpPr/>
            <p:nvPr/>
          </p:nvSpPr>
          <p:spPr>
            <a:xfrm>
              <a:off x="380852" y="1038860"/>
              <a:ext cx="131164" cy="101282"/>
            </a:xfrm>
            <a:prstGeom prst="parallelogram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733654" y="-39756"/>
            <a:ext cx="1956538" cy="5985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导航页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图片包含 游戏机, 鸟, 白色&#10;&#10;描述已自动生成"/>
          <p:cNvPicPr>
            <a:picLocks noChangeAspect="1"/>
          </p:cNvPicPr>
          <p:nvPr userDrawn="1"/>
        </p:nvPicPr>
        <p:blipFill>
          <a:blip r:embed="rId2" cstate="screen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7647" y="0"/>
            <a:ext cx="12199647" cy="620711"/>
            <a:chOff x="-7647" y="0"/>
            <a:chExt cx="12199647" cy="620711"/>
          </a:xfrm>
        </p:grpSpPr>
        <p:pic>
          <p:nvPicPr>
            <p:cNvPr id="14" name="Picture 2"/>
            <p:cNvPicPr>
              <a:picLocks noChangeAspect="1" noChangeArrowheads="1"/>
            </p:cNvPicPr>
            <p:nvPr userDrawn="1"/>
          </p:nvPicPr>
          <p:blipFill rotWithShape="1">
            <a:blip r:embed="rId3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rcRect t="-705"/>
            <a:stretch>
              <a:fillRect/>
            </a:stretch>
          </p:blipFill>
          <p:spPr bwMode="auto">
            <a:xfrm>
              <a:off x="-7647" y="0"/>
              <a:ext cx="12199647" cy="6207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矩形 14"/>
            <p:cNvSpPr/>
            <p:nvPr userDrawn="1"/>
          </p:nvSpPr>
          <p:spPr>
            <a:xfrm>
              <a:off x="-7647" y="3401"/>
              <a:ext cx="12199647" cy="617310"/>
            </a:xfrm>
            <a:prstGeom prst="rect">
              <a:avLst/>
            </a:prstGeom>
            <a:gradFill>
              <a:gsLst>
                <a:gs pos="100000">
                  <a:schemeClr val="accent1">
                    <a:lumMod val="75000"/>
                    <a:alpha val="57000"/>
                  </a:schemeClr>
                </a:gs>
                <a:gs pos="0">
                  <a:schemeClr val="accent1">
                    <a:lumMod val="50000"/>
                    <a:alpha val="77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6543955" y="217933"/>
            <a:ext cx="1673856" cy="377825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8" name="文本占位符 15"/>
          <p:cNvSpPr>
            <a:spLocks noGrp="1"/>
          </p:cNvSpPr>
          <p:nvPr>
            <p:ph type="body" sz="quarter" idx="11" hasCustomPrompt="1"/>
          </p:nvPr>
        </p:nvSpPr>
        <p:spPr>
          <a:xfrm>
            <a:off x="4797638" y="212499"/>
            <a:ext cx="1673856" cy="377825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chemeClr val="bg1">
                    <a:alpha val="36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9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8306529" y="217933"/>
            <a:ext cx="1673856" cy="377825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chemeClr val="bg1">
                    <a:alpha val="36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20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10058214" y="217933"/>
            <a:ext cx="1673856" cy="377825"/>
          </a:xfrm>
        </p:spPr>
        <p:txBody>
          <a:bodyPr>
            <a:noAutofit/>
          </a:bodyPr>
          <a:lstStyle>
            <a:lvl1pPr marL="0" indent="0" algn="ctr">
              <a:buNone/>
              <a:defRPr sz="1400" b="0" i="0">
                <a:solidFill>
                  <a:schemeClr val="bg1">
                    <a:alpha val="36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cxnSp>
        <p:nvCxnSpPr>
          <p:cNvPr id="23" name="直接连接符 22"/>
          <p:cNvCxnSpPr/>
          <p:nvPr userDrawn="1"/>
        </p:nvCxnSpPr>
        <p:spPr>
          <a:xfrm>
            <a:off x="658813" y="6237288"/>
            <a:ext cx="1087437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582612" y="6267676"/>
            <a:ext cx="6745288" cy="377825"/>
          </a:xfrm>
        </p:spPr>
        <p:txBody>
          <a:bodyPr>
            <a:noAutofit/>
          </a:bodyPr>
          <a:lstStyle>
            <a:lvl1pPr marL="0" indent="0" algn="l">
              <a:buNone/>
              <a:defRPr sz="1100" b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点击此处修改项目备注名称</a:t>
            </a:r>
            <a:endParaRPr lang="zh-CN" altLang="en-US" dirty="0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8453095" y="6288088"/>
            <a:ext cx="3184838" cy="2446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b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笃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德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78938" y="1038860"/>
            <a:ext cx="433078" cy="101282"/>
            <a:chOff x="78938" y="1038860"/>
            <a:chExt cx="433078" cy="101282"/>
          </a:xfrm>
        </p:grpSpPr>
        <p:sp>
          <p:nvSpPr>
            <p:cNvPr id="27" name="平行四边形 26"/>
            <p:cNvSpPr/>
            <p:nvPr/>
          </p:nvSpPr>
          <p:spPr>
            <a:xfrm>
              <a:off x="78938" y="1038860"/>
              <a:ext cx="131164" cy="101282"/>
            </a:xfrm>
            <a:prstGeom prst="parallelogram">
              <a:avLst/>
            </a:prstGeom>
            <a:solidFill>
              <a:schemeClr val="accent1">
                <a:lumMod val="75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平行四边形 27"/>
            <p:cNvSpPr/>
            <p:nvPr/>
          </p:nvSpPr>
          <p:spPr>
            <a:xfrm>
              <a:off x="229895" y="1038860"/>
              <a:ext cx="131164" cy="101282"/>
            </a:xfrm>
            <a:prstGeom prst="parallelogram">
              <a:avLst/>
            </a:prstGeom>
            <a:solidFill>
              <a:schemeClr val="accent1">
                <a:lumMod val="75000"/>
                <a:alpha val="7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平行四边形 28"/>
            <p:cNvSpPr/>
            <p:nvPr/>
          </p:nvSpPr>
          <p:spPr>
            <a:xfrm>
              <a:off x="380852" y="1038860"/>
              <a:ext cx="131164" cy="101282"/>
            </a:xfrm>
            <a:prstGeom prst="parallelogram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733654" y="-39756"/>
            <a:ext cx="1956538" cy="5985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02导航页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图片包含 游戏机, 鸟, 白色&#10;&#10;描述已自动生成"/>
          <p:cNvPicPr>
            <a:picLocks noChangeAspect="1"/>
          </p:cNvPicPr>
          <p:nvPr userDrawn="1"/>
        </p:nvPicPr>
        <p:blipFill>
          <a:blip r:embed="rId2" cstate="screen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-7647" y="0"/>
            <a:ext cx="12199647" cy="620711"/>
            <a:chOff x="-7647" y="0"/>
            <a:chExt cx="12199647" cy="620711"/>
          </a:xfrm>
        </p:grpSpPr>
        <p:pic>
          <p:nvPicPr>
            <p:cNvPr id="30" name="Picture 2"/>
            <p:cNvPicPr>
              <a:picLocks noChangeAspect="1" noChangeArrowheads="1"/>
            </p:cNvPicPr>
            <p:nvPr userDrawn="1"/>
          </p:nvPicPr>
          <p:blipFill rotWithShape="1">
            <a:blip r:embed="rId3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rcRect t="-705"/>
            <a:stretch>
              <a:fillRect/>
            </a:stretch>
          </p:blipFill>
          <p:spPr bwMode="auto">
            <a:xfrm>
              <a:off x="-7647" y="0"/>
              <a:ext cx="12199647" cy="6207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矩形 30"/>
            <p:cNvSpPr/>
            <p:nvPr userDrawn="1"/>
          </p:nvSpPr>
          <p:spPr>
            <a:xfrm>
              <a:off x="-7647" y="3401"/>
              <a:ext cx="12199647" cy="617310"/>
            </a:xfrm>
            <a:prstGeom prst="rect">
              <a:avLst/>
            </a:prstGeom>
            <a:gradFill>
              <a:gsLst>
                <a:gs pos="100000">
                  <a:schemeClr val="accent1">
                    <a:lumMod val="75000"/>
                    <a:alpha val="57000"/>
                  </a:schemeClr>
                </a:gs>
                <a:gs pos="0">
                  <a:schemeClr val="accent1">
                    <a:lumMod val="50000"/>
                    <a:alpha val="77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6543955" y="217933"/>
            <a:ext cx="1673856" cy="377825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8" name="文本占位符 15"/>
          <p:cNvSpPr>
            <a:spLocks noGrp="1"/>
          </p:cNvSpPr>
          <p:nvPr>
            <p:ph type="body" sz="quarter" idx="11" hasCustomPrompt="1"/>
          </p:nvPr>
        </p:nvSpPr>
        <p:spPr>
          <a:xfrm>
            <a:off x="4797638" y="212499"/>
            <a:ext cx="1673856" cy="377825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chemeClr val="bg1">
                    <a:alpha val="36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9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8306529" y="217933"/>
            <a:ext cx="1673856" cy="377825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chemeClr val="bg1">
                    <a:alpha val="36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20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10058214" y="217933"/>
            <a:ext cx="1673856" cy="377825"/>
          </a:xfrm>
        </p:spPr>
        <p:txBody>
          <a:bodyPr>
            <a:noAutofit/>
          </a:bodyPr>
          <a:lstStyle>
            <a:lvl1pPr marL="0" indent="0" algn="ctr">
              <a:buNone/>
              <a:defRPr sz="1400" b="0" i="0">
                <a:solidFill>
                  <a:schemeClr val="bg1">
                    <a:alpha val="36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cxnSp>
        <p:nvCxnSpPr>
          <p:cNvPr id="23" name="直接连接符 22"/>
          <p:cNvCxnSpPr/>
          <p:nvPr userDrawn="1"/>
        </p:nvCxnSpPr>
        <p:spPr>
          <a:xfrm>
            <a:off x="658813" y="6237288"/>
            <a:ext cx="1087437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582612" y="6267676"/>
            <a:ext cx="6745288" cy="377825"/>
          </a:xfrm>
        </p:spPr>
        <p:txBody>
          <a:bodyPr>
            <a:noAutofit/>
          </a:bodyPr>
          <a:lstStyle>
            <a:lvl1pPr marL="0" indent="0" algn="l">
              <a:buNone/>
              <a:defRPr sz="1100" b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点击此处修改项目备注名称</a:t>
            </a:r>
            <a:endParaRPr lang="zh-CN" altLang="en-US" dirty="0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8453095" y="6288088"/>
            <a:ext cx="3184838" cy="2446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b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笃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德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4" cstate="print"/>
          <a:srcRect/>
          <a:stretch>
            <a:fillRect/>
          </a:stretch>
        </p:blipFill>
        <p:spPr>
          <a:xfrm>
            <a:off x="361059" y="1788732"/>
            <a:ext cx="6657975" cy="4030408"/>
          </a:xfrm>
          <a:prstGeom prst="rect">
            <a:avLst/>
          </a:prstGeom>
        </p:spPr>
      </p:pic>
      <p:sp>
        <p:nvSpPr>
          <p:cNvPr id="4" name="图片占位符 3"/>
          <p:cNvSpPr>
            <a:spLocks noGrp="1"/>
          </p:cNvSpPr>
          <p:nvPr>
            <p:ph type="pic" sz="quarter" idx="15"/>
          </p:nvPr>
        </p:nvSpPr>
        <p:spPr>
          <a:xfrm>
            <a:off x="1219200" y="2044700"/>
            <a:ext cx="4965700" cy="3175000"/>
          </a:xfrm>
          <a:blipFill>
            <a:blip r:embed="rId5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altLang="zh-CN" dirty="0"/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78938" y="1038860"/>
            <a:ext cx="433078" cy="101282"/>
            <a:chOff x="78938" y="1038860"/>
            <a:chExt cx="433078" cy="101282"/>
          </a:xfrm>
        </p:grpSpPr>
        <p:sp>
          <p:nvSpPr>
            <p:cNvPr id="27" name="平行四边形 26"/>
            <p:cNvSpPr/>
            <p:nvPr/>
          </p:nvSpPr>
          <p:spPr>
            <a:xfrm>
              <a:off x="78938" y="1038860"/>
              <a:ext cx="131164" cy="101282"/>
            </a:xfrm>
            <a:prstGeom prst="parallelogram">
              <a:avLst/>
            </a:prstGeom>
            <a:solidFill>
              <a:schemeClr val="accent1">
                <a:lumMod val="75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平行四边形 27"/>
            <p:cNvSpPr/>
            <p:nvPr/>
          </p:nvSpPr>
          <p:spPr>
            <a:xfrm>
              <a:off x="229895" y="1038860"/>
              <a:ext cx="131164" cy="101282"/>
            </a:xfrm>
            <a:prstGeom prst="parallelogram">
              <a:avLst/>
            </a:prstGeom>
            <a:solidFill>
              <a:schemeClr val="accent1">
                <a:lumMod val="75000"/>
                <a:alpha val="7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平行四边形 28"/>
            <p:cNvSpPr/>
            <p:nvPr/>
          </p:nvSpPr>
          <p:spPr>
            <a:xfrm>
              <a:off x="380852" y="1038860"/>
              <a:ext cx="131164" cy="101282"/>
            </a:xfrm>
            <a:prstGeom prst="parallelogram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5" name="图片 34"/>
          <p:cNvPicPr>
            <a:picLocks noChangeAspect="1"/>
          </p:cNvPicPr>
          <p:nvPr userDrawn="1"/>
        </p:nvPicPr>
        <p:blipFill>
          <a:blip r:embed="rId6" cstate="screen"/>
          <a:stretch>
            <a:fillRect/>
          </a:stretch>
        </p:blipFill>
        <p:spPr>
          <a:xfrm>
            <a:off x="733654" y="-39756"/>
            <a:ext cx="1956538" cy="5985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导航页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图片包含 游戏机, 鸟, 白色&#10;&#10;描述已自动生成"/>
          <p:cNvPicPr>
            <a:picLocks noChangeAspect="1"/>
          </p:cNvPicPr>
          <p:nvPr userDrawn="1"/>
        </p:nvPicPr>
        <p:blipFill>
          <a:blip r:embed="rId2" cstate="screen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8" name="组合 27"/>
          <p:cNvGrpSpPr/>
          <p:nvPr userDrawn="1"/>
        </p:nvGrpSpPr>
        <p:grpSpPr>
          <a:xfrm>
            <a:off x="-7647" y="0"/>
            <a:ext cx="12199647" cy="620711"/>
            <a:chOff x="-7647" y="0"/>
            <a:chExt cx="12199647" cy="620711"/>
          </a:xfrm>
        </p:grpSpPr>
        <p:pic>
          <p:nvPicPr>
            <p:cNvPr id="29" name="Picture 2"/>
            <p:cNvPicPr>
              <a:picLocks noChangeAspect="1" noChangeArrowheads="1"/>
            </p:cNvPicPr>
            <p:nvPr userDrawn="1"/>
          </p:nvPicPr>
          <p:blipFill rotWithShape="1">
            <a:blip r:embed="rId3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rcRect t="-705"/>
            <a:stretch>
              <a:fillRect/>
            </a:stretch>
          </p:blipFill>
          <p:spPr bwMode="auto">
            <a:xfrm>
              <a:off x="-7647" y="0"/>
              <a:ext cx="12199647" cy="6207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矩形 29"/>
            <p:cNvSpPr/>
            <p:nvPr userDrawn="1"/>
          </p:nvSpPr>
          <p:spPr>
            <a:xfrm>
              <a:off x="-7647" y="3401"/>
              <a:ext cx="12199647" cy="617310"/>
            </a:xfrm>
            <a:prstGeom prst="rect">
              <a:avLst/>
            </a:prstGeom>
            <a:gradFill>
              <a:gsLst>
                <a:gs pos="100000">
                  <a:schemeClr val="accent1">
                    <a:lumMod val="75000"/>
                    <a:alpha val="57000"/>
                  </a:schemeClr>
                </a:gs>
                <a:gs pos="0">
                  <a:schemeClr val="accent1">
                    <a:lumMod val="50000"/>
                    <a:alpha val="77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8310195" y="217933"/>
            <a:ext cx="1673856" cy="377825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8" name="文本占位符 15"/>
          <p:cNvSpPr>
            <a:spLocks noGrp="1"/>
          </p:cNvSpPr>
          <p:nvPr>
            <p:ph type="body" sz="quarter" idx="11" hasCustomPrompt="1"/>
          </p:nvPr>
        </p:nvSpPr>
        <p:spPr>
          <a:xfrm>
            <a:off x="4797638" y="212499"/>
            <a:ext cx="1673856" cy="377825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chemeClr val="bg1">
                    <a:alpha val="36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9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6543955" y="210283"/>
            <a:ext cx="1673856" cy="377825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chemeClr val="bg1">
                    <a:alpha val="36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20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10058214" y="217933"/>
            <a:ext cx="1673856" cy="377825"/>
          </a:xfrm>
        </p:spPr>
        <p:txBody>
          <a:bodyPr>
            <a:noAutofit/>
          </a:bodyPr>
          <a:lstStyle>
            <a:lvl1pPr marL="0" indent="0" algn="ctr">
              <a:buNone/>
              <a:defRPr sz="1400" b="0" i="0">
                <a:solidFill>
                  <a:schemeClr val="bg1">
                    <a:alpha val="36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cxnSp>
        <p:nvCxnSpPr>
          <p:cNvPr id="23" name="直接连接符 22"/>
          <p:cNvCxnSpPr/>
          <p:nvPr userDrawn="1"/>
        </p:nvCxnSpPr>
        <p:spPr>
          <a:xfrm>
            <a:off x="658813" y="6237288"/>
            <a:ext cx="1087437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582612" y="6267676"/>
            <a:ext cx="6745288" cy="377825"/>
          </a:xfrm>
        </p:spPr>
        <p:txBody>
          <a:bodyPr>
            <a:noAutofit/>
          </a:bodyPr>
          <a:lstStyle>
            <a:lvl1pPr marL="0" indent="0" algn="l">
              <a:buNone/>
              <a:defRPr sz="1100" b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点击此处修改项目备注名称</a:t>
            </a:r>
            <a:endParaRPr lang="zh-CN" altLang="en-US" dirty="0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8453095" y="6288088"/>
            <a:ext cx="3184838" cy="2446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b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笃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德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78938" y="1038860"/>
            <a:ext cx="433078" cy="101282"/>
            <a:chOff x="78938" y="1038860"/>
            <a:chExt cx="433078" cy="101282"/>
          </a:xfrm>
        </p:grpSpPr>
        <p:sp>
          <p:nvSpPr>
            <p:cNvPr id="25" name="平行四边形 24"/>
            <p:cNvSpPr/>
            <p:nvPr/>
          </p:nvSpPr>
          <p:spPr>
            <a:xfrm>
              <a:off x="78938" y="1038860"/>
              <a:ext cx="131164" cy="101282"/>
            </a:xfrm>
            <a:prstGeom prst="parallelogram">
              <a:avLst/>
            </a:prstGeom>
            <a:solidFill>
              <a:schemeClr val="accent1">
                <a:lumMod val="75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平行四边形 25"/>
            <p:cNvSpPr/>
            <p:nvPr/>
          </p:nvSpPr>
          <p:spPr>
            <a:xfrm>
              <a:off x="229895" y="1038860"/>
              <a:ext cx="131164" cy="101282"/>
            </a:xfrm>
            <a:prstGeom prst="parallelogram">
              <a:avLst/>
            </a:prstGeom>
            <a:solidFill>
              <a:schemeClr val="accent1">
                <a:lumMod val="75000"/>
                <a:alpha val="7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平行四边形 26"/>
            <p:cNvSpPr/>
            <p:nvPr/>
          </p:nvSpPr>
          <p:spPr>
            <a:xfrm>
              <a:off x="380852" y="1038860"/>
              <a:ext cx="131164" cy="101282"/>
            </a:xfrm>
            <a:prstGeom prst="parallelogram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733654" y="-39756"/>
            <a:ext cx="1956538" cy="5985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04导航页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图片包含 游戏机, 鸟, 白色&#10;&#10;描述已自动生成"/>
          <p:cNvPicPr>
            <a:picLocks noChangeAspect="1"/>
          </p:cNvPicPr>
          <p:nvPr userDrawn="1"/>
        </p:nvPicPr>
        <p:blipFill>
          <a:blip r:embed="rId2" cstate="screen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-7647" y="0"/>
            <a:ext cx="12199647" cy="620711"/>
            <a:chOff x="-7647" y="0"/>
            <a:chExt cx="12199647" cy="620711"/>
          </a:xfrm>
        </p:grpSpPr>
        <p:pic>
          <p:nvPicPr>
            <p:cNvPr id="23" name="Picture 2"/>
            <p:cNvPicPr>
              <a:picLocks noChangeAspect="1" noChangeArrowheads="1"/>
            </p:cNvPicPr>
            <p:nvPr userDrawn="1"/>
          </p:nvPicPr>
          <p:blipFill rotWithShape="1">
            <a:blip r:embed="rId3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rcRect t="-705"/>
            <a:stretch>
              <a:fillRect/>
            </a:stretch>
          </p:blipFill>
          <p:spPr bwMode="auto">
            <a:xfrm>
              <a:off x="-7647" y="0"/>
              <a:ext cx="12199647" cy="6207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矩形 24"/>
            <p:cNvSpPr/>
            <p:nvPr userDrawn="1"/>
          </p:nvSpPr>
          <p:spPr>
            <a:xfrm>
              <a:off x="-7647" y="3401"/>
              <a:ext cx="12199647" cy="617310"/>
            </a:xfrm>
            <a:prstGeom prst="rect">
              <a:avLst/>
            </a:prstGeom>
            <a:gradFill>
              <a:gsLst>
                <a:gs pos="100000">
                  <a:schemeClr val="accent1">
                    <a:lumMod val="75000"/>
                    <a:alpha val="57000"/>
                  </a:schemeClr>
                </a:gs>
                <a:gs pos="0">
                  <a:schemeClr val="accent1">
                    <a:lumMod val="50000"/>
                    <a:alpha val="77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10070914" y="205233"/>
            <a:ext cx="1673856" cy="377825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8" name="文本占位符 15"/>
          <p:cNvSpPr>
            <a:spLocks noGrp="1"/>
          </p:cNvSpPr>
          <p:nvPr>
            <p:ph type="body" sz="quarter" idx="11" hasCustomPrompt="1"/>
          </p:nvPr>
        </p:nvSpPr>
        <p:spPr>
          <a:xfrm>
            <a:off x="4797638" y="212499"/>
            <a:ext cx="1673856" cy="377825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chemeClr val="bg1">
                    <a:alpha val="36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9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6543955" y="210283"/>
            <a:ext cx="1673856" cy="377825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chemeClr val="bg1">
                    <a:alpha val="36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20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8298355" y="212942"/>
            <a:ext cx="1673856" cy="377825"/>
          </a:xfrm>
        </p:spPr>
        <p:txBody>
          <a:bodyPr>
            <a:noAutofit/>
          </a:bodyPr>
          <a:lstStyle>
            <a:lvl1pPr marL="0" indent="0" algn="ctr">
              <a:buNone/>
              <a:defRPr sz="1400" b="0" i="0">
                <a:solidFill>
                  <a:schemeClr val="bg1">
                    <a:alpha val="36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24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582612" y="6267676"/>
            <a:ext cx="6745288" cy="377825"/>
          </a:xfrm>
        </p:spPr>
        <p:txBody>
          <a:bodyPr>
            <a:noAutofit/>
          </a:bodyPr>
          <a:lstStyle>
            <a:lvl1pPr marL="0" indent="0" algn="l">
              <a:buNone/>
              <a:defRPr sz="1100" b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点击此处修改项目备注名称</a:t>
            </a:r>
            <a:endParaRPr lang="zh-CN" altLang="en-US" dirty="0"/>
          </a:p>
        </p:txBody>
      </p:sp>
      <p:sp>
        <p:nvSpPr>
          <p:cNvPr id="22" name="文本框 21"/>
          <p:cNvSpPr txBox="1"/>
          <p:nvPr userDrawn="1"/>
        </p:nvSpPr>
        <p:spPr>
          <a:xfrm>
            <a:off x="8453095" y="6288088"/>
            <a:ext cx="3184838" cy="2446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b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笃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德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29"/>
          <p:cNvGrpSpPr/>
          <p:nvPr userDrawn="1"/>
        </p:nvGrpSpPr>
        <p:grpSpPr>
          <a:xfrm>
            <a:off x="78938" y="1038860"/>
            <a:ext cx="433078" cy="101282"/>
            <a:chOff x="78938" y="1038860"/>
            <a:chExt cx="433078" cy="101282"/>
          </a:xfrm>
        </p:grpSpPr>
        <p:sp>
          <p:nvSpPr>
            <p:cNvPr id="31" name="平行四边形 30"/>
            <p:cNvSpPr/>
            <p:nvPr/>
          </p:nvSpPr>
          <p:spPr>
            <a:xfrm>
              <a:off x="78938" y="1038860"/>
              <a:ext cx="131164" cy="101282"/>
            </a:xfrm>
            <a:prstGeom prst="parallelogram">
              <a:avLst/>
            </a:prstGeom>
            <a:solidFill>
              <a:schemeClr val="accent1">
                <a:lumMod val="75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229895" y="1038860"/>
              <a:ext cx="131164" cy="101282"/>
            </a:xfrm>
            <a:prstGeom prst="parallelogram">
              <a:avLst/>
            </a:prstGeom>
            <a:solidFill>
              <a:schemeClr val="accent1">
                <a:lumMod val="75000"/>
                <a:alpha val="7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平行四边形 32"/>
            <p:cNvSpPr/>
            <p:nvPr/>
          </p:nvSpPr>
          <p:spPr>
            <a:xfrm>
              <a:off x="380852" y="1038860"/>
              <a:ext cx="131164" cy="101282"/>
            </a:xfrm>
            <a:prstGeom prst="parallelogram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733654" y="-39756"/>
            <a:ext cx="1956538" cy="5985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导航页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图片包含 游戏机, 鸟, 白色&#10;&#10;描述已自动生成"/>
          <p:cNvPicPr>
            <a:picLocks noChangeAspect="1"/>
          </p:cNvPicPr>
          <p:nvPr userDrawn="1"/>
        </p:nvPicPr>
        <p:blipFill>
          <a:blip r:embed="rId2" cstate="screen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-7647" y="0"/>
            <a:ext cx="12199647" cy="620711"/>
            <a:chOff x="-7647" y="0"/>
            <a:chExt cx="12199647" cy="620711"/>
          </a:xfrm>
        </p:grpSpPr>
        <p:pic>
          <p:nvPicPr>
            <p:cNvPr id="26" name="Picture 2"/>
            <p:cNvPicPr>
              <a:picLocks noChangeAspect="1" noChangeArrowheads="1"/>
            </p:cNvPicPr>
            <p:nvPr userDrawn="1"/>
          </p:nvPicPr>
          <p:blipFill rotWithShape="1">
            <a:blip r:embed="rId3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rcRect t="-705"/>
            <a:stretch>
              <a:fillRect/>
            </a:stretch>
          </p:blipFill>
          <p:spPr bwMode="auto">
            <a:xfrm>
              <a:off x="-7647" y="0"/>
              <a:ext cx="12199647" cy="6207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矩形 26"/>
            <p:cNvSpPr/>
            <p:nvPr userDrawn="1"/>
          </p:nvSpPr>
          <p:spPr>
            <a:xfrm>
              <a:off x="-7647" y="3401"/>
              <a:ext cx="12199647" cy="617310"/>
            </a:xfrm>
            <a:prstGeom prst="rect">
              <a:avLst/>
            </a:prstGeom>
            <a:gradFill>
              <a:gsLst>
                <a:gs pos="100000">
                  <a:schemeClr val="accent1">
                    <a:lumMod val="75000"/>
                    <a:alpha val="57000"/>
                  </a:schemeClr>
                </a:gs>
                <a:gs pos="0">
                  <a:schemeClr val="accent1">
                    <a:lumMod val="50000"/>
                    <a:alpha val="77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10070914" y="205233"/>
            <a:ext cx="1673856" cy="377825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8" name="文本占位符 15"/>
          <p:cNvSpPr>
            <a:spLocks noGrp="1"/>
          </p:cNvSpPr>
          <p:nvPr>
            <p:ph type="body" sz="quarter" idx="11" hasCustomPrompt="1"/>
          </p:nvPr>
        </p:nvSpPr>
        <p:spPr>
          <a:xfrm>
            <a:off x="4797638" y="212499"/>
            <a:ext cx="1673856" cy="377825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chemeClr val="bg1">
                    <a:alpha val="36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9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6543955" y="210283"/>
            <a:ext cx="1673856" cy="377825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chemeClr val="bg1">
                    <a:alpha val="36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20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8298355" y="212942"/>
            <a:ext cx="1673856" cy="377825"/>
          </a:xfrm>
        </p:spPr>
        <p:txBody>
          <a:bodyPr>
            <a:noAutofit/>
          </a:bodyPr>
          <a:lstStyle>
            <a:lvl1pPr marL="0" indent="0" algn="ctr">
              <a:buNone/>
              <a:defRPr sz="1400" b="0" i="0">
                <a:solidFill>
                  <a:schemeClr val="bg1">
                    <a:alpha val="36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cxnSp>
        <p:nvCxnSpPr>
          <p:cNvPr id="23" name="直接连接符 22"/>
          <p:cNvCxnSpPr/>
          <p:nvPr userDrawn="1"/>
        </p:nvCxnSpPr>
        <p:spPr>
          <a:xfrm>
            <a:off x="658813" y="6237288"/>
            <a:ext cx="1087437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582612" y="6267676"/>
            <a:ext cx="6745288" cy="377825"/>
          </a:xfrm>
        </p:spPr>
        <p:txBody>
          <a:bodyPr>
            <a:noAutofit/>
          </a:bodyPr>
          <a:lstStyle>
            <a:lvl1pPr marL="0" indent="0" algn="l">
              <a:buNone/>
              <a:defRPr sz="1100" b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点击此处修改项目备注名称</a:t>
            </a:r>
            <a:endParaRPr lang="zh-CN" altLang="en-US" dirty="0"/>
          </a:p>
        </p:txBody>
      </p:sp>
      <p:sp>
        <p:nvSpPr>
          <p:cNvPr id="22" name="文本框 21"/>
          <p:cNvSpPr txBox="1"/>
          <p:nvPr userDrawn="1"/>
        </p:nvSpPr>
        <p:spPr>
          <a:xfrm>
            <a:off x="8453095" y="6288088"/>
            <a:ext cx="3184838" cy="2446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b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笃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德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5"/>
          </p:nvPr>
        </p:nvSpPr>
        <p:spPr>
          <a:xfrm>
            <a:off x="3275013" y="1710297"/>
            <a:ext cx="5627687" cy="4021137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28" name="图片占位符 2"/>
          <p:cNvSpPr>
            <a:spLocks noGrp="1"/>
          </p:cNvSpPr>
          <p:nvPr>
            <p:ph type="pic" sz="quarter" idx="16"/>
          </p:nvPr>
        </p:nvSpPr>
        <p:spPr>
          <a:xfrm>
            <a:off x="671513" y="2450665"/>
            <a:ext cx="2441121" cy="333029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perspectiveRight"/>
            <a:lightRig rig="threePt" dir="t"/>
          </a:scene3d>
        </p:spPr>
        <p:txBody>
          <a:bodyPr/>
          <a:lstStyle/>
          <a:p>
            <a:endParaRPr lang="zh-CN" altLang="en-US" dirty="0"/>
          </a:p>
        </p:txBody>
      </p:sp>
      <p:sp>
        <p:nvSpPr>
          <p:cNvPr id="29" name="图片占位符 2"/>
          <p:cNvSpPr>
            <a:spLocks noGrp="1"/>
          </p:cNvSpPr>
          <p:nvPr>
            <p:ph type="pic" sz="quarter" idx="17"/>
          </p:nvPr>
        </p:nvSpPr>
        <p:spPr>
          <a:xfrm>
            <a:off x="9092067" y="2450665"/>
            <a:ext cx="2441121" cy="333029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perspectiveLeft"/>
            <a:lightRig rig="threePt" dir="t"/>
          </a:scene3d>
        </p:spPr>
        <p:txBody>
          <a:bodyPr/>
          <a:lstStyle/>
          <a:p>
            <a:endParaRPr lang="zh-CN" altLang="en-US" dirty="0"/>
          </a:p>
        </p:txBody>
      </p:sp>
      <p:grpSp>
        <p:nvGrpSpPr>
          <p:cNvPr id="30" name="组合 29"/>
          <p:cNvGrpSpPr/>
          <p:nvPr userDrawn="1"/>
        </p:nvGrpSpPr>
        <p:grpSpPr>
          <a:xfrm>
            <a:off x="78938" y="1038860"/>
            <a:ext cx="433078" cy="101282"/>
            <a:chOff x="78938" y="1038860"/>
            <a:chExt cx="433078" cy="101282"/>
          </a:xfrm>
        </p:grpSpPr>
        <p:sp>
          <p:nvSpPr>
            <p:cNvPr id="31" name="平行四边形 30"/>
            <p:cNvSpPr/>
            <p:nvPr/>
          </p:nvSpPr>
          <p:spPr>
            <a:xfrm>
              <a:off x="78938" y="1038860"/>
              <a:ext cx="131164" cy="101282"/>
            </a:xfrm>
            <a:prstGeom prst="parallelogram">
              <a:avLst/>
            </a:prstGeom>
            <a:solidFill>
              <a:schemeClr val="accent1">
                <a:lumMod val="75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229895" y="1038860"/>
              <a:ext cx="131164" cy="101282"/>
            </a:xfrm>
            <a:prstGeom prst="parallelogram">
              <a:avLst/>
            </a:prstGeom>
            <a:solidFill>
              <a:schemeClr val="accent1">
                <a:lumMod val="75000"/>
                <a:alpha val="7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平行四边形 32"/>
            <p:cNvSpPr/>
            <p:nvPr/>
          </p:nvSpPr>
          <p:spPr>
            <a:xfrm>
              <a:off x="380852" y="1038860"/>
              <a:ext cx="131164" cy="101282"/>
            </a:xfrm>
            <a:prstGeom prst="parallelogram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733654" y="-39756"/>
            <a:ext cx="1956538" cy="5985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7256-A68D-4297-9D7A-47088A4525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2193B-BC09-43C4-A2B3-A9B5580B0AE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D27256-A68D-4297-9D7A-47088A4525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2193B-BC09-43C4-A2B3-A9B5580B0AE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13.png"/><Relationship Id="rId7" Type="http://schemas.openxmlformats.org/officeDocument/2006/relationships/tags" Target="../tags/tag4.xml"/><Relationship Id="rId6" Type="http://schemas.openxmlformats.org/officeDocument/2006/relationships/image" Target="../media/image12.png"/><Relationship Id="rId5" Type="http://schemas.openxmlformats.org/officeDocument/2006/relationships/tags" Target="../tags/tag3.xml"/><Relationship Id="rId4" Type="http://schemas.openxmlformats.org/officeDocument/2006/relationships/image" Target="../media/image11.png"/><Relationship Id="rId32" Type="http://schemas.openxmlformats.org/officeDocument/2006/relationships/notesSlide" Target="../notesSlides/notesSlide2.xml"/><Relationship Id="rId31" Type="http://schemas.openxmlformats.org/officeDocument/2006/relationships/slideLayout" Target="../slideLayouts/slideLayout2.xml"/><Relationship Id="rId30" Type="http://schemas.openxmlformats.org/officeDocument/2006/relationships/tags" Target="../tags/tag20.xml"/><Relationship Id="rId3" Type="http://schemas.openxmlformats.org/officeDocument/2006/relationships/tags" Target="../tags/tag2.xml"/><Relationship Id="rId29" Type="http://schemas.openxmlformats.org/officeDocument/2006/relationships/tags" Target="../tags/tag19.xml"/><Relationship Id="rId28" Type="http://schemas.openxmlformats.org/officeDocument/2006/relationships/tags" Target="../tags/tag18.xml"/><Relationship Id="rId27" Type="http://schemas.openxmlformats.org/officeDocument/2006/relationships/tags" Target="../tags/tag17.xml"/><Relationship Id="rId26" Type="http://schemas.openxmlformats.org/officeDocument/2006/relationships/image" Target="../media/image18.png"/><Relationship Id="rId25" Type="http://schemas.openxmlformats.org/officeDocument/2006/relationships/image" Target="../media/image17.png"/><Relationship Id="rId24" Type="http://schemas.openxmlformats.org/officeDocument/2006/relationships/image" Target="../media/image9.png"/><Relationship Id="rId23" Type="http://schemas.openxmlformats.org/officeDocument/2006/relationships/image" Target="../media/image16.png"/><Relationship Id="rId22" Type="http://schemas.openxmlformats.org/officeDocument/2006/relationships/image" Target="../media/image15.png"/><Relationship Id="rId21" Type="http://schemas.openxmlformats.org/officeDocument/2006/relationships/tags" Target="../tags/tag16.xml"/><Relationship Id="rId20" Type="http://schemas.openxmlformats.org/officeDocument/2006/relationships/tags" Target="../tags/tag15.xml"/><Relationship Id="rId2" Type="http://schemas.openxmlformats.org/officeDocument/2006/relationships/image" Target="../media/image10.png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image" Target="../media/image14.png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2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4.png"/><Relationship Id="rId3" Type="http://schemas.microsoft.com/office/2007/relationships/hdphoto" Target="../media/image20.wdp"/><Relationship Id="rId2" Type="http://schemas.openxmlformats.org/officeDocument/2006/relationships/image" Target="../media/image19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1.png"/><Relationship Id="rId7" Type="http://schemas.openxmlformats.org/officeDocument/2006/relationships/image" Target="../media/image18.png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8.png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2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jpeg"/><Relationship Id="rId7" Type="http://schemas.openxmlformats.org/officeDocument/2006/relationships/image" Target="../media/image18.png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7.png"/><Relationship Id="rId6" Type="http://schemas.openxmlformats.org/officeDocument/2006/relationships/hyperlink" Target="https://tianchi.aliyun.com/dataset/public?spm=a2c22.12282016.0.0.3ae0139fmzYIcN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3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8.png"/><Relationship Id="rId7" Type="http://schemas.openxmlformats.org/officeDocument/2006/relationships/image" Target="../media/image18.png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8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4.png"/><Relationship Id="rId2" Type="http://schemas.openxmlformats.org/officeDocument/2006/relationships/image" Target="../media/image29.jpe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1.png"/><Relationship Id="rId6" Type="http://schemas.openxmlformats.org/officeDocument/2006/relationships/tags" Target="../tags/tag21.xml"/><Relationship Id="rId5" Type="http://schemas.openxmlformats.org/officeDocument/2006/relationships/image" Target="../media/image30.png"/><Relationship Id="rId4" Type="http://schemas.openxmlformats.org/officeDocument/2006/relationships/image" Target="../media/image9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tags" Target="../tags/tag22.xml"/><Relationship Id="rId4" Type="http://schemas.openxmlformats.org/officeDocument/2006/relationships/image" Target="../media/image9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5.png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9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7.png"/><Relationship Id="rId6" Type="http://schemas.openxmlformats.org/officeDocument/2006/relationships/tags" Target="../tags/tag23.xml"/><Relationship Id="rId5" Type="http://schemas.openxmlformats.org/officeDocument/2006/relationships/image" Target="../media/image36.png"/><Relationship Id="rId4" Type="http://schemas.openxmlformats.org/officeDocument/2006/relationships/image" Target="../media/image9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9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9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5.png"/><Relationship Id="rId6" Type="http://schemas.openxmlformats.org/officeDocument/2006/relationships/image" Target="../media/image41.png"/><Relationship Id="rId5" Type="http://schemas.openxmlformats.org/officeDocument/2006/relationships/image" Target="../media/image44.png"/><Relationship Id="rId4" Type="http://schemas.openxmlformats.org/officeDocument/2006/relationships/image" Target="../media/image9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8.png"/><Relationship Id="rId7" Type="http://schemas.openxmlformats.org/officeDocument/2006/relationships/tags" Target="../tags/tag24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9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6.jpe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6.jpe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tags" Target="../tags/tag25.xml"/><Relationship Id="rId4" Type="http://schemas.openxmlformats.org/officeDocument/2006/relationships/image" Target="../media/image9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50.png"/><Relationship Id="rId4" Type="http://schemas.openxmlformats.org/officeDocument/2006/relationships/image" Target="../media/image9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6.jpe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51.png"/><Relationship Id="rId4" Type="http://schemas.openxmlformats.org/officeDocument/2006/relationships/image" Target="../media/image9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6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8.png"/><Relationship Id="rId6" Type="http://schemas.openxmlformats.org/officeDocument/2006/relationships/tags" Target="../tags/tag26.xml"/><Relationship Id="rId5" Type="http://schemas.openxmlformats.org/officeDocument/2006/relationships/image" Target="../media/image52.png"/><Relationship Id="rId4" Type="http://schemas.openxmlformats.org/officeDocument/2006/relationships/image" Target="../media/image9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6.jpe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6.jpe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4.png"/><Relationship Id="rId7" Type="http://schemas.openxmlformats.org/officeDocument/2006/relationships/image" Target="../media/image10.png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53.jpe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5.jpeg"/><Relationship Id="rId7" Type="http://schemas.openxmlformats.org/officeDocument/2006/relationships/image" Target="../media/image18.png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6.jpe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6.png"/><Relationship Id="rId7" Type="http://schemas.openxmlformats.org/officeDocument/2006/relationships/image" Target="../media/image18.png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6.jpe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9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8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436" t="39940" b="27376"/>
          <a:stretch>
            <a:fillRect/>
          </a:stretch>
        </p:blipFill>
        <p:spPr>
          <a:xfrm>
            <a:off x="-64770" y="0"/>
            <a:ext cx="12261215" cy="6859270"/>
          </a:xfrm>
          <a:prstGeom prst="rect">
            <a:avLst/>
          </a:prstGeom>
        </p:spPr>
      </p:pic>
      <p:sp>
        <p:nvSpPr>
          <p:cNvPr id="16" name="文本占位符 15"/>
          <p:cNvSpPr>
            <a:spLocks noGrp="1"/>
          </p:cNvSpPr>
          <p:nvPr>
            <p:ph type="body" sz="quarter" idx="10"/>
          </p:nvPr>
        </p:nvSpPr>
        <p:spPr>
          <a:xfrm>
            <a:off x="1357312" y="4342539"/>
            <a:ext cx="9515475" cy="607922"/>
          </a:xfrm>
        </p:spPr>
        <p:txBody>
          <a:bodyPr>
            <a:normAutofit fontScale="95000" lnSpcReduction="10000"/>
          </a:bodyPr>
          <a:lstStyle/>
          <a:p>
            <a:r>
              <a:rPr lang="zh-CN" altLang="en-US" b="1" spc="120" dirty="0">
                <a:solidFill>
                  <a:srgbClr val="EEC88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数据仓库</a:t>
            </a:r>
            <a:r>
              <a:rPr lang="zh-CN" altLang="en-US" b="1" spc="120" dirty="0">
                <a:solidFill>
                  <a:srgbClr val="EEC88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中期汇报</a:t>
            </a:r>
            <a:endParaRPr lang="zh-CN" altLang="en-US" b="1" spc="120" dirty="0">
              <a:solidFill>
                <a:srgbClr val="EEC88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图片占位符 9" descr="/Users/zhaoyiming/Downloads/2023厦大ppt大赛素材-标志性事物/标志性建筑7.jpg标志性建筑7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>
            <a:fillRect/>
          </a:stretch>
        </p:blipFill>
        <p:spPr>
          <a:xfrm>
            <a:off x="-64770" y="0"/>
            <a:ext cx="12261215" cy="4102100"/>
          </a:xfrm>
          <a:ln>
            <a:noFill/>
          </a:ln>
        </p:spPr>
      </p:pic>
      <p:sp>
        <p:nvSpPr>
          <p:cNvPr id="19" name="文本占位符 18"/>
          <p:cNvSpPr>
            <a:spLocks noGrp="1"/>
          </p:cNvSpPr>
          <p:nvPr>
            <p:ph type="body" sz="quarter" idx="13"/>
          </p:nvPr>
        </p:nvSpPr>
        <p:spPr>
          <a:xfrm>
            <a:off x="1208337" y="6956490"/>
            <a:ext cx="9515475" cy="428030"/>
          </a:xfrm>
        </p:spPr>
        <p:txBody>
          <a:bodyPr>
            <a:normAutofit/>
          </a:bodyPr>
          <a:lstStyle/>
          <a:p>
            <a:pPr algn="dist">
              <a:lnSpc>
                <a:spcPct val="130000"/>
              </a:lnSpc>
            </a:pPr>
            <a:endParaRPr lang="zh-CN" altLang="en-US" sz="1600" b="1" spc="1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487714" y="5419966"/>
            <a:ext cx="9216572" cy="345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spc="100" dirty="0">
                <a:solidFill>
                  <a:srgbClr val="EEC88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汇报小组：基米小组          汇报时间：</a:t>
            </a:r>
            <a:r>
              <a:rPr lang="en-US" altLang="zh-CN" sz="1400" spc="100" dirty="0">
                <a:solidFill>
                  <a:srgbClr val="EEC88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400" spc="100" dirty="0">
                <a:solidFill>
                  <a:srgbClr val="EEC88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spc="100" dirty="0">
                <a:solidFill>
                  <a:srgbClr val="EEC88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400" spc="100" dirty="0">
                <a:solidFill>
                  <a:srgbClr val="EEC88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1400" spc="100" dirty="0">
              <a:solidFill>
                <a:srgbClr val="EEC88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2022932" y="5364308"/>
            <a:ext cx="8234585" cy="0"/>
          </a:xfrm>
          <a:prstGeom prst="line">
            <a:avLst/>
          </a:prstGeom>
          <a:ln w="6350">
            <a:gradFill flip="none" rotWithShape="1">
              <a:gsLst>
                <a:gs pos="0">
                  <a:schemeClr val="tx1">
                    <a:lumMod val="65000"/>
                    <a:lumOff val="35000"/>
                    <a:alpha val="0"/>
                  </a:schemeClr>
                </a:gs>
                <a:gs pos="100000">
                  <a:schemeClr val="tx1">
                    <a:lumMod val="65000"/>
                    <a:lumOff val="35000"/>
                    <a:alpha val="0"/>
                  </a:schemeClr>
                </a:gs>
                <a:gs pos="41000">
                  <a:schemeClr val="tx1">
                    <a:lumMod val="65000"/>
                    <a:lumOff val="3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 descr="图片包含 图示&#10;&#10;描述已自动生成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" t="67459" r="6526"/>
          <a:stretch>
            <a:fillRect/>
          </a:stretch>
        </p:blipFill>
        <p:spPr>
          <a:xfrm>
            <a:off x="701675" y="5986780"/>
            <a:ext cx="10759440" cy="1176020"/>
          </a:xfrm>
          <a:prstGeom prst="rect">
            <a:avLst/>
          </a:prstGeom>
        </p:spPr>
      </p:pic>
      <p:pic>
        <p:nvPicPr>
          <p:cNvPr id="18" name="图片 17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054955" flipV="1">
            <a:off x="-1624706" y="1755684"/>
            <a:ext cx="4311650" cy="3975735"/>
          </a:xfrm>
          <a:prstGeom prst="rect">
            <a:avLst/>
          </a:prstGeom>
        </p:spPr>
      </p:pic>
      <p:pic>
        <p:nvPicPr>
          <p:cNvPr id="5" name="图片 4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494954" flipV="1">
            <a:off x="9383798" y="1698417"/>
            <a:ext cx="4311650" cy="39757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421" y="4262423"/>
            <a:ext cx="1063171" cy="581563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4922" y="2470635"/>
            <a:ext cx="1020105" cy="576581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756" y="4262423"/>
            <a:ext cx="1004768" cy="57167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376" y="2437265"/>
            <a:ext cx="993180" cy="575487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9"/>
            </p:custDataLst>
          </p:nvPr>
        </p:nvSpPr>
        <p:spPr>
          <a:xfrm>
            <a:off x="4036291" y="2858864"/>
            <a:ext cx="299902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10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小组</a:t>
            </a:r>
            <a:r>
              <a:rPr lang="zh-CN" altLang="en-US" sz="2400" b="1" spc="10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分工</a:t>
            </a:r>
            <a:endParaRPr lang="zh-CN" altLang="en-US" sz="2400" b="1" spc="100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cxnSp>
        <p:nvCxnSpPr>
          <p:cNvPr id="6" name="直接连接符 5"/>
          <p:cNvCxnSpPr/>
          <p:nvPr>
            <p:custDataLst>
              <p:tags r:id="rId10"/>
            </p:custDataLst>
          </p:nvPr>
        </p:nvCxnSpPr>
        <p:spPr>
          <a:xfrm>
            <a:off x="3915769" y="2544673"/>
            <a:ext cx="0" cy="849154"/>
          </a:xfrm>
          <a:prstGeom prst="line">
            <a:avLst/>
          </a:prstGeom>
          <a:ln w="127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>
            <p:custDataLst>
              <p:tags r:id="rId11"/>
            </p:custDataLst>
          </p:nvPr>
        </p:nvSpPr>
        <p:spPr>
          <a:xfrm>
            <a:off x="4061691" y="3238470"/>
            <a:ext cx="24857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spc="100" dirty="0">
                <a:solidFill>
                  <a:schemeClr val="tx1">
                    <a:lumMod val="50000"/>
                    <a:lumOff val="50000"/>
                    <a:alpha val="63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Team</a:t>
            </a:r>
            <a:endParaRPr lang="en-US" altLang="zh-CN" sz="1400" spc="100" dirty="0">
              <a:solidFill>
                <a:schemeClr val="tx1">
                  <a:lumMod val="50000"/>
                  <a:lumOff val="50000"/>
                  <a:alpha val="63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2"/>
            </p:custDataLst>
          </p:nvPr>
        </p:nvSpPr>
        <p:spPr>
          <a:xfrm>
            <a:off x="4079363" y="2340423"/>
            <a:ext cx="993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spc="100" dirty="0">
                <a:gradFill>
                  <a:gsLst>
                    <a:gs pos="62000">
                      <a:schemeClr val="bg1">
                        <a:lumMod val="75000"/>
                        <a:alpha val="39000"/>
                      </a:schemeClr>
                    </a:gs>
                    <a:gs pos="88000">
                      <a:schemeClr val="bg1">
                        <a:lumMod val="65000"/>
                        <a:alpha val="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4000" spc="100" dirty="0">
              <a:gradFill>
                <a:gsLst>
                  <a:gs pos="62000">
                    <a:schemeClr val="bg1">
                      <a:lumMod val="75000"/>
                      <a:alpha val="39000"/>
                    </a:schemeClr>
                  </a:gs>
                  <a:gs pos="88000">
                    <a:schemeClr val="bg1">
                      <a:lumMod val="65000"/>
                      <a:alpha val="0"/>
                    </a:schemeClr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-1899" y="-49204"/>
            <a:ext cx="2822801" cy="6907157"/>
            <a:chOff x="695293" y="-25074"/>
            <a:chExt cx="2822801" cy="6907157"/>
          </a:xfrm>
          <a:solidFill>
            <a:srgbClr val="CB4845"/>
          </a:solidFill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</p:grpSpPr>
        <p:sp>
          <p:nvSpPr>
            <p:cNvPr id="22" name="平行四边形 21"/>
            <p:cNvSpPr/>
            <p:nvPr/>
          </p:nvSpPr>
          <p:spPr>
            <a:xfrm>
              <a:off x="695293" y="-13030"/>
              <a:ext cx="2822801" cy="6883071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13" cstate="screen">
              <a:alphaModFix amt="7000"/>
            </a:blip>
            <a:srcRect t="-717"/>
            <a:stretch>
              <a:fillRect/>
            </a:stretch>
          </p:blipFill>
          <p:spPr>
            <a:xfrm>
              <a:off x="729247" y="-25074"/>
              <a:ext cx="2788847" cy="6907157"/>
            </a:xfrm>
            <a:prstGeom prst="rect">
              <a:avLst/>
            </a:prstGeom>
            <a:grpFill/>
          </p:spPr>
        </p:pic>
      </p:grpSp>
      <p:grpSp>
        <p:nvGrpSpPr>
          <p:cNvPr id="115" name="组合 114"/>
          <p:cNvGrpSpPr/>
          <p:nvPr/>
        </p:nvGrpSpPr>
        <p:grpSpPr>
          <a:xfrm>
            <a:off x="9143021" y="699243"/>
            <a:ext cx="2491678" cy="707886"/>
            <a:chOff x="9132004" y="404952"/>
            <a:chExt cx="2491678" cy="707886"/>
          </a:xfrm>
        </p:grpSpPr>
        <p:sp>
          <p:nvSpPr>
            <p:cNvPr id="2" name="文本框 1"/>
            <p:cNvSpPr txBox="1"/>
            <p:nvPr/>
          </p:nvSpPr>
          <p:spPr>
            <a:xfrm>
              <a:off x="9132004" y="404952"/>
              <a:ext cx="128699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4000" dirty="0">
                  <a:gradFill>
                    <a:gsLst>
                      <a:gs pos="0">
                        <a:schemeClr val="accent1">
                          <a:lumMod val="75000"/>
                        </a:schemeClr>
                      </a:gs>
                      <a:gs pos="100000">
                        <a:schemeClr val="accent1">
                          <a:lumMod val="75000"/>
                          <a:alpha val="58000"/>
                        </a:schemeClr>
                      </a:gs>
                    </a:gsLst>
                    <a:lin ang="54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  <a:endParaRPr lang="zh-CN" altLang="en-US" sz="4000" dirty="0">
                <a:gradFill>
                  <a:gsLst>
                    <a:gs pos="0">
                      <a:schemeClr val="accent1">
                        <a:lumMod val="75000"/>
                      </a:schemeClr>
                    </a:gs>
                    <a:gs pos="100000">
                      <a:schemeClr val="accent1">
                        <a:lumMod val="75000"/>
                        <a:alpha val="58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0336686" y="741692"/>
              <a:ext cx="12869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4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/CONTENTS</a:t>
              </a:r>
              <a:endParaRPr lang="zh-CN" altLang="en-US" sz="1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0" name="文本框 99"/>
          <p:cNvSpPr txBox="1"/>
          <p:nvPr>
            <p:custDataLst>
              <p:tags r:id="rId14"/>
            </p:custDataLst>
          </p:nvPr>
        </p:nvSpPr>
        <p:spPr>
          <a:xfrm>
            <a:off x="4036291" y="4688169"/>
            <a:ext cx="308316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10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  <a:sym typeface="+mn-ea"/>
              </a:rPr>
              <a:t>当前项目展示</a:t>
            </a:r>
            <a:endParaRPr lang="zh-CN" altLang="en-US" sz="2400" b="1" spc="100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cxnSp>
        <p:nvCxnSpPr>
          <p:cNvPr id="101" name="直接连接符 100"/>
          <p:cNvCxnSpPr/>
          <p:nvPr>
            <p:custDataLst>
              <p:tags r:id="rId15"/>
            </p:custDataLst>
          </p:nvPr>
        </p:nvCxnSpPr>
        <p:spPr>
          <a:xfrm>
            <a:off x="3915769" y="4373978"/>
            <a:ext cx="0" cy="849154"/>
          </a:xfrm>
          <a:prstGeom prst="line">
            <a:avLst/>
          </a:prstGeom>
          <a:ln w="127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本框 101"/>
          <p:cNvSpPr txBox="1"/>
          <p:nvPr>
            <p:custDataLst>
              <p:tags r:id="rId16"/>
            </p:custDataLst>
          </p:nvPr>
        </p:nvSpPr>
        <p:spPr>
          <a:xfrm>
            <a:off x="4061691" y="5042017"/>
            <a:ext cx="24857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spc="100" dirty="0">
                <a:solidFill>
                  <a:schemeClr val="tx1">
                    <a:lumMod val="50000"/>
                    <a:lumOff val="50000"/>
                    <a:alpha val="63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Demo</a:t>
            </a:r>
            <a:endParaRPr lang="zh-CN" altLang="en-US" sz="1400" spc="100" dirty="0">
              <a:solidFill>
                <a:schemeClr val="tx1">
                  <a:lumMod val="50000"/>
                  <a:lumOff val="50000"/>
                  <a:alpha val="63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文本框 102"/>
          <p:cNvSpPr txBox="1"/>
          <p:nvPr>
            <p:custDataLst>
              <p:tags r:id="rId17"/>
            </p:custDataLst>
          </p:nvPr>
        </p:nvSpPr>
        <p:spPr>
          <a:xfrm>
            <a:off x="4079363" y="4169728"/>
            <a:ext cx="993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spc="100" dirty="0">
                <a:gradFill>
                  <a:gsLst>
                    <a:gs pos="62000">
                      <a:schemeClr val="bg1">
                        <a:lumMod val="75000"/>
                        <a:alpha val="39000"/>
                      </a:schemeClr>
                    </a:gs>
                    <a:gs pos="88000">
                      <a:schemeClr val="bg1">
                        <a:lumMod val="65000"/>
                        <a:alpha val="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4000" spc="100" dirty="0">
              <a:gradFill>
                <a:gsLst>
                  <a:gs pos="62000">
                    <a:schemeClr val="bg1">
                      <a:lumMod val="75000"/>
                      <a:alpha val="39000"/>
                    </a:schemeClr>
                  </a:gs>
                  <a:gs pos="88000">
                    <a:schemeClr val="bg1">
                      <a:lumMod val="65000"/>
                      <a:alpha val="0"/>
                    </a:schemeClr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文本框 104"/>
          <p:cNvSpPr txBox="1"/>
          <p:nvPr>
            <p:custDataLst>
              <p:tags r:id="rId18"/>
            </p:custDataLst>
          </p:nvPr>
        </p:nvSpPr>
        <p:spPr>
          <a:xfrm>
            <a:off x="8414646" y="2858864"/>
            <a:ext cx="279237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10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  <a:sym typeface="+mn-ea"/>
              </a:rPr>
              <a:t>背景与需求</a:t>
            </a:r>
            <a:endParaRPr lang="zh-CN" altLang="en-US" sz="2400" b="1" spc="100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cxnSp>
        <p:nvCxnSpPr>
          <p:cNvPr id="106" name="直接连接符 105"/>
          <p:cNvCxnSpPr/>
          <p:nvPr>
            <p:custDataLst>
              <p:tags r:id="rId19"/>
            </p:custDataLst>
          </p:nvPr>
        </p:nvCxnSpPr>
        <p:spPr>
          <a:xfrm>
            <a:off x="8294124" y="2544673"/>
            <a:ext cx="0" cy="849154"/>
          </a:xfrm>
          <a:prstGeom prst="line">
            <a:avLst/>
          </a:prstGeom>
          <a:ln w="127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/>
          <p:cNvSpPr txBox="1"/>
          <p:nvPr>
            <p:custDataLst>
              <p:tags r:id="rId20"/>
            </p:custDataLst>
          </p:nvPr>
        </p:nvSpPr>
        <p:spPr>
          <a:xfrm>
            <a:off x="8440046" y="3238470"/>
            <a:ext cx="24857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spc="100" dirty="0">
                <a:solidFill>
                  <a:schemeClr val="tx1">
                    <a:lumMod val="50000"/>
                    <a:lumOff val="50000"/>
                    <a:alpha val="63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Design</a:t>
            </a:r>
            <a:endParaRPr lang="zh-CN" altLang="en-US" sz="1400" spc="100" dirty="0">
              <a:solidFill>
                <a:schemeClr val="tx1">
                  <a:lumMod val="50000"/>
                  <a:lumOff val="50000"/>
                  <a:alpha val="63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文本框 107"/>
          <p:cNvSpPr txBox="1"/>
          <p:nvPr>
            <p:custDataLst>
              <p:tags r:id="rId21"/>
            </p:custDataLst>
          </p:nvPr>
        </p:nvSpPr>
        <p:spPr>
          <a:xfrm>
            <a:off x="8457718" y="2340423"/>
            <a:ext cx="993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spc="100" dirty="0">
                <a:gradFill>
                  <a:gsLst>
                    <a:gs pos="62000">
                      <a:schemeClr val="bg1">
                        <a:lumMod val="75000"/>
                        <a:alpha val="39000"/>
                      </a:schemeClr>
                    </a:gs>
                    <a:gs pos="88000">
                      <a:schemeClr val="bg1">
                        <a:lumMod val="65000"/>
                        <a:alpha val="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4000" spc="100" dirty="0">
              <a:gradFill>
                <a:gsLst>
                  <a:gs pos="62000">
                    <a:schemeClr val="bg1">
                      <a:lumMod val="75000"/>
                      <a:alpha val="39000"/>
                    </a:schemeClr>
                  </a:gs>
                  <a:gs pos="88000">
                    <a:schemeClr val="bg1">
                      <a:lumMod val="65000"/>
                      <a:alpha val="0"/>
                    </a:schemeClr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8458835" y="1311275"/>
            <a:ext cx="3178810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zh-CN" altLang="en-US" sz="1200" dirty="0">
                <a:solidFill>
                  <a:schemeClr val="bg1">
                    <a:lumMod val="50000"/>
                    <a:alpha val="56000"/>
                  </a:schemeClr>
                </a:solidFill>
              </a:rPr>
              <a:t>自 </a:t>
            </a:r>
            <a:r>
              <a:rPr lang="en-US" altLang="zh-CN" sz="1200" dirty="0">
                <a:solidFill>
                  <a:schemeClr val="bg1">
                    <a:lumMod val="50000"/>
                    <a:alpha val="56000"/>
                  </a:schemeClr>
                </a:solidFill>
              </a:rPr>
              <a:t>| </a:t>
            </a:r>
            <a:r>
              <a:rPr lang="zh-CN" altLang="en-US" sz="1200" dirty="0">
                <a:solidFill>
                  <a:schemeClr val="bg1">
                    <a:lumMod val="50000"/>
                    <a:alpha val="56000"/>
                  </a:schemeClr>
                </a:solidFill>
              </a:rPr>
              <a:t>强 </a:t>
            </a:r>
            <a:r>
              <a:rPr lang="en-US" altLang="zh-CN" sz="1200" dirty="0">
                <a:solidFill>
                  <a:schemeClr val="bg1">
                    <a:lumMod val="50000"/>
                    <a:alpha val="56000"/>
                  </a:schemeClr>
                </a:solidFill>
              </a:rPr>
              <a:t>| </a:t>
            </a:r>
            <a:r>
              <a:rPr lang="zh-CN" altLang="en-US" sz="1200" dirty="0">
                <a:solidFill>
                  <a:schemeClr val="bg1">
                    <a:lumMod val="50000"/>
                    <a:alpha val="56000"/>
                  </a:schemeClr>
                </a:solidFill>
              </a:rPr>
              <a:t>不 </a:t>
            </a:r>
            <a:r>
              <a:rPr lang="en-US" altLang="zh-CN" sz="1200" dirty="0">
                <a:solidFill>
                  <a:schemeClr val="bg1">
                    <a:lumMod val="50000"/>
                    <a:alpha val="56000"/>
                  </a:schemeClr>
                </a:solidFill>
              </a:rPr>
              <a:t>| </a:t>
            </a:r>
            <a:r>
              <a:rPr lang="zh-CN" altLang="en-US" sz="1200" dirty="0">
                <a:solidFill>
                  <a:schemeClr val="bg1">
                    <a:lumMod val="50000"/>
                    <a:alpha val="56000"/>
                  </a:schemeClr>
                </a:solidFill>
              </a:rPr>
              <a:t>息 </a:t>
            </a:r>
            <a:r>
              <a:rPr lang="en-US" altLang="zh-CN" sz="1200" dirty="0">
                <a:solidFill>
                  <a:schemeClr val="bg1">
                    <a:lumMod val="50000"/>
                    <a:alpha val="56000"/>
                  </a:schemeClr>
                </a:solidFill>
              </a:rPr>
              <a:t>| </a:t>
            </a:r>
            <a:r>
              <a:rPr lang="zh-CN" altLang="en-US" sz="1200" dirty="0">
                <a:solidFill>
                  <a:schemeClr val="bg1">
                    <a:lumMod val="50000"/>
                    <a:alpha val="56000"/>
                  </a:schemeClr>
                </a:solidFill>
              </a:rPr>
              <a:t>止 </a:t>
            </a:r>
            <a:r>
              <a:rPr lang="en-US" altLang="zh-CN" sz="1200" dirty="0">
                <a:solidFill>
                  <a:schemeClr val="bg1">
                    <a:lumMod val="50000"/>
                    <a:alpha val="56000"/>
                  </a:schemeClr>
                </a:solidFill>
              </a:rPr>
              <a:t>| </a:t>
            </a:r>
            <a:r>
              <a:rPr lang="zh-CN" altLang="en-US" sz="1200" dirty="0">
                <a:solidFill>
                  <a:schemeClr val="bg1">
                    <a:lumMod val="50000"/>
                    <a:alpha val="56000"/>
                  </a:schemeClr>
                </a:solidFill>
              </a:rPr>
              <a:t>于 </a:t>
            </a:r>
            <a:r>
              <a:rPr lang="en-US" altLang="zh-CN" sz="1200" dirty="0">
                <a:solidFill>
                  <a:schemeClr val="bg1">
                    <a:lumMod val="50000"/>
                    <a:alpha val="56000"/>
                  </a:schemeClr>
                </a:solidFill>
              </a:rPr>
              <a:t>| </a:t>
            </a:r>
            <a:r>
              <a:rPr lang="zh-CN" altLang="en-US" sz="1200" dirty="0">
                <a:solidFill>
                  <a:schemeClr val="bg1">
                    <a:lumMod val="50000"/>
                    <a:alpha val="56000"/>
                  </a:schemeClr>
                </a:solidFill>
              </a:rPr>
              <a:t>至</a:t>
            </a:r>
            <a:r>
              <a:rPr lang="en-US" altLang="zh-CN" sz="1200" dirty="0">
                <a:solidFill>
                  <a:schemeClr val="bg1">
                    <a:lumMod val="50000"/>
                    <a:alpha val="56000"/>
                  </a:schemeClr>
                </a:solidFill>
              </a:rPr>
              <a:t> | </a:t>
            </a:r>
            <a:r>
              <a:rPr lang="zh-CN" altLang="en-US" sz="1200" dirty="0">
                <a:solidFill>
                  <a:schemeClr val="bg1">
                    <a:lumMod val="50000"/>
                    <a:alpha val="56000"/>
                  </a:schemeClr>
                </a:solidFill>
              </a:rPr>
              <a:t>善</a:t>
            </a:r>
            <a:endParaRPr lang="zh-CN" altLang="en-US" sz="1200" dirty="0">
              <a:solidFill>
                <a:schemeClr val="bg1">
                  <a:lumMod val="50000"/>
                  <a:alpha val="56000"/>
                </a:schemeClr>
              </a:solidFill>
            </a:endParaRPr>
          </a:p>
        </p:txBody>
      </p:sp>
      <p:pic>
        <p:nvPicPr>
          <p:cNvPr id="3" name="图片 2" descr="徽标&#10;&#10;描述已自动生成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2" r="45166" b="17638"/>
          <a:stretch>
            <a:fillRect/>
          </a:stretch>
        </p:blipFill>
        <p:spPr>
          <a:xfrm>
            <a:off x="452755" y="139700"/>
            <a:ext cx="1912620" cy="2404745"/>
          </a:xfrm>
          <a:prstGeom prst="rect">
            <a:avLst/>
          </a:prstGeom>
        </p:spPr>
      </p:pic>
      <p:pic>
        <p:nvPicPr>
          <p:cNvPr id="5" name="图片 4" descr="/private/var/folders/yy/k9vbpjvs50n3dskbszjx5l8r0000gn/T/com.kingsoft.wpsoffice.mac/photoedit2/20230330085317/temp.pngtemp"/>
          <p:cNvPicPr>
            <a:picLocks noChangeAspect="1"/>
          </p:cNvPicPr>
          <p:nvPr/>
        </p:nvPicPr>
        <p:blipFill rotWithShape="1">
          <a:blip r:embed="rId23"/>
          <a:srcRect r="62275"/>
          <a:stretch>
            <a:fillRect/>
          </a:stretch>
        </p:blipFill>
        <p:spPr>
          <a:xfrm>
            <a:off x="-38141" y="2096546"/>
            <a:ext cx="2837180" cy="1524635"/>
          </a:xfrm>
          <a:prstGeom prst="rect">
            <a:avLst/>
          </a:prstGeom>
        </p:spPr>
      </p:pic>
      <p:pic>
        <p:nvPicPr>
          <p:cNvPr id="18" name="图片 17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7054955" flipV="1">
            <a:off x="-1000198" y="3235264"/>
            <a:ext cx="4311650" cy="3975735"/>
          </a:xfrm>
          <a:prstGeom prst="rect">
            <a:avLst/>
          </a:prstGeom>
        </p:spPr>
      </p:pic>
      <p:pic>
        <p:nvPicPr>
          <p:cNvPr id="11" name="图片 10" descr="图片包含 游戏机, 烟花&#10;&#10;描述已自动生成"/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30" b="33902"/>
          <a:stretch>
            <a:fillRect/>
          </a:stretch>
        </p:blipFill>
        <p:spPr>
          <a:xfrm>
            <a:off x="6547415" y="305"/>
            <a:ext cx="3593651" cy="1354238"/>
          </a:xfrm>
          <a:prstGeom prst="rect">
            <a:avLst/>
          </a:prstGeom>
        </p:spPr>
      </p:pic>
      <p:pic>
        <p:nvPicPr>
          <p:cNvPr id="13" name="图片 12" descr="图片包含 图示&#10;&#10;描述已自动生成"/>
          <p:cNvPicPr>
            <a:picLocks noChangeAspect="1"/>
          </p:cNvPicPr>
          <p:nvPr/>
        </p:nvPicPr>
        <p:blipFill rotWithShape="1"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" t="67459" r="6526"/>
          <a:stretch>
            <a:fillRect/>
          </a:stretch>
        </p:blipFill>
        <p:spPr>
          <a:xfrm>
            <a:off x="2820670" y="5999480"/>
            <a:ext cx="9557385" cy="117602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27"/>
            </p:custDataLst>
          </p:nvPr>
        </p:nvSpPr>
        <p:spPr>
          <a:xfrm>
            <a:off x="8407661" y="4688299"/>
            <a:ext cx="2792373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10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  <a:sym typeface="+mn-ea"/>
              </a:rPr>
              <a:t>后续进度计划</a:t>
            </a:r>
            <a:endParaRPr lang="zh-CN" altLang="en-US" sz="2400" b="1" spc="100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sz="2400" b="1" spc="100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cxnSp>
        <p:nvCxnSpPr>
          <p:cNvPr id="8" name="直接连接符 7"/>
          <p:cNvCxnSpPr/>
          <p:nvPr>
            <p:custDataLst>
              <p:tags r:id="rId28"/>
            </p:custDataLst>
          </p:nvPr>
        </p:nvCxnSpPr>
        <p:spPr>
          <a:xfrm>
            <a:off x="8287139" y="4374108"/>
            <a:ext cx="0" cy="849154"/>
          </a:xfrm>
          <a:prstGeom prst="line">
            <a:avLst/>
          </a:prstGeom>
          <a:ln w="127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>
            <p:custDataLst>
              <p:tags r:id="rId29"/>
            </p:custDataLst>
          </p:nvPr>
        </p:nvSpPr>
        <p:spPr>
          <a:xfrm>
            <a:off x="8433061" y="5067905"/>
            <a:ext cx="24857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spc="100" dirty="0">
                <a:solidFill>
                  <a:schemeClr val="tx1">
                    <a:lumMod val="50000"/>
                    <a:lumOff val="50000"/>
                    <a:alpha val="63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Future</a:t>
            </a:r>
            <a:endParaRPr lang="zh-CN" altLang="en-US" sz="1400" spc="100" dirty="0">
              <a:solidFill>
                <a:schemeClr val="tx1">
                  <a:lumMod val="50000"/>
                  <a:lumOff val="50000"/>
                  <a:alpha val="63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30"/>
            </p:custDataLst>
          </p:nvPr>
        </p:nvSpPr>
        <p:spPr>
          <a:xfrm>
            <a:off x="8450733" y="4169858"/>
            <a:ext cx="9931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spc="100" dirty="0">
                <a:gradFill>
                  <a:gsLst>
                    <a:gs pos="62000">
                      <a:schemeClr val="bg1">
                        <a:lumMod val="75000"/>
                        <a:alpha val="39000"/>
                      </a:schemeClr>
                    </a:gs>
                    <a:gs pos="88000">
                      <a:schemeClr val="bg1">
                        <a:lumMod val="65000"/>
                        <a:alpha val="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4000" spc="100" dirty="0">
              <a:gradFill>
                <a:gsLst>
                  <a:gs pos="62000">
                    <a:schemeClr val="bg1">
                      <a:lumMod val="75000"/>
                      <a:alpha val="39000"/>
                    </a:schemeClr>
                  </a:gs>
                  <a:gs pos="88000">
                    <a:schemeClr val="bg1">
                      <a:lumMod val="65000"/>
                      <a:alpha val="0"/>
                    </a:schemeClr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7054955" flipV="1">
            <a:off x="-2099507" y="-2000549"/>
            <a:ext cx="6026326" cy="5556823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000"/>
                    </a14:imgEffect>
                    <a14:imgEffect>
                      <a14:colorTemperature colorTemp="7100"/>
                    </a14:imgEffect>
                    <a14:imgEffect>
                      <a14:sharpenSoften amount="1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71331" y="0"/>
            <a:ext cx="3120670" cy="6387916"/>
          </a:xfrm>
          <a:custGeom>
            <a:avLst/>
            <a:gdLst/>
            <a:ahLst/>
            <a:cxnLst/>
            <a:rect l="l" t="t" r="r" b="b"/>
            <a:pathLst>
              <a:path w="3049489" h="6870042">
                <a:moveTo>
                  <a:pt x="1732289" y="0"/>
                </a:moveTo>
                <a:lnTo>
                  <a:pt x="3049489" y="0"/>
                </a:lnTo>
                <a:lnTo>
                  <a:pt x="3049489" y="6870042"/>
                </a:lnTo>
                <a:lnTo>
                  <a:pt x="1245692" y="6870042"/>
                </a:lnTo>
                <a:lnTo>
                  <a:pt x="1245692" y="3071366"/>
                </a:lnTo>
                <a:cubicBezTo>
                  <a:pt x="1245692" y="2511772"/>
                  <a:pt x="1232297" y="2175421"/>
                  <a:pt x="1205508" y="2062311"/>
                </a:cubicBezTo>
                <a:cubicBezTo>
                  <a:pt x="1178719" y="1949202"/>
                  <a:pt x="1105049" y="1863625"/>
                  <a:pt x="984498" y="1805582"/>
                </a:cubicBezTo>
                <a:cubicBezTo>
                  <a:pt x="863948" y="1747539"/>
                  <a:pt x="595313" y="1718518"/>
                  <a:pt x="178594" y="1718518"/>
                </a:cubicBezTo>
                <a:lnTo>
                  <a:pt x="0" y="1718518"/>
                </a:lnTo>
                <a:lnTo>
                  <a:pt x="0" y="875779"/>
                </a:lnTo>
                <a:cubicBezTo>
                  <a:pt x="654100" y="734997"/>
                  <a:pt x="1190160" y="482768"/>
                  <a:pt x="1608181" y="119092"/>
                </a:cubicBezTo>
                <a:close/>
              </a:path>
            </a:pathLst>
          </a:custGeom>
          <a:solidFill>
            <a:srgbClr val="FF2600">
              <a:alpha val="36000"/>
            </a:srgbClr>
          </a:solidFill>
          <a:effectLst>
            <a:glow rad="114300">
              <a:srgbClr val="FF2600">
                <a:alpha val="28000"/>
              </a:srgbClr>
            </a:glow>
          </a:effectLst>
        </p:spPr>
      </p:pic>
      <p:sp>
        <p:nvSpPr>
          <p:cNvPr id="3" name="文本框 2"/>
          <p:cNvSpPr txBox="1"/>
          <p:nvPr/>
        </p:nvSpPr>
        <p:spPr>
          <a:xfrm>
            <a:off x="1474128" y="2005467"/>
            <a:ext cx="470714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spc="100" dirty="0">
                <a:gradFill>
                  <a:gsLst>
                    <a:gs pos="100000">
                      <a:schemeClr val="accent1">
                        <a:lumMod val="75000"/>
                        <a:alpha val="62000"/>
                      </a:schemeClr>
                    </a:gs>
                    <a:gs pos="0">
                      <a:schemeClr val="accent1">
                        <a:lumMod val="75000"/>
                        <a:alpha val="88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小组</a:t>
            </a:r>
            <a:r>
              <a:rPr lang="zh-CN" altLang="en-US" sz="4000" b="1" spc="100" dirty="0">
                <a:gradFill>
                  <a:gsLst>
                    <a:gs pos="100000">
                      <a:schemeClr val="accent1">
                        <a:lumMod val="75000"/>
                        <a:alpha val="62000"/>
                      </a:schemeClr>
                    </a:gs>
                    <a:gs pos="0">
                      <a:schemeClr val="accent1">
                        <a:lumMod val="75000"/>
                        <a:alpha val="88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分工</a:t>
            </a:r>
            <a:endParaRPr lang="zh-CN" altLang="en-US" sz="4000" b="1" spc="100" dirty="0">
              <a:gradFill>
                <a:gsLst>
                  <a:gs pos="100000">
                    <a:schemeClr val="accent1">
                      <a:lumMod val="75000"/>
                      <a:alpha val="62000"/>
                    </a:schemeClr>
                  </a:gs>
                  <a:gs pos="0">
                    <a:schemeClr val="accent1">
                      <a:lumMod val="75000"/>
                      <a:alpha val="88000"/>
                    </a:schemeClr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88642" y="2606212"/>
            <a:ext cx="34734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100" dirty="0">
                <a:solidFill>
                  <a:schemeClr val="tx1">
                    <a:lumMod val="75000"/>
                    <a:lumOff val="25000"/>
                    <a:alpha val="63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Team</a:t>
            </a:r>
            <a:endParaRPr lang="en-US" altLang="zh-CN" spc="100" dirty="0">
              <a:solidFill>
                <a:schemeClr val="tx1">
                  <a:lumMod val="75000"/>
                  <a:lumOff val="25000"/>
                  <a:alpha val="63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1574095" y="3101059"/>
            <a:ext cx="3909240" cy="0"/>
          </a:xfrm>
          <a:prstGeom prst="line">
            <a:avLst/>
          </a:prstGeom>
          <a:ln w="12700">
            <a:gradFill flip="none" rotWithShape="1">
              <a:gsLst>
                <a:gs pos="100000">
                  <a:schemeClr val="accent1">
                    <a:lumMod val="75000"/>
                  </a:schemeClr>
                </a:gs>
                <a:gs pos="0">
                  <a:srgbClr val="821A1A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/>
          <p:cNvGrpSpPr/>
          <p:nvPr/>
        </p:nvGrpSpPr>
        <p:grpSpPr>
          <a:xfrm>
            <a:off x="1591597" y="1663967"/>
            <a:ext cx="1207842" cy="338555"/>
            <a:chOff x="1477297" y="1791315"/>
            <a:chExt cx="1207842" cy="338555"/>
          </a:xfrm>
        </p:grpSpPr>
        <p:sp>
          <p:nvSpPr>
            <p:cNvPr id="18" name="矩形: 圆角 17"/>
            <p:cNvSpPr/>
            <p:nvPr/>
          </p:nvSpPr>
          <p:spPr>
            <a:xfrm>
              <a:off x="1477297" y="1791315"/>
              <a:ext cx="1207842" cy="338555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2000"/>
            </a:p>
          </p:txBody>
        </p:sp>
        <p:pic>
          <p:nvPicPr>
            <p:cNvPr id="29" name="图片 28"/>
            <p:cNvPicPr>
              <a:picLocks noChangeAspect="1"/>
            </p:cNvPicPr>
            <p:nvPr/>
          </p:nvPicPr>
          <p:blipFill rotWithShape="1">
            <a:blip r:embed="rId4" cstate="screen">
              <a:alphaModFix amt="35000"/>
            </a:blip>
            <a:srcRect t="-717"/>
            <a:stretch>
              <a:fillRect/>
            </a:stretch>
          </p:blipFill>
          <p:spPr>
            <a:xfrm rot="5400000">
              <a:off x="1911941" y="1356671"/>
              <a:ext cx="338554" cy="1207842"/>
            </a:xfrm>
            <a:prstGeom prst="rect">
              <a:avLst/>
            </a:prstGeom>
            <a:effectLst/>
          </p:spPr>
        </p:pic>
      </p:grpSp>
      <p:sp>
        <p:nvSpPr>
          <p:cNvPr id="8" name="文本框 7"/>
          <p:cNvSpPr txBox="1"/>
          <p:nvPr/>
        </p:nvSpPr>
        <p:spPr>
          <a:xfrm>
            <a:off x="1595749" y="1663967"/>
            <a:ext cx="12036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第一部分</a:t>
            </a:r>
            <a:endParaRPr lang="zh-CN" altLang="en-US" sz="1600" b="1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140" y="5657746"/>
            <a:ext cx="728963" cy="422390"/>
          </a:xfrm>
          <a:prstGeom prst="rect">
            <a:avLst/>
          </a:prstGeom>
        </p:spPr>
      </p:pic>
      <p:pic>
        <p:nvPicPr>
          <p:cNvPr id="15" name="图片 14" descr="徽标&#10;&#10;描述已自动生成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2" r="45166" b="17638"/>
          <a:stretch>
            <a:fillRect/>
          </a:stretch>
        </p:blipFill>
        <p:spPr>
          <a:xfrm>
            <a:off x="10392210" y="1148718"/>
            <a:ext cx="1799790" cy="2262883"/>
          </a:xfrm>
          <a:prstGeom prst="rect">
            <a:avLst/>
          </a:prstGeom>
        </p:spPr>
      </p:pic>
      <p:pic>
        <p:nvPicPr>
          <p:cNvPr id="16" name="图片 15" descr="/private/var/folders/yy/k9vbpjvs50n3dskbszjx5l8r0000gn/T/com.kingsoft.wpsoffice.mac/photoedit2/20230330085317/temp.pngtemp"/>
          <p:cNvPicPr>
            <a:picLocks noChangeAspect="1"/>
          </p:cNvPicPr>
          <p:nvPr/>
        </p:nvPicPr>
        <p:blipFill rotWithShape="1">
          <a:blip r:embed="rId7"/>
          <a:srcRect r="62275"/>
          <a:stretch>
            <a:fillRect/>
          </a:stretch>
        </p:blipFill>
        <p:spPr>
          <a:xfrm>
            <a:off x="10600361" y="3024310"/>
            <a:ext cx="1441413" cy="77458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903" y="5657746"/>
            <a:ext cx="742383" cy="422390"/>
          </a:xfrm>
          <a:prstGeom prst="rect">
            <a:avLst/>
          </a:prstGeom>
        </p:spPr>
      </p:pic>
      <p:pic>
        <p:nvPicPr>
          <p:cNvPr id="22" name="图片 21" descr="图片包含 图示&#10;&#10;描述已自动生成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" t="67459" r="6526"/>
          <a:stretch>
            <a:fillRect/>
          </a:stretch>
        </p:blipFill>
        <p:spPr>
          <a:xfrm>
            <a:off x="-117402" y="5985984"/>
            <a:ext cx="9557385" cy="11760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05" t="66878" r="2005" b="-62871"/>
          <a:stretch>
            <a:fillRect/>
          </a:stretch>
        </p:blipFill>
        <p:spPr>
          <a:xfrm>
            <a:off x="-244929" y="-188080"/>
            <a:ext cx="12436929" cy="2310108"/>
          </a:xfrm>
          <a:prstGeom prst="rect">
            <a:avLst/>
          </a:prstGeom>
        </p:spPr>
      </p:pic>
      <p:pic>
        <p:nvPicPr>
          <p:cNvPr id="3" name="图片 2" descr="徽标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2" r="45166" b="17638"/>
          <a:stretch>
            <a:fillRect/>
          </a:stretch>
        </p:blipFill>
        <p:spPr>
          <a:xfrm>
            <a:off x="142513" y="-203199"/>
            <a:ext cx="785047" cy="987042"/>
          </a:xfrm>
          <a:prstGeom prst="rect">
            <a:avLst/>
          </a:prstGeom>
        </p:spPr>
      </p:pic>
      <p:pic>
        <p:nvPicPr>
          <p:cNvPr id="4" name="图片 3" descr="/private/var/folders/yy/k9vbpjvs50n3dskbszjx5l8r0000gn/T/com.kingsoft.wpsoffice.mac/photoedit2/20230330085317/temp.pngtemp"/>
          <p:cNvPicPr>
            <a:picLocks noChangeAspect="1"/>
          </p:cNvPicPr>
          <p:nvPr/>
        </p:nvPicPr>
        <p:blipFill rotWithShape="1">
          <a:blip r:embed="rId3"/>
          <a:srcRect r="62275"/>
          <a:stretch>
            <a:fillRect/>
          </a:stretch>
        </p:blipFill>
        <p:spPr>
          <a:xfrm>
            <a:off x="803573" y="-101600"/>
            <a:ext cx="1458647" cy="783843"/>
          </a:xfrm>
          <a:prstGeom prst="rect">
            <a:avLst/>
          </a:prstGeom>
        </p:spPr>
      </p:pic>
      <p:sp>
        <p:nvSpPr>
          <p:cNvPr id="29" name="文本占位符 5"/>
          <p:cNvSpPr txBox="1"/>
          <p:nvPr/>
        </p:nvSpPr>
        <p:spPr>
          <a:xfrm>
            <a:off x="675079" y="6858000"/>
            <a:ext cx="6745288" cy="377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点击此处修改项目名称或添加注释、文献、数据来源等备注信息</a:t>
            </a:r>
            <a:endParaRPr lang="zh-CN" altLang="en-US" sz="11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5266" y="6215005"/>
            <a:ext cx="728963" cy="42239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6903" y="6192723"/>
            <a:ext cx="742383" cy="422390"/>
          </a:xfrm>
          <a:prstGeom prst="rect">
            <a:avLst/>
          </a:prstGeom>
        </p:spPr>
      </p:pic>
      <p:pic>
        <p:nvPicPr>
          <p:cNvPr id="8" name="图片 7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494954" flipV="1">
            <a:off x="9820449" y="1603122"/>
            <a:ext cx="4311650" cy="3975735"/>
          </a:xfrm>
          <a:prstGeom prst="rect">
            <a:avLst/>
          </a:prstGeom>
        </p:spPr>
      </p:pic>
      <p:pic>
        <p:nvPicPr>
          <p:cNvPr id="11" name="图片 10" descr="图片包含 图示&#10;&#10;描述已自动生成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" t="67459" r="6526"/>
          <a:stretch>
            <a:fillRect/>
          </a:stretch>
        </p:blipFill>
        <p:spPr>
          <a:xfrm>
            <a:off x="-93456" y="5965831"/>
            <a:ext cx="9557385" cy="11760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2513" y="804971"/>
            <a:ext cx="7451724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成员及分工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CB48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3"/>
          <p:cNvPicPr/>
          <p:nvPr/>
        </p:nvPicPr>
        <p:blipFill>
          <a:blip r:embed="rId8"/>
          <a:stretch>
            <a:fillRect/>
          </a:stretch>
        </p:blipFill>
        <p:spPr>
          <a:xfrm>
            <a:off x="1781175" y="1594803"/>
            <a:ext cx="8629650" cy="44481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4502" y="182885"/>
            <a:ext cx="4036423" cy="6270164"/>
          </a:xfrm>
          <a:custGeom>
            <a:avLst/>
            <a:gdLst/>
            <a:ahLst/>
            <a:cxnLst/>
            <a:rect l="l" t="t" r="r" b="b"/>
            <a:pathLst>
              <a:path w="2869476" h="5118525">
                <a:moveTo>
                  <a:pt x="1355633" y="0"/>
                </a:moveTo>
                <a:cubicBezTo>
                  <a:pt x="1854043" y="0"/>
                  <a:pt x="2230953" y="123569"/>
                  <a:pt x="2486362" y="370706"/>
                </a:cubicBezTo>
                <a:cubicBezTo>
                  <a:pt x="2741771" y="617842"/>
                  <a:pt x="2869476" y="930641"/>
                  <a:pt x="2869476" y="1309102"/>
                </a:cubicBezTo>
                <a:cubicBezTo>
                  <a:pt x="2869476" y="1596566"/>
                  <a:pt x="2797601" y="1900575"/>
                  <a:pt x="2653853" y="2221130"/>
                </a:cubicBezTo>
                <a:cubicBezTo>
                  <a:pt x="2510104" y="2541684"/>
                  <a:pt x="2086638" y="3222086"/>
                  <a:pt x="1383455" y="4262336"/>
                </a:cubicBezTo>
                <a:lnTo>
                  <a:pt x="2757799" y="4262336"/>
                </a:lnTo>
                <a:lnTo>
                  <a:pt x="2757799" y="5118525"/>
                </a:lnTo>
                <a:lnTo>
                  <a:pt x="0" y="5118525"/>
                </a:lnTo>
                <a:lnTo>
                  <a:pt x="775" y="4401932"/>
                </a:lnTo>
                <a:cubicBezTo>
                  <a:pt x="817671" y="3065945"/>
                  <a:pt x="1303155" y="2239225"/>
                  <a:pt x="1457228" y="1921774"/>
                </a:cubicBezTo>
                <a:cubicBezTo>
                  <a:pt x="1611301" y="1604322"/>
                  <a:pt x="1688337" y="1356668"/>
                  <a:pt x="1688337" y="1178812"/>
                </a:cubicBezTo>
                <a:cubicBezTo>
                  <a:pt x="1688337" y="1042318"/>
                  <a:pt x="1665039" y="940465"/>
                  <a:pt x="1618442" y="873252"/>
                </a:cubicBezTo>
                <a:cubicBezTo>
                  <a:pt x="1571846" y="806039"/>
                  <a:pt x="1500916" y="772432"/>
                  <a:pt x="1405655" y="772432"/>
                </a:cubicBezTo>
                <a:cubicBezTo>
                  <a:pt x="1310394" y="772432"/>
                  <a:pt x="1239465" y="809658"/>
                  <a:pt x="1192868" y="884109"/>
                </a:cubicBezTo>
                <a:cubicBezTo>
                  <a:pt x="1146271" y="958560"/>
                  <a:pt x="1122973" y="1106429"/>
                  <a:pt x="1122973" y="1327715"/>
                </a:cubicBezTo>
                <a:lnTo>
                  <a:pt x="1122973" y="1805444"/>
                </a:lnTo>
                <a:lnTo>
                  <a:pt x="0" y="1805444"/>
                </a:lnTo>
                <a:lnTo>
                  <a:pt x="0" y="1622417"/>
                </a:lnTo>
                <a:cubicBezTo>
                  <a:pt x="0" y="1341158"/>
                  <a:pt x="14476" y="1119355"/>
                  <a:pt x="43429" y="957009"/>
                </a:cubicBezTo>
                <a:cubicBezTo>
                  <a:pt x="72383" y="794664"/>
                  <a:pt x="143732" y="634904"/>
                  <a:pt x="257477" y="477730"/>
                </a:cubicBezTo>
                <a:cubicBezTo>
                  <a:pt x="371222" y="320555"/>
                  <a:pt x="519090" y="201639"/>
                  <a:pt x="701083" y="120984"/>
                </a:cubicBezTo>
                <a:cubicBezTo>
                  <a:pt x="883074" y="40328"/>
                  <a:pt x="1101258" y="0"/>
                  <a:pt x="1355633" y="0"/>
                </a:cubicBezTo>
                <a:close/>
              </a:path>
            </a:pathLst>
          </a:custGeom>
          <a:noFill/>
          <a:ln>
            <a:noFill/>
          </a:ln>
          <a:effectLst>
            <a:outerShdw blurRad="50800" dist="38100" dir="2700000" sx="101000" sy="101000" algn="tl" rotWithShape="0">
              <a:srgbClr val="CB4845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直接连接符 25"/>
          <p:cNvCxnSpPr/>
          <p:nvPr/>
        </p:nvCxnSpPr>
        <p:spPr>
          <a:xfrm flipH="1">
            <a:off x="6086531" y="2974059"/>
            <a:ext cx="3909240" cy="0"/>
          </a:xfrm>
          <a:prstGeom prst="line">
            <a:avLst/>
          </a:prstGeom>
          <a:ln w="12700">
            <a:gradFill flip="none" rotWithShape="1">
              <a:gsLst>
                <a:gs pos="100000">
                  <a:schemeClr val="accent1">
                    <a:lumMod val="75000"/>
                  </a:schemeClr>
                </a:gs>
                <a:gs pos="0">
                  <a:srgbClr val="821A1A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6104033" y="1524267"/>
            <a:ext cx="1207842" cy="338555"/>
            <a:chOff x="1477297" y="1791315"/>
            <a:chExt cx="1207842" cy="338555"/>
          </a:xfrm>
        </p:grpSpPr>
        <p:sp>
          <p:nvSpPr>
            <p:cNvPr id="28" name="矩形: 圆角 27"/>
            <p:cNvSpPr/>
            <p:nvPr/>
          </p:nvSpPr>
          <p:spPr>
            <a:xfrm>
              <a:off x="1477297" y="1791315"/>
              <a:ext cx="1207842" cy="338555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2000"/>
            </a:p>
          </p:txBody>
        </p:sp>
        <p:pic>
          <p:nvPicPr>
            <p:cNvPr id="29" name="图片 28"/>
            <p:cNvPicPr>
              <a:picLocks noChangeAspect="1"/>
            </p:cNvPicPr>
            <p:nvPr/>
          </p:nvPicPr>
          <p:blipFill rotWithShape="1">
            <a:blip r:embed="rId2" cstate="screen">
              <a:alphaModFix amt="35000"/>
            </a:blip>
            <a:srcRect t="-717"/>
            <a:stretch>
              <a:fillRect/>
            </a:stretch>
          </p:blipFill>
          <p:spPr>
            <a:xfrm rot="5400000">
              <a:off x="1911941" y="1356671"/>
              <a:ext cx="338554" cy="1207842"/>
            </a:xfrm>
            <a:prstGeom prst="rect">
              <a:avLst/>
            </a:prstGeom>
            <a:effectLst/>
          </p:spPr>
        </p:pic>
      </p:grpSp>
      <p:sp>
        <p:nvSpPr>
          <p:cNvPr id="30" name="文本框 29"/>
          <p:cNvSpPr txBox="1"/>
          <p:nvPr/>
        </p:nvSpPr>
        <p:spPr>
          <a:xfrm>
            <a:off x="6108185" y="1524267"/>
            <a:ext cx="12036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第二部分</a:t>
            </a:r>
            <a:endParaRPr lang="zh-CN" altLang="en-US" sz="1600" b="1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007274" y="1918909"/>
            <a:ext cx="470714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000" spc="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b="1" dirty="0">
                <a:gradFill>
                  <a:gsLst>
                    <a:gs pos="100000">
                      <a:schemeClr val="accent1">
                        <a:lumMod val="75000"/>
                        <a:alpha val="62000"/>
                      </a:schemeClr>
                    </a:gs>
                    <a:gs pos="0">
                      <a:schemeClr val="accent1">
                        <a:lumMod val="75000"/>
                        <a:alpha val="88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背景与需求</a:t>
            </a:r>
            <a:endParaRPr lang="zh-CN" altLang="en-US" b="1" dirty="0">
              <a:gradFill>
                <a:gsLst>
                  <a:gs pos="100000">
                    <a:schemeClr val="accent1">
                      <a:lumMod val="75000"/>
                      <a:alpha val="62000"/>
                    </a:schemeClr>
                  </a:gs>
                  <a:gs pos="0">
                    <a:schemeClr val="accent1">
                      <a:lumMod val="75000"/>
                      <a:alpha val="88000"/>
                    </a:schemeClr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21788" y="2539962"/>
            <a:ext cx="34734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100" dirty="0">
                <a:solidFill>
                  <a:schemeClr val="tx1">
                    <a:lumMod val="75000"/>
                    <a:lumOff val="25000"/>
                    <a:alpha val="63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Design</a:t>
            </a:r>
            <a:endParaRPr lang="zh-CN" altLang="en-US" spc="100" dirty="0">
              <a:solidFill>
                <a:schemeClr val="tx1">
                  <a:lumMod val="75000"/>
                  <a:lumOff val="25000"/>
                  <a:alpha val="63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 descr="徽标&#10;&#10;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2" r="45166" b="17638"/>
          <a:stretch>
            <a:fillRect/>
          </a:stretch>
        </p:blipFill>
        <p:spPr>
          <a:xfrm>
            <a:off x="548580" y="4323781"/>
            <a:ext cx="1304165" cy="1639732"/>
          </a:xfrm>
          <a:prstGeom prst="rect">
            <a:avLst/>
          </a:prstGeom>
        </p:spPr>
      </p:pic>
      <p:pic>
        <p:nvPicPr>
          <p:cNvPr id="17" name="图片 16" descr="/private/var/folders/yy/k9vbpjvs50n3dskbszjx5l8r0000gn/T/com.kingsoft.wpsoffice.mac/photoedit2/20230330085317/temp.pngtemp"/>
          <p:cNvPicPr>
            <a:picLocks noChangeAspect="1"/>
          </p:cNvPicPr>
          <p:nvPr/>
        </p:nvPicPr>
        <p:blipFill rotWithShape="1">
          <a:blip r:embed="rId4"/>
          <a:srcRect r="62275"/>
          <a:stretch>
            <a:fillRect/>
          </a:stretch>
        </p:blipFill>
        <p:spPr>
          <a:xfrm>
            <a:off x="411332" y="5678467"/>
            <a:ext cx="1441413" cy="774582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758" y="5777467"/>
            <a:ext cx="1020105" cy="576581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49" y="5772485"/>
            <a:ext cx="1063171" cy="581563"/>
          </a:xfrm>
          <a:prstGeom prst="rect">
            <a:avLst/>
          </a:prstGeom>
        </p:spPr>
      </p:pic>
      <p:pic>
        <p:nvPicPr>
          <p:cNvPr id="22" name="图片 21" descr="图片包含 图示&#10;&#10;描述已自动生成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" t="67459" r="6526"/>
          <a:stretch>
            <a:fillRect/>
          </a:stretch>
        </p:blipFill>
        <p:spPr>
          <a:xfrm>
            <a:off x="2790690" y="5990732"/>
            <a:ext cx="9557385" cy="11760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05" t="66878" r="2005" b="-62871"/>
          <a:stretch>
            <a:fillRect/>
          </a:stretch>
        </p:blipFill>
        <p:spPr>
          <a:xfrm>
            <a:off x="-244929" y="-188080"/>
            <a:ext cx="12436929" cy="2310108"/>
          </a:xfrm>
          <a:prstGeom prst="rect">
            <a:avLst/>
          </a:prstGeom>
        </p:spPr>
      </p:pic>
      <p:pic>
        <p:nvPicPr>
          <p:cNvPr id="3" name="图片 2" descr="徽标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2" r="45166" b="17638"/>
          <a:stretch>
            <a:fillRect/>
          </a:stretch>
        </p:blipFill>
        <p:spPr>
          <a:xfrm>
            <a:off x="142513" y="-203199"/>
            <a:ext cx="785047" cy="987042"/>
          </a:xfrm>
          <a:prstGeom prst="rect">
            <a:avLst/>
          </a:prstGeom>
        </p:spPr>
      </p:pic>
      <p:pic>
        <p:nvPicPr>
          <p:cNvPr id="4" name="图片 3" descr="/private/var/folders/yy/k9vbpjvs50n3dskbszjx5l8r0000gn/T/com.kingsoft.wpsoffice.mac/photoedit2/20230330085317/temp.pngtemp"/>
          <p:cNvPicPr>
            <a:picLocks noChangeAspect="1"/>
          </p:cNvPicPr>
          <p:nvPr/>
        </p:nvPicPr>
        <p:blipFill rotWithShape="1">
          <a:blip r:embed="rId3"/>
          <a:srcRect r="62275"/>
          <a:stretch>
            <a:fillRect/>
          </a:stretch>
        </p:blipFill>
        <p:spPr>
          <a:xfrm>
            <a:off x="803573" y="-101600"/>
            <a:ext cx="1458647" cy="783843"/>
          </a:xfrm>
          <a:prstGeom prst="rect">
            <a:avLst/>
          </a:prstGeom>
        </p:spPr>
      </p:pic>
      <p:sp>
        <p:nvSpPr>
          <p:cNvPr id="29" name="文本占位符 5"/>
          <p:cNvSpPr txBox="1"/>
          <p:nvPr/>
        </p:nvSpPr>
        <p:spPr>
          <a:xfrm>
            <a:off x="675079" y="6858000"/>
            <a:ext cx="6745288" cy="377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点击此处修改项目名称或添加注释、文献、数据来源等备注信息</a:t>
            </a:r>
            <a:endParaRPr lang="zh-CN" altLang="en-US" sz="11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5266" y="6215005"/>
            <a:ext cx="728963" cy="42239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6903" y="6192723"/>
            <a:ext cx="742383" cy="422390"/>
          </a:xfrm>
          <a:prstGeom prst="rect">
            <a:avLst/>
          </a:prstGeom>
        </p:spPr>
      </p:pic>
      <p:pic>
        <p:nvPicPr>
          <p:cNvPr id="8" name="图片 7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494954" flipV="1">
            <a:off x="9820449" y="1603122"/>
            <a:ext cx="4311650" cy="3975735"/>
          </a:xfrm>
          <a:prstGeom prst="rect">
            <a:avLst/>
          </a:prstGeom>
        </p:spPr>
      </p:pic>
      <p:pic>
        <p:nvPicPr>
          <p:cNvPr id="11" name="图片 10" descr="图片包含 图示&#10;&#10;描述已自动生成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" t="67459" r="6526"/>
          <a:stretch>
            <a:fillRect/>
          </a:stretch>
        </p:blipFill>
        <p:spPr>
          <a:xfrm>
            <a:off x="-93456" y="5965831"/>
            <a:ext cx="9557385" cy="11760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2513" y="804971"/>
            <a:ext cx="74517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背景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CB48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853032" y="1743671"/>
            <a:ext cx="9775824" cy="374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     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陌陌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作为一款广受欢迎的社交交友应用，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宋体" panose="02010600040101010101" pitchFamily="2" charset="-122"/>
              <a:ea typeface="华文宋体" panose="0201060004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每天都会产生海量的数据，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宋体" panose="02010600040101010101" pitchFamily="2" charset="-122"/>
              <a:ea typeface="华文宋体" panose="0201060004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包括用户的个人信息、聊天记录、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宋体" panose="02010600040101010101" pitchFamily="2" charset="-122"/>
              <a:ea typeface="华文宋体" panose="0201060004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位置数据、社交互动等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宋体" panose="02010600040101010101" pitchFamily="2" charset="-122"/>
              <a:ea typeface="华文宋体" panose="0201060004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      我们将基于陌陌的用户数据，</a:t>
            </a:r>
            <a:endParaRPr lang="en-US" altLang="zh-CN" sz="20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完成相关指标的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统计分析</a:t>
            </a:r>
            <a:r>
              <a:rPr lang="zh-CN" altLang="en-US" sz="20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，</a:t>
            </a:r>
            <a:endParaRPr lang="en-US" altLang="zh-CN" sz="20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并结合工具对指标进行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可视化</a:t>
            </a:r>
            <a:r>
              <a:rPr lang="zh-CN" altLang="en-US" sz="20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展现。</a:t>
            </a:r>
            <a:endParaRPr lang="zh-CN" altLang="en-US" sz="20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宋体" panose="02010600040101010101" pitchFamily="2" charset="-122"/>
              <a:ea typeface="华文宋体" panose="02010600040101010101" pitchFamily="2" charset="-122"/>
              <a:cs typeface="+mn-cs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828" y="2352673"/>
            <a:ext cx="2152654" cy="215265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79" y="1743671"/>
            <a:ext cx="2483141" cy="441447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05" t="66878" r="2005" b="-62871"/>
          <a:stretch>
            <a:fillRect/>
          </a:stretch>
        </p:blipFill>
        <p:spPr>
          <a:xfrm>
            <a:off x="-244929" y="-125851"/>
            <a:ext cx="12436929" cy="2310108"/>
          </a:xfrm>
          <a:prstGeom prst="rect">
            <a:avLst/>
          </a:prstGeom>
        </p:spPr>
      </p:pic>
      <p:pic>
        <p:nvPicPr>
          <p:cNvPr id="3" name="图片 2" descr="徽标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2" r="45166" b="17638"/>
          <a:stretch>
            <a:fillRect/>
          </a:stretch>
        </p:blipFill>
        <p:spPr>
          <a:xfrm>
            <a:off x="142513" y="-203199"/>
            <a:ext cx="785047" cy="987042"/>
          </a:xfrm>
          <a:prstGeom prst="rect">
            <a:avLst/>
          </a:prstGeom>
        </p:spPr>
      </p:pic>
      <p:pic>
        <p:nvPicPr>
          <p:cNvPr id="4" name="图片 3" descr="/private/var/folders/yy/k9vbpjvs50n3dskbszjx5l8r0000gn/T/com.kingsoft.wpsoffice.mac/photoedit2/20230330085317/temp.pngtemp"/>
          <p:cNvPicPr>
            <a:picLocks noChangeAspect="1"/>
          </p:cNvPicPr>
          <p:nvPr/>
        </p:nvPicPr>
        <p:blipFill rotWithShape="1">
          <a:blip r:embed="rId3"/>
          <a:srcRect r="62275"/>
          <a:stretch>
            <a:fillRect/>
          </a:stretch>
        </p:blipFill>
        <p:spPr>
          <a:xfrm>
            <a:off x="803573" y="-101600"/>
            <a:ext cx="1458647" cy="78384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70290" y="839089"/>
            <a:ext cx="31570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总述</a:t>
            </a:r>
            <a:endParaRPr lang="zh-CN" altLang="en-US" sz="4400" b="1" dirty="0">
              <a:solidFill>
                <a:srgbClr val="CB48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占位符 5"/>
          <p:cNvSpPr txBox="1"/>
          <p:nvPr/>
        </p:nvSpPr>
        <p:spPr>
          <a:xfrm>
            <a:off x="675079" y="6858000"/>
            <a:ext cx="6745288" cy="377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点击此处修改项目名称或添加注释、文献、数据来源等备注信息</a:t>
            </a:r>
            <a:endParaRPr lang="zh-CN" altLang="en-US" sz="11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5266" y="6215005"/>
            <a:ext cx="728963" cy="42239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6903" y="6192723"/>
            <a:ext cx="742383" cy="422390"/>
          </a:xfrm>
          <a:prstGeom prst="rect">
            <a:avLst/>
          </a:prstGeom>
        </p:spPr>
      </p:pic>
      <p:pic>
        <p:nvPicPr>
          <p:cNvPr id="11" name="图片 10" descr="图片包含 图示&#10;&#10;描述已自动生成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" t="67459" r="6526"/>
          <a:stretch>
            <a:fillRect/>
          </a:stretch>
        </p:blipFill>
        <p:spPr>
          <a:xfrm>
            <a:off x="-93456" y="5965831"/>
            <a:ext cx="9557385" cy="1176020"/>
          </a:xfrm>
          <a:prstGeom prst="rect">
            <a:avLst/>
          </a:prstGeom>
        </p:spPr>
      </p:pic>
      <p:sp>
        <p:nvSpPr>
          <p:cNvPr id="30" name="AutoShape 4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803573" y="1965573"/>
            <a:ext cx="8447063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目标：对陌陌聊天数据统计分析，构建聊天数据分析报表 </a:t>
            </a:r>
            <a:endParaRPr lang="en-US" altLang="zh-CN" sz="2400" b="1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sz="2400" b="1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使用开发工具、环境：</a:t>
            </a:r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    </a:t>
            </a:r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仓库：</a:t>
            </a:r>
            <a:r>
              <a:rPr lang="en-US" altLang="zh-CN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Hadoop</a:t>
            </a:r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＋</a:t>
            </a:r>
            <a:r>
              <a:rPr lang="en-US" altLang="zh-CN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hive</a:t>
            </a:r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    </a:t>
            </a:r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可视化工具：</a:t>
            </a:r>
            <a:r>
              <a:rPr lang="en-US" altLang="zh-CN" sz="2400" dirty="0" err="1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FineBI</a:t>
            </a:r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sz="2400" b="1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sz="2400" b="1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 flipH="1">
            <a:off x="927560" y="2661908"/>
            <a:ext cx="5776140" cy="0"/>
          </a:xfrm>
          <a:prstGeom prst="line">
            <a:avLst/>
          </a:prstGeom>
          <a:ln w="12700">
            <a:gradFill flip="none" rotWithShape="1">
              <a:gsLst>
                <a:gs pos="100000">
                  <a:schemeClr val="accent1">
                    <a:lumMod val="75000"/>
                  </a:schemeClr>
                </a:gs>
                <a:gs pos="0">
                  <a:srgbClr val="821A1A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1018097" y="2907269"/>
            <a:ext cx="7451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rcRect l="15592" t="19325" r="19770"/>
          <a:stretch>
            <a:fillRect/>
          </a:stretch>
        </p:blipFill>
        <p:spPr>
          <a:xfrm>
            <a:off x="5820920" y="3425928"/>
            <a:ext cx="2648901" cy="192677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9821" y="2907269"/>
            <a:ext cx="3401469" cy="170073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05" t="66878" r="2005" b="-62871"/>
          <a:stretch>
            <a:fillRect/>
          </a:stretch>
        </p:blipFill>
        <p:spPr>
          <a:xfrm>
            <a:off x="-244929" y="-188080"/>
            <a:ext cx="12436929" cy="2310108"/>
          </a:xfrm>
          <a:prstGeom prst="rect">
            <a:avLst/>
          </a:prstGeom>
        </p:spPr>
      </p:pic>
      <p:pic>
        <p:nvPicPr>
          <p:cNvPr id="3" name="图片 2" descr="徽标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2" r="45166" b="17638"/>
          <a:stretch>
            <a:fillRect/>
          </a:stretch>
        </p:blipFill>
        <p:spPr>
          <a:xfrm>
            <a:off x="142513" y="-203199"/>
            <a:ext cx="785047" cy="987042"/>
          </a:xfrm>
          <a:prstGeom prst="rect">
            <a:avLst/>
          </a:prstGeom>
        </p:spPr>
      </p:pic>
      <p:pic>
        <p:nvPicPr>
          <p:cNvPr id="4" name="图片 3" descr="/private/var/folders/yy/k9vbpjvs50n3dskbszjx5l8r0000gn/T/com.kingsoft.wpsoffice.mac/photoedit2/20230330085317/temp.pngtemp"/>
          <p:cNvPicPr>
            <a:picLocks noChangeAspect="1"/>
          </p:cNvPicPr>
          <p:nvPr/>
        </p:nvPicPr>
        <p:blipFill rotWithShape="1">
          <a:blip r:embed="rId3"/>
          <a:srcRect r="62275"/>
          <a:stretch>
            <a:fillRect/>
          </a:stretch>
        </p:blipFill>
        <p:spPr>
          <a:xfrm>
            <a:off x="803573" y="-101600"/>
            <a:ext cx="1458647" cy="783843"/>
          </a:xfrm>
          <a:prstGeom prst="rect">
            <a:avLst/>
          </a:prstGeom>
        </p:spPr>
      </p:pic>
      <p:sp>
        <p:nvSpPr>
          <p:cNvPr id="29" name="文本占位符 5"/>
          <p:cNvSpPr txBox="1"/>
          <p:nvPr/>
        </p:nvSpPr>
        <p:spPr>
          <a:xfrm>
            <a:off x="675079" y="6858000"/>
            <a:ext cx="6745288" cy="377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点击此处修改项目名称或添加注释、文献、数据来源等备注信息</a:t>
            </a:r>
            <a:endParaRPr lang="zh-CN" altLang="en-US" sz="11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5266" y="6215005"/>
            <a:ext cx="728963" cy="42239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6903" y="6192723"/>
            <a:ext cx="742383" cy="4223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2513" y="804971"/>
            <a:ext cx="74517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数据内容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CB48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16214" y="1631272"/>
            <a:ext cx="10959572" cy="1895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数据</a:t>
            </a:r>
            <a:r>
              <a:rPr lang="zh-CN" altLang="en-US" sz="20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规模：约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30w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条数据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宋体" panose="02010600040101010101" pitchFamily="2" charset="-122"/>
              <a:ea typeface="华文宋体" panose="02010600040101010101" pitchFamily="2" charset="-122"/>
              <a:cs typeface="+mn-cs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数据来源：阿里云天池</a:t>
            </a:r>
            <a:r>
              <a:rPr lang="en-US" altLang="zh-CN" sz="20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-</a:t>
            </a:r>
            <a:r>
              <a:rPr lang="zh-CN" altLang="en-US" sz="20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公共数据集（</a:t>
            </a:r>
            <a:r>
              <a:rPr lang="en-US" altLang="zh-CN" sz="20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  <a:hlinkClick r:id="rId6"/>
              </a:rPr>
              <a:t>https://tianchi.aliyun.com/dataset/public?spm=a2c22.12282016.0.0.3ae0139fmzYIcN</a:t>
            </a:r>
            <a:r>
              <a:rPr lang="zh-CN" altLang="en-US" sz="20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）</a:t>
            </a:r>
            <a:endParaRPr lang="en-US" altLang="zh-CN" sz="20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数据结构：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宋体" panose="02010600040101010101" pitchFamily="2" charset="-122"/>
              <a:ea typeface="华文宋体" panose="02010600040101010101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791" y="3739775"/>
            <a:ext cx="10307488" cy="26864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05" t="66878" r="2005" b="-62871"/>
          <a:stretch>
            <a:fillRect/>
          </a:stretch>
        </p:blipFill>
        <p:spPr>
          <a:xfrm>
            <a:off x="-227884" y="-214085"/>
            <a:ext cx="12436929" cy="2310108"/>
          </a:xfrm>
          <a:prstGeom prst="rect">
            <a:avLst/>
          </a:prstGeom>
        </p:spPr>
      </p:pic>
      <p:pic>
        <p:nvPicPr>
          <p:cNvPr id="3" name="图片 2" descr="徽标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2" r="45166" b="17638"/>
          <a:stretch>
            <a:fillRect/>
          </a:stretch>
        </p:blipFill>
        <p:spPr>
          <a:xfrm>
            <a:off x="142513" y="-203199"/>
            <a:ext cx="785047" cy="987042"/>
          </a:xfrm>
          <a:prstGeom prst="rect">
            <a:avLst/>
          </a:prstGeom>
        </p:spPr>
      </p:pic>
      <p:pic>
        <p:nvPicPr>
          <p:cNvPr id="4" name="图片 3" descr="/private/var/folders/yy/k9vbpjvs50n3dskbszjx5l8r0000gn/T/com.kingsoft.wpsoffice.mac/photoedit2/20230330085317/temp.pngtemp"/>
          <p:cNvPicPr>
            <a:picLocks noChangeAspect="1"/>
          </p:cNvPicPr>
          <p:nvPr/>
        </p:nvPicPr>
        <p:blipFill rotWithShape="1">
          <a:blip r:embed="rId3"/>
          <a:srcRect r="62275"/>
          <a:stretch>
            <a:fillRect/>
          </a:stretch>
        </p:blipFill>
        <p:spPr>
          <a:xfrm>
            <a:off x="803573" y="-101600"/>
            <a:ext cx="1458647" cy="783843"/>
          </a:xfrm>
          <a:prstGeom prst="rect">
            <a:avLst/>
          </a:prstGeom>
        </p:spPr>
      </p:pic>
      <p:sp>
        <p:nvSpPr>
          <p:cNvPr id="29" name="文本占位符 5"/>
          <p:cNvSpPr txBox="1"/>
          <p:nvPr/>
        </p:nvSpPr>
        <p:spPr>
          <a:xfrm>
            <a:off x="675079" y="6858000"/>
            <a:ext cx="6745288" cy="377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点击此处修改项目名称或添加注释、文献、数据来源等备注信息</a:t>
            </a:r>
            <a:endParaRPr lang="zh-CN" altLang="en-US" sz="11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5266" y="6215005"/>
            <a:ext cx="728963" cy="42239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6903" y="6192723"/>
            <a:ext cx="742383" cy="422390"/>
          </a:xfrm>
          <a:prstGeom prst="rect">
            <a:avLst/>
          </a:prstGeom>
        </p:spPr>
      </p:pic>
      <p:pic>
        <p:nvPicPr>
          <p:cNvPr id="8" name="图片 7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494954" flipV="1">
            <a:off x="10423617" y="1871177"/>
            <a:ext cx="4311650" cy="3975735"/>
          </a:xfrm>
          <a:prstGeom prst="rect">
            <a:avLst/>
          </a:prstGeom>
        </p:spPr>
      </p:pic>
      <p:pic>
        <p:nvPicPr>
          <p:cNvPr id="11" name="图片 10" descr="图片包含 图示&#10;&#10;描述已自动生成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" t="67459" r="6526"/>
          <a:stretch>
            <a:fillRect/>
          </a:stretch>
        </p:blipFill>
        <p:spPr>
          <a:xfrm>
            <a:off x="-93456" y="5965831"/>
            <a:ext cx="9557385" cy="11760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2513" y="762648"/>
            <a:ext cx="74517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需求构想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CB48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图片 8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7054955" flipV="1">
            <a:off x="-4795803" y="990687"/>
            <a:ext cx="6026326" cy="5556823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741716" y="2096533"/>
            <a:ext cx="10450284" cy="327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统计该日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总消息量</a:t>
            </a:r>
            <a:endParaRPr lang="zh-CN" altLang="en-US" sz="2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统计该日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每小时</a:t>
            </a:r>
            <a:r>
              <a:rPr lang="zh-CN" altLang="en-US" sz="20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消息量、发送和接收用户数</a:t>
            </a:r>
            <a:endParaRPr lang="zh-CN" altLang="en-US" sz="20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统计该日各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地区</a:t>
            </a:r>
            <a:r>
              <a:rPr lang="zh-CN" altLang="en-US" sz="20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发送消息数据量</a:t>
            </a:r>
            <a:endParaRPr lang="zh-CN" altLang="en-US" sz="20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统计该日发送消息和接收消息的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用户数</a:t>
            </a:r>
            <a:endParaRPr lang="zh-CN" altLang="en-US" sz="2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统计发送人的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手机型号</a:t>
            </a:r>
            <a:r>
              <a:rPr lang="zh-CN" altLang="en-US" sz="20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分布情况</a:t>
            </a:r>
            <a:endParaRPr lang="zh-CN" altLang="en-US" sz="20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统计发送人的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设备操作系统</a:t>
            </a:r>
            <a:r>
              <a:rPr lang="zh-CN" altLang="en-US" sz="20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分布情况</a:t>
            </a:r>
            <a:endParaRPr lang="en-US" altLang="zh-CN" sz="20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…………</a:t>
            </a:r>
            <a:r>
              <a:rPr lang="zh-CN" altLang="en-US" sz="20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（有待增加）</a:t>
            </a:r>
            <a:endParaRPr lang="zh-CN" alt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3563" y="1907620"/>
            <a:ext cx="3394531" cy="3394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0769313" flipV="1">
            <a:off x="5948203" y="2590424"/>
            <a:ext cx="3874283" cy="3572443"/>
          </a:xfrm>
          <a:prstGeom prst="rect">
            <a:avLst/>
          </a:prstGeom>
        </p:spPr>
      </p:pic>
      <p:pic>
        <p:nvPicPr>
          <p:cNvPr id="19" name="图片 18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9987662" flipV="1">
            <a:off x="-1123520" y="-1046414"/>
            <a:ext cx="5159847" cy="47578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34945" y="479690"/>
            <a:ext cx="3931986" cy="5843688"/>
          </a:xfrm>
          <a:custGeom>
            <a:avLst/>
            <a:gdLst/>
            <a:ahLst/>
            <a:cxnLst/>
            <a:rect l="l" t="t" r="r" b="b"/>
            <a:pathLst>
              <a:path w="2956335" h="5220895">
                <a:moveTo>
                  <a:pt x="1374246" y="0"/>
                </a:moveTo>
                <a:cubicBezTo>
                  <a:pt x="1971924" y="0"/>
                  <a:pt x="2377270" y="116766"/>
                  <a:pt x="2590283" y="350299"/>
                </a:cubicBezTo>
                <a:cubicBezTo>
                  <a:pt x="2803297" y="583832"/>
                  <a:pt x="2909803" y="908296"/>
                  <a:pt x="2909803" y="1323691"/>
                </a:cubicBezTo>
                <a:cubicBezTo>
                  <a:pt x="2909803" y="1604758"/>
                  <a:pt x="2871544" y="1807810"/>
                  <a:pt x="2795024" y="1932849"/>
                </a:cubicBezTo>
                <a:cubicBezTo>
                  <a:pt x="2718505" y="2057888"/>
                  <a:pt x="2584079" y="2172077"/>
                  <a:pt x="2391747" y="2275417"/>
                </a:cubicBezTo>
                <a:cubicBezTo>
                  <a:pt x="2582011" y="2339560"/>
                  <a:pt x="2723675" y="2444572"/>
                  <a:pt x="2816739" y="2590454"/>
                </a:cubicBezTo>
                <a:cubicBezTo>
                  <a:pt x="2909803" y="2736335"/>
                  <a:pt x="2956335" y="3078273"/>
                  <a:pt x="2956335" y="3616267"/>
                </a:cubicBezTo>
                <a:cubicBezTo>
                  <a:pt x="2956335" y="4015603"/>
                  <a:pt x="2910837" y="4325452"/>
                  <a:pt x="2819841" y="4545818"/>
                </a:cubicBezTo>
                <a:cubicBezTo>
                  <a:pt x="2728846" y="4766182"/>
                  <a:pt x="2571671" y="4933786"/>
                  <a:pt x="2348316" y="5048630"/>
                </a:cubicBezTo>
                <a:cubicBezTo>
                  <a:pt x="2124963" y="5163474"/>
                  <a:pt x="1838532" y="5220895"/>
                  <a:pt x="1489025" y="5220895"/>
                </a:cubicBezTo>
                <a:cubicBezTo>
                  <a:pt x="1091951" y="5220895"/>
                  <a:pt x="780187" y="5154200"/>
                  <a:pt x="553731" y="5020808"/>
                </a:cubicBezTo>
                <a:cubicBezTo>
                  <a:pt x="327275" y="4887416"/>
                  <a:pt x="178372" y="4724037"/>
                  <a:pt x="107023" y="4530670"/>
                </a:cubicBezTo>
                <a:cubicBezTo>
                  <a:pt x="35674" y="4337303"/>
                  <a:pt x="0" y="4001756"/>
                  <a:pt x="0" y="3524027"/>
                </a:cubicBezTo>
                <a:lnTo>
                  <a:pt x="0" y="3126954"/>
                </a:lnTo>
                <a:lnTo>
                  <a:pt x="1253262" y="3126954"/>
                </a:lnTo>
                <a:lnTo>
                  <a:pt x="1253262" y="3942815"/>
                </a:lnTo>
                <a:cubicBezTo>
                  <a:pt x="1253262" y="4159965"/>
                  <a:pt x="1266188" y="4298010"/>
                  <a:pt x="1292039" y="4356951"/>
                </a:cubicBezTo>
                <a:cubicBezTo>
                  <a:pt x="1317890" y="4415891"/>
                  <a:pt x="1375280" y="4445361"/>
                  <a:pt x="1464208" y="4445361"/>
                </a:cubicBezTo>
                <a:cubicBezTo>
                  <a:pt x="1561408" y="4445361"/>
                  <a:pt x="1625519" y="4408136"/>
                  <a:pt x="1656540" y="4333685"/>
                </a:cubicBezTo>
                <a:cubicBezTo>
                  <a:pt x="1687562" y="4259233"/>
                  <a:pt x="1703072" y="4064833"/>
                  <a:pt x="1703072" y="3750483"/>
                </a:cubicBezTo>
                <a:lnTo>
                  <a:pt x="1703072" y="3403044"/>
                </a:lnTo>
                <a:cubicBezTo>
                  <a:pt x="1703072" y="3210711"/>
                  <a:pt x="1681357" y="3070081"/>
                  <a:pt x="1637927" y="2981153"/>
                </a:cubicBezTo>
                <a:cubicBezTo>
                  <a:pt x="1594497" y="2892225"/>
                  <a:pt x="1530387" y="2833802"/>
                  <a:pt x="1445595" y="2805882"/>
                </a:cubicBezTo>
                <a:cubicBezTo>
                  <a:pt x="1360803" y="2777963"/>
                  <a:pt x="1196390" y="2761935"/>
                  <a:pt x="952355" y="2757799"/>
                </a:cubicBezTo>
                <a:lnTo>
                  <a:pt x="952355" y="2028797"/>
                </a:lnTo>
                <a:cubicBezTo>
                  <a:pt x="1250160" y="2028797"/>
                  <a:pt x="1434220" y="2017423"/>
                  <a:pt x="1504535" y="1994674"/>
                </a:cubicBezTo>
                <a:cubicBezTo>
                  <a:pt x="1574851" y="1971925"/>
                  <a:pt x="1625519" y="1922290"/>
                  <a:pt x="1656540" y="1845771"/>
                </a:cubicBezTo>
                <a:cubicBezTo>
                  <a:pt x="1687562" y="1769252"/>
                  <a:pt x="1703072" y="1649302"/>
                  <a:pt x="1703072" y="1485923"/>
                </a:cubicBezTo>
                <a:lnTo>
                  <a:pt x="1703072" y="1206731"/>
                </a:lnTo>
                <a:cubicBezTo>
                  <a:pt x="1703072" y="1030944"/>
                  <a:pt x="1684977" y="915130"/>
                  <a:pt x="1648785" y="859292"/>
                </a:cubicBezTo>
                <a:cubicBezTo>
                  <a:pt x="1612593" y="803454"/>
                  <a:pt x="1556238" y="775534"/>
                  <a:pt x="1479719" y="775534"/>
                </a:cubicBezTo>
                <a:cubicBezTo>
                  <a:pt x="1392859" y="775534"/>
                  <a:pt x="1333401" y="805005"/>
                  <a:pt x="1301346" y="863945"/>
                </a:cubicBezTo>
                <a:cubicBezTo>
                  <a:pt x="1269290" y="922886"/>
                  <a:pt x="1253262" y="1048522"/>
                  <a:pt x="1253262" y="1240855"/>
                </a:cubicBezTo>
                <a:lnTo>
                  <a:pt x="1253262" y="1653439"/>
                </a:lnTo>
                <a:lnTo>
                  <a:pt x="0" y="1653439"/>
                </a:lnTo>
                <a:lnTo>
                  <a:pt x="0" y="1225344"/>
                </a:lnTo>
                <a:cubicBezTo>
                  <a:pt x="0" y="745547"/>
                  <a:pt x="109608" y="421374"/>
                  <a:pt x="328826" y="252824"/>
                </a:cubicBezTo>
                <a:cubicBezTo>
                  <a:pt x="548044" y="84275"/>
                  <a:pt x="896517" y="0"/>
                  <a:pt x="1374246" y="0"/>
                </a:cubicBezTo>
                <a:close/>
              </a:path>
            </a:pathLst>
          </a:custGeom>
          <a:noFill/>
          <a:effectLst>
            <a:outerShdw blurRad="50800" dist="50800" dir="5400000" algn="ctr" rotWithShape="0">
              <a:srgbClr val="CB4845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接连接符 8"/>
          <p:cNvCxnSpPr/>
          <p:nvPr/>
        </p:nvCxnSpPr>
        <p:spPr>
          <a:xfrm flipH="1">
            <a:off x="1541857" y="2910379"/>
            <a:ext cx="3909240" cy="0"/>
          </a:xfrm>
          <a:prstGeom prst="line">
            <a:avLst/>
          </a:prstGeom>
          <a:ln w="12700">
            <a:gradFill flip="none" rotWithShape="1">
              <a:gsLst>
                <a:gs pos="100000">
                  <a:schemeClr val="accent1">
                    <a:lumMod val="75000"/>
                  </a:schemeClr>
                </a:gs>
                <a:gs pos="0">
                  <a:srgbClr val="821A1A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1559359" y="1473287"/>
            <a:ext cx="1207842" cy="338555"/>
            <a:chOff x="1477297" y="1791315"/>
            <a:chExt cx="1207842" cy="338555"/>
          </a:xfrm>
        </p:grpSpPr>
        <p:sp>
          <p:nvSpPr>
            <p:cNvPr id="11" name="矩形: 圆角 10"/>
            <p:cNvSpPr/>
            <p:nvPr/>
          </p:nvSpPr>
          <p:spPr>
            <a:xfrm>
              <a:off x="1477297" y="1791315"/>
              <a:ext cx="1207842" cy="338555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2000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3" cstate="screen">
              <a:alphaModFix amt="35000"/>
            </a:blip>
            <a:srcRect t="-717"/>
            <a:stretch>
              <a:fillRect/>
            </a:stretch>
          </p:blipFill>
          <p:spPr>
            <a:xfrm rot="5400000">
              <a:off x="1911941" y="1356671"/>
              <a:ext cx="338554" cy="1207842"/>
            </a:xfrm>
            <a:prstGeom prst="rect">
              <a:avLst/>
            </a:prstGeom>
            <a:effectLst/>
          </p:spPr>
        </p:pic>
      </p:grpSp>
      <p:sp>
        <p:nvSpPr>
          <p:cNvPr id="13" name="文本框 12"/>
          <p:cNvSpPr txBox="1"/>
          <p:nvPr/>
        </p:nvSpPr>
        <p:spPr>
          <a:xfrm>
            <a:off x="1563511" y="1495718"/>
            <a:ext cx="12036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第三部分</a:t>
            </a:r>
            <a:endParaRPr lang="zh-CN" altLang="en-US" sz="1600" b="1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456404" y="1890534"/>
            <a:ext cx="470714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000" spc="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b="1" dirty="0">
                <a:gradFill>
                  <a:gsLst>
                    <a:gs pos="100000">
                      <a:schemeClr val="accent1">
                        <a:lumMod val="75000"/>
                        <a:alpha val="62000"/>
                      </a:schemeClr>
                    </a:gs>
                    <a:gs pos="0">
                      <a:schemeClr val="accent1">
                        <a:lumMod val="75000"/>
                        <a:alpha val="88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当前项目展示</a:t>
            </a:r>
            <a:endParaRPr lang="zh-CN" altLang="en-US" b="1" dirty="0">
              <a:gradFill>
                <a:gsLst>
                  <a:gs pos="0">
                    <a:schemeClr val="accent1">
                      <a:lumMod val="75000"/>
                      <a:alpha val="88000"/>
                    </a:schemeClr>
                  </a:gs>
                  <a:gs pos="100000">
                    <a:schemeClr val="accent1">
                      <a:lumMod val="75000"/>
                      <a:alpha val="62000"/>
                    </a:schemeClr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458102" y="2495358"/>
            <a:ext cx="34734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100" dirty="0">
                <a:solidFill>
                  <a:schemeClr val="tx1">
                    <a:lumMod val="75000"/>
                    <a:lumOff val="25000"/>
                    <a:alpha val="63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Demo</a:t>
            </a:r>
            <a:endParaRPr lang="zh-CN" altLang="en-US" spc="100" dirty="0">
              <a:solidFill>
                <a:schemeClr val="tx1">
                  <a:lumMod val="75000"/>
                  <a:lumOff val="25000"/>
                  <a:alpha val="63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433" y="5562160"/>
            <a:ext cx="1004768" cy="57167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179" y="5562160"/>
            <a:ext cx="993180" cy="575487"/>
          </a:xfrm>
          <a:prstGeom prst="rect">
            <a:avLst/>
          </a:prstGeom>
        </p:spPr>
      </p:pic>
      <p:pic>
        <p:nvPicPr>
          <p:cNvPr id="21" name="图片 20" descr="徽标&#10;&#10;描述已自动生成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2" r="45166" b="17638"/>
          <a:stretch>
            <a:fillRect/>
          </a:stretch>
        </p:blipFill>
        <p:spPr>
          <a:xfrm>
            <a:off x="8642204" y="3891885"/>
            <a:ext cx="1089364" cy="1369662"/>
          </a:xfrm>
          <a:prstGeom prst="rect">
            <a:avLst/>
          </a:prstGeom>
        </p:spPr>
      </p:pic>
      <p:pic>
        <p:nvPicPr>
          <p:cNvPr id="22" name="图片 21" descr="/private/var/folders/yy/k9vbpjvs50n3dskbszjx5l8r0000gn/T/com.kingsoft.wpsoffice.mac/photoedit2/20230330085317/temp.pngtemp"/>
          <p:cNvPicPr>
            <a:picLocks noChangeAspect="1"/>
          </p:cNvPicPr>
          <p:nvPr/>
        </p:nvPicPr>
        <p:blipFill rotWithShape="1">
          <a:blip r:embed="rId7"/>
          <a:srcRect r="62275"/>
          <a:stretch>
            <a:fillRect/>
          </a:stretch>
        </p:blipFill>
        <p:spPr>
          <a:xfrm>
            <a:off x="8524942" y="4986433"/>
            <a:ext cx="1323887" cy="711426"/>
          </a:xfrm>
          <a:prstGeom prst="rect">
            <a:avLst/>
          </a:prstGeom>
        </p:spPr>
      </p:pic>
      <p:pic>
        <p:nvPicPr>
          <p:cNvPr id="23" name="图片 22" descr="图片包含 图示&#10;&#10;描述已自动生成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" t="67459" r="6526"/>
          <a:stretch>
            <a:fillRect/>
          </a:stretch>
        </p:blipFill>
        <p:spPr>
          <a:xfrm>
            <a:off x="475600" y="6010125"/>
            <a:ext cx="9557385" cy="11760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05" t="66878" r="2005" b="-62871"/>
          <a:stretch>
            <a:fillRect/>
          </a:stretch>
        </p:blipFill>
        <p:spPr>
          <a:xfrm>
            <a:off x="-242156" y="-101600"/>
            <a:ext cx="12436929" cy="2310108"/>
          </a:xfrm>
          <a:prstGeom prst="rect">
            <a:avLst/>
          </a:prstGeom>
        </p:spPr>
      </p:pic>
      <p:pic>
        <p:nvPicPr>
          <p:cNvPr id="3" name="图片 2" descr="徽标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2" r="45166" b="17638"/>
          <a:stretch>
            <a:fillRect/>
          </a:stretch>
        </p:blipFill>
        <p:spPr>
          <a:xfrm>
            <a:off x="142513" y="-203199"/>
            <a:ext cx="785047" cy="987042"/>
          </a:xfrm>
          <a:prstGeom prst="rect">
            <a:avLst/>
          </a:prstGeom>
        </p:spPr>
      </p:pic>
      <p:pic>
        <p:nvPicPr>
          <p:cNvPr id="4" name="图片 3" descr="/private/var/folders/yy/k9vbpjvs50n3dskbszjx5l8r0000gn/T/com.kingsoft.wpsoffice.mac/photoedit2/20230330085317/temp.pngtemp"/>
          <p:cNvPicPr>
            <a:picLocks noChangeAspect="1"/>
          </p:cNvPicPr>
          <p:nvPr/>
        </p:nvPicPr>
        <p:blipFill rotWithShape="1">
          <a:blip r:embed="rId3"/>
          <a:srcRect r="62275"/>
          <a:stretch>
            <a:fillRect/>
          </a:stretch>
        </p:blipFill>
        <p:spPr>
          <a:xfrm>
            <a:off x="803573" y="-101600"/>
            <a:ext cx="1458647" cy="783843"/>
          </a:xfrm>
          <a:prstGeom prst="rect">
            <a:avLst/>
          </a:prstGeom>
        </p:spPr>
      </p:pic>
      <p:sp>
        <p:nvSpPr>
          <p:cNvPr id="29" name="文本占位符 5"/>
          <p:cNvSpPr txBox="1"/>
          <p:nvPr/>
        </p:nvSpPr>
        <p:spPr>
          <a:xfrm>
            <a:off x="675079" y="6858000"/>
            <a:ext cx="6745288" cy="377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点击此处修改项目名称或添加注释、文献、数据来源等备注信息</a:t>
            </a:r>
            <a:endParaRPr lang="zh-CN" altLang="en-US" sz="11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494954" flipV="1">
            <a:off x="9745886" y="1747850"/>
            <a:ext cx="4311650" cy="39757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2513" y="783843"/>
            <a:ext cx="74517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b="1" dirty="0"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4400" b="1" dirty="0"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400" b="1" dirty="0"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4400" b="1" dirty="0"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ODS</a:t>
            </a:r>
            <a:r>
              <a:rPr lang="zh-CN" altLang="en-US" sz="4400" b="1" dirty="0"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层：建库建表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CB48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图片 8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054955" flipV="1">
            <a:off x="-4046675" y="752188"/>
            <a:ext cx="6026326" cy="555682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289" y="1669286"/>
            <a:ext cx="5068007" cy="472505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782955" y="1735070"/>
            <a:ext cx="5068007" cy="46937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05" t="66878" r="2005" b="-62871"/>
          <a:stretch>
            <a:fillRect/>
          </a:stretch>
        </p:blipFill>
        <p:spPr>
          <a:xfrm>
            <a:off x="-244929" y="-143320"/>
            <a:ext cx="12436929" cy="2310108"/>
          </a:xfrm>
          <a:prstGeom prst="rect">
            <a:avLst/>
          </a:prstGeom>
        </p:spPr>
      </p:pic>
      <p:pic>
        <p:nvPicPr>
          <p:cNvPr id="3" name="图片 2" descr="徽标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2" r="45166" b="17638"/>
          <a:stretch>
            <a:fillRect/>
          </a:stretch>
        </p:blipFill>
        <p:spPr>
          <a:xfrm>
            <a:off x="142513" y="-203199"/>
            <a:ext cx="785047" cy="987042"/>
          </a:xfrm>
          <a:prstGeom prst="rect">
            <a:avLst/>
          </a:prstGeom>
        </p:spPr>
      </p:pic>
      <p:pic>
        <p:nvPicPr>
          <p:cNvPr id="4" name="图片 3" descr="/private/var/folders/yy/k9vbpjvs50n3dskbszjx5l8r0000gn/T/com.kingsoft.wpsoffice.mac/photoedit2/20230330085317/temp.pngtemp"/>
          <p:cNvPicPr>
            <a:picLocks noChangeAspect="1"/>
          </p:cNvPicPr>
          <p:nvPr/>
        </p:nvPicPr>
        <p:blipFill rotWithShape="1">
          <a:blip r:embed="rId3"/>
          <a:srcRect r="62275"/>
          <a:stretch>
            <a:fillRect/>
          </a:stretch>
        </p:blipFill>
        <p:spPr>
          <a:xfrm>
            <a:off x="803573" y="-101600"/>
            <a:ext cx="1458647" cy="783843"/>
          </a:xfrm>
          <a:prstGeom prst="rect">
            <a:avLst/>
          </a:prstGeom>
        </p:spPr>
      </p:pic>
      <p:sp>
        <p:nvSpPr>
          <p:cNvPr id="29" name="文本占位符 5"/>
          <p:cNvSpPr txBox="1"/>
          <p:nvPr/>
        </p:nvSpPr>
        <p:spPr>
          <a:xfrm>
            <a:off x="675079" y="6858000"/>
            <a:ext cx="6745288" cy="377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点击此处修改项目名称或添加注释、文献、数据来源等备注信息</a:t>
            </a:r>
            <a:endParaRPr lang="zh-CN" altLang="en-US" sz="11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494954" flipV="1">
            <a:off x="9745886" y="1747850"/>
            <a:ext cx="4311650" cy="39757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2512" y="756674"/>
            <a:ext cx="1051659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4400" b="1" dirty="0"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4400" b="1" dirty="0"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400" b="1" dirty="0"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4400" b="1" dirty="0"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ODS</a:t>
            </a:r>
            <a:r>
              <a:rPr lang="zh-CN" altLang="en-US" sz="4400" b="1" dirty="0"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层：上传数据至</a:t>
            </a:r>
            <a:r>
              <a:rPr lang="en-US" altLang="zh-CN" sz="4400" b="1" dirty="0"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4400" b="1" dirty="0"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虚拟机</a:t>
            </a:r>
            <a:endParaRPr lang="zh-CN" altLang="en-US" sz="4400" b="1" dirty="0">
              <a:solidFill>
                <a:srgbClr val="CB48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CB48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图片 8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054955" flipV="1">
            <a:off x="-4046675" y="752188"/>
            <a:ext cx="6026326" cy="555682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32896" y="2166788"/>
            <a:ext cx="97403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load data local </a:t>
            </a:r>
            <a:r>
              <a:rPr lang="en-US" altLang="zh-CN" sz="1800" dirty="0" err="1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inpath</a:t>
            </a:r>
            <a:r>
              <a:rPr lang="en-US" altLang="zh-CN" sz="18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 '/home/</a:t>
            </a:r>
            <a:r>
              <a:rPr lang="en-US" altLang="zh-CN" sz="1800" dirty="0" err="1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hadoop</a:t>
            </a:r>
            <a:r>
              <a:rPr lang="en-US" altLang="zh-CN" sz="18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/chat_data-30W.csv' overwrite into table </a:t>
            </a:r>
            <a:r>
              <a:rPr lang="en-US" altLang="zh-CN" sz="1800" dirty="0" err="1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tb_msg_source</a:t>
            </a:r>
            <a:r>
              <a:rPr lang="en-US" altLang="zh-CN" sz="18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;</a:t>
            </a:r>
            <a:endParaRPr lang="en-US" altLang="zh-CN" sz="18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31565" y="2767180"/>
            <a:ext cx="9394890" cy="330697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05" t="66878" r="2005" b="-62871"/>
          <a:stretch>
            <a:fillRect/>
          </a:stretch>
        </p:blipFill>
        <p:spPr>
          <a:xfrm>
            <a:off x="-244929" y="-46232"/>
            <a:ext cx="12436929" cy="2310108"/>
          </a:xfrm>
          <a:prstGeom prst="rect">
            <a:avLst/>
          </a:prstGeom>
        </p:spPr>
      </p:pic>
      <p:pic>
        <p:nvPicPr>
          <p:cNvPr id="3" name="图片 2" descr="徽标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2" r="45166" b="17638"/>
          <a:stretch>
            <a:fillRect/>
          </a:stretch>
        </p:blipFill>
        <p:spPr>
          <a:xfrm>
            <a:off x="142513" y="-203199"/>
            <a:ext cx="785047" cy="987042"/>
          </a:xfrm>
          <a:prstGeom prst="rect">
            <a:avLst/>
          </a:prstGeom>
        </p:spPr>
      </p:pic>
      <p:pic>
        <p:nvPicPr>
          <p:cNvPr id="4" name="图片 3" descr="/private/var/folders/yy/k9vbpjvs50n3dskbszjx5l8r0000gn/T/com.kingsoft.wpsoffice.mac/photoedit2/20230330085317/temp.pngtemp"/>
          <p:cNvPicPr>
            <a:picLocks noChangeAspect="1"/>
          </p:cNvPicPr>
          <p:nvPr/>
        </p:nvPicPr>
        <p:blipFill rotWithShape="1">
          <a:blip r:embed="rId3"/>
          <a:srcRect r="62275"/>
          <a:stretch>
            <a:fillRect/>
          </a:stretch>
        </p:blipFill>
        <p:spPr>
          <a:xfrm>
            <a:off x="803573" y="-101600"/>
            <a:ext cx="1458647" cy="783843"/>
          </a:xfrm>
          <a:prstGeom prst="rect">
            <a:avLst/>
          </a:prstGeom>
        </p:spPr>
      </p:pic>
      <p:sp>
        <p:nvSpPr>
          <p:cNvPr id="29" name="文本占位符 5"/>
          <p:cNvSpPr txBox="1"/>
          <p:nvPr/>
        </p:nvSpPr>
        <p:spPr>
          <a:xfrm>
            <a:off x="675079" y="6858000"/>
            <a:ext cx="6745288" cy="377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点击此处修改项目名称或添加注释、文献、数据来源等备注信息</a:t>
            </a:r>
            <a:endParaRPr lang="zh-CN" altLang="en-US" sz="11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494954" flipV="1">
            <a:off x="10340924" y="1928800"/>
            <a:ext cx="4311650" cy="39757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2512" y="724102"/>
            <a:ext cx="898160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DW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层：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ETL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清洗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问题发现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CB48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3890" y="1579768"/>
            <a:ext cx="974034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数据问题：</a:t>
            </a:r>
            <a:endParaRPr lang="en-US" altLang="zh-CN" sz="18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en-US" altLang="zh-CN" sz="18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1.</a:t>
            </a:r>
            <a:r>
              <a:rPr lang="zh-CN" altLang="en-US" sz="18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当前数据中，有一些数据的</a:t>
            </a:r>
            <a:r>
              <a:rPr lang="en-US" altLang="zh-CN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GPS</a:t>
            </a:r>
            <a:r>
              <a:rPr lang="zh-CN" altLang="en-US" sz="18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字段为空，</a:t>
            </a:r>
            <a:endParaRPr lang="en-US" altLang="zh-CN" sz="18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zh-CN" altLang="en-US" sz="18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不是合法数据</a:t>
            </a:r>
            <a:endParaRPr lang="en-US" altLang="zh-CN" sz="18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en-US" altLang="zh-CN" sz="18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2.</a:t>
            </a:r>
            <a:r>
              <a:rPr lang="zh-CN" altLang="en-US" sz="18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需要统计每天、每个小时的消息量，</a:t>
            </a:r>
            <a:endParaRPr lang="en-US" altLang="zh-CN" sz="18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zh-CN" altLang="en-US" sz="18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但是数据中没有天和小时字段，只有整体时间字段</a:t>
            </a:r>
            <a:endParaRPr lang="en-US" altLang="zh-CN" sz="18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en-US" altLang="zh-CN" sz="18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3.</a:t>
            </a:r>
            <a:r>
              <a:rPr lang="zh-CN" altLang="en-US" sz="18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需要对经度和维度构建地区的可视化地图，</a:t>
            </a:r>
            <a:endParaRPr lang="en-US" altLang="zh-CN" sz="18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zh-CN" altLang="en-US" sz="18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但是数据中</a:t>
            </a:r>
            <a:r>
              <a:rPr lang="en-US" altLang="zh-CN" sz="18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GPS</a:t>
            </a:r>
            <a:r>
              <a:rPr lang="zh-CN" altLang="en-US" sz="18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经纬度为一个字段</a:t>
            </a:r>
            <a:endParaRPr lang="en-US" altLang="zh-CN" sz="18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7570" y="1991693"/>
            <a:ext cx="3373570" cy="8080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7664" y="3512328"/>
            <a:ext cx="1673382" cy="8480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5379" y="5072939"/>
            <a:ext cx="1957952" cy="8706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05" t="66878" r="2005" b="-62871"/>
          <a:stretch>
            <a:fillRect/>
          </a:stretch>
        </p:blipFill>
        <p:spPr>
          <a:xfrm>
            <a:off x="-242156" y="-101600"/>
            <a:ext cx="12436929" cy="2310108"/>
          </a:xfrm>
          <a:prstGeom prst="rect">
            <a:avLst/>
          </a:prstGeom>
        </p:spPr>
      </p:pic>
      <p:pic>
        <p:nvPicPr>
          <p:cNvPr id="3" name="图片 2" descr="徽标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2" r="45166" b="17638"/>
          <a:stretch>
            <a:fillRect/>
          </a:stretch>
        </p:blipFill>
        <p:spPr>
          <a:xfrm>
            <a:off x="142513" y="-203199"/>
            <a:ext cx="785047" cy="987042"/>
          </a:xfrm>
          <a:prstGeom prst="rect">
            <a:avLst/>
          </a:prstGeom>
        </p:spPr>
      </p:pic>
      <p:pic>
        <p:nvPicPr>
          <p:cNvPr id="4" name="图片 3" descr="/private/var/folders/yy/k9vbpjvs50n3dskbszjx5l8r0000gn/T/com.kingsoft.wpsoffice.mac/photoedit2/20230330085317/temp.pngtemp"/>
          <p:cNvPicPr>
            <a:picLocks noChangeAspect="1"/>
          </p:cNvPicPr>
          <p:nvPr/>
        </p:nvPicPr>
        <p:blipFill rotWithShape="1">
          <a:blip r:embed="rId3"/>
          <a:srcRect r="62275"/>
          <a:stretch>
            <a:fillRect/>
          </a:stretch>
        </p:blipFill>
        <p:spPr>
          <a:xfrm>
            <a:off x="803573" y="-101600"/>
            <a:ext cx="1458647" cy="783843"/>
          </a:xfrm>
          <a:prstGeom prst="rect">
            <a:avLst/>
          </a:prstGeom>
        </p:spPr>
      </p:pic>
      <p:sp>
        <p:nvSpPr>
          <p:cNvPr id="29" name="文本占位符 5"/>
          <p:cNvSpPr txBox="1"/>
          <p:nvPr/>
        </p:nvSpPr>
        <p:spPr>
          <a:xfrm>
            <a:off x="675079" y="6858000"/>
            <a:ext cx="6745288" cy="377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点击此处修改项目名称或添加注释、文献、数据来源等备注信息</a:t>
            </a:r>
            <a:endParaRPr lang="zh-CN" altLang="en-US" sz="11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2513" y="724102"/>
            <a:ext cx="74517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DW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层：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ETL</a:t>
            </a:r>
            <a:r>
              <a:rPr lang="zh-CN" altLang="en-US" sz="4400" b="1" dirty="0"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清洗实现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CB48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图片 8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054955" flipV="1">
            <a:off x="-4046675" y="752188"/>
            <a:ext cx="6026326" cy="555682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2220" y="1746279"/>
            <a:ext cx="6620799" cy="2915057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>
            <a:off x="2824293" y="3916017"/>
            <a:ext cx="459607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2998163" y="4316895"/>
            <a:ext cx="459607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2522383" y="4615236"/>
            <a:ext cx="53821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8838075" y="4265383"/>
            <a:ext cx="97403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GPS</a:t>
            </a:r>
            <a:r>
              <a:rPr lang="zh-CN" altLang="en-US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字段不为空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2915404" y="3203807"/>
            <a:ext cx="45960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2824293" y="3530599"/>
            <a:ext cx="45960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8838075" y="3002213"/>
            <a:ext cx="11738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分离日期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/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小时</a:t>
            </a:r>
            <a:endParaRPr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8838075" y="3687055"/>
            <a:ext cx="12761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分离经度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/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纬度</a:t>
            </a:r>
            <a:endParaRPr lang="zh-CN" altLang="en-US" dirty="0">
              <a:solidFill>
                <a:srgbClr val="FFFF00"/>
              </a:solidFill>
            </a:endParaRPr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355574" y="4933055"/>
            <a:ext cx="6482501" cy="150576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05" t="66878" r="2005" b="-62871"/>
          <a:stretch>
            <a:fillRect/>
          </a:stretch>
        </p:blipFill>
        <p:spPr>
          <a:xfrm>
            <a:off x="-242156" y="-101600"/>
            <a:ext cx="12436929" cy="2310108"/>
          </a:xfrm>
          <a:prstGeom prst="rect">
            <a:avLst/>
          </a:prstGeom>
        </p:spPr>
      </p:pic>
      <p:pic>
        <p:nvPicPr>
          <p:cNvPr id="3" name="图片 2" descr="徽标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2" r="45166" b="17638"/>
          <a:stretch>
            <a:fillRect/>
          </a:stretch>
        </p:blipFill>
        <p:spPr>
          <a:xfrm>
            <a:off x="142513" y="-203199"/>
            <a:ext cx="785047" cy="987042"/>
          </a:xfrm>
          <a:prstGeom prst="rect">
            <a:avLst/>
          </a:prstGeom>
        </p:spPr>
      </p:pic>
      <p:pic>
        <p:nvPicPr>
          <p:cNvPr id="4" name="图片 3" descr="/private/var/folders/yy/k9vbpjvs50n3dskbszjx5l8r0000gn/T/com.kingsoft.wpsoffice.mac/photoedit2/20230330085317/temp.pngtemp"/>
          <p:cNvPicPr>
            <a:picLocks noChangeAspect="1"/>
          </p:cNvPicPr>
          <p:nvPr/>
        </p:nvPicPr>
        <p:blipFill rotWithShape="1">
          <a:blip r:embed="rId3"/>
          <a:srcRect r="62275"/>
          <a:stretch>
            <a:fillRect/>
          </a:stretch>
        </p:blipFill>
        <p:spPr>
          <a:xfrm>
            <a:off x="803573" y="-101600"/>
            <a:ext cx="1458647" cy="783843"/>
          </a:xfrm>
          <a:prstGeom prst="rect">
            <a:avLst/>
          </a:prstGeom>
        </p:spPr>
      </p:pic>
      <p:sp>
        <p:nvSpPr>
          <p:cNvPr id="29" name="文本占位符 5"/>
          <p:cNvSpPr txBox="1"/>
          <p:nvPr/>
        </p:nvSpPr>
        <p:spPr>
          <a:xfrm>
            <a:off x="675079" y="6858000"/>
            <a:ext cx="6745288" cy="377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点击此处修改项目名称或添加注释、文献、数据来源等备注信息</a:t>
            </a:r>
            <a:endParaRPr lang="zh-CN" altLang="en-US" sz="11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494954" flipV="1">
            <a:off x="9745886" y="1747850"/>
            <a:ext cx="4311650" cy="39757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2513" y="724102"/>
            <a:ext cx="74517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APP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层：需求实现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CB48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图片 8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054955" flipV="1">
            <a:off x="-4046675" y="752188"/>
            <a:ext cx="6026326" cy="555682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25827" y="2019534"/>
            <a:ext cx="9740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1.</a:t>
            </a:r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计算该日消息量</a:t>
            </a:r>
            <a:endParaRPr lang="zh-CN" altLang="en-US" sz="2400" dirty="0"/>
          </a:p>
        </p:txBody>
      </p:sp>
      <p:pic>
        <p:nvPicPr>
          <p:cNvPr id="3074" name="图片 17" descr="175446213432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76" y="2724619"/>
            <a:ext cx="6206941" cy="352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图片 16" descr="175446183384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9432" y="4269853"/>
            <a:ext cx="514350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1204" y="2113722"/>
            <a:ext cx="5080507" cy="190417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05" t="66878" r="2005" b="-62871"/>
          <a:stretch>
            <a:fillRect/>
          </a:stretch>
        </p:blipFill>
        <p:spPr>
          <a:xfrm>
            <a:off x="-242156" y="-101600"/>
            <a:ext cx="12436929" cy="2310108"/>
          </a:xfrm>
          <a:prstGeom prst="rect">
            <a:avLst/>
          </a:prstGeom>
        </p:spPr>
      </p:pic>
      <p:pic>
        <p:nvPicPr>
          <p:cNvPr id="3" name="图片 2" descr="徽标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2" r="45166" b="17638"/>
          <a:stretch>
            <a:fillRect/>
          </a:stretch>
        </p:blipFill>
        <p:spPr>
          <a:xfrm>
            <a:off x="142513" y="-203199"/>
            <a:ext cx="785047" cy="987042"/>
          </a:xfrm>
          <a:prstGeom prst="rect">
            <a:avLst/>
          </a:prstGeom>
        </p:spPr>
      </p:pic>
      <p:pic>
        <p:nvPicPr>
          <p:cNvPr id="4" name="图片 3" descr="/private/var/folders/yy/k9vbpjvs50n3dskbszjx5l8r0000gn/T/com.kingsoft.wpsoffice.mac/photoedit2/20230330085317/temp.pngtemp"/>
          <p:cNvPicPr>
            <a:picLocks noChangeAspect="1"/>
          </p:cNvPicPr>
          <p:nvPr/>
        </p:nvPicPr>
        <p:blipFill rotWithShape="1">
          <a:blip r:embed="rId3"/>
          <a:srcRect r="62275"/>
          <a:stretch>
            <a:fillRect/>
          </a:stretch>
        </p:blipFill>
        <p:spPr>
          <a:xfrm>
            <a:off x="803573" y="-101600"/>
            <a:ext cx="1458647" cy="783843"/>
          </a:xfrm>
          <a:prstGeom prst="rect">
            <a:avLst/>
          </a:prstGeom>
        </p:spPr>
      </p:pic>
      <p:sp>
        <p:nvSpPr>
          <p:cNvPr id="29" name="文本占位符 5"/>
          <p:cNvSpPr txBox="1"/>
          <p:nvPr/>
        </p:nvSpPr>
        <p:spPr>
          <a:xfrm>
            <a:off x="675079" y="6858000"/>
            <a:ext cx="6745288" cy="377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点击此处修改项目名称或添加注释、文献、数据来源等备注信息</a:t>
            </a:r>
            <a:endParaRPr lang="zh-CN" altLang="en-US" sz="11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494954" flipV="1">
            <a:off x="9745886" y="1747850"/>
            <a:ext cx="4311650" cy="39757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2513" y="724102"/>
            <a:ext cx="74517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APP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层：需求实现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CB48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图片 8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054955" flipV="1">
            <a:off x="-4046675" y="752188"/>
            <a:ext cx="6026326" cy="555682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25827" y="1767772"/>
            <a:ext cx="9740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2.</a:t>
            </a:r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 计算每小时消息量趋势</a:t>
            </a:r>
            <a:endParaRPr lang="zh-CN" altLang="en-US" sz="2400" dirty="0"/>
          </a:p>
        </p:txBody>
      </p:sp>
      <p:pic>
        <p:nvPicPr>
          <p:cNvPr id="4098" name="图片 20" descr="175446340408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36" y="2445770"/>
            <a:ext cx="5873195" cy="3857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3728" y="1123855"/>
            <a:ext cx="5652052" cy="1849629"/>
          </a:xfrm>
          <a:prstGeom prst="rect">
            <a:avLst/>
          </a:prstGeom>
        </p:spPr>
      </p:pic>
      <p:pic>
        <p:nvPicPr>
          <p:cNvPr id="4100" name="图片 19" descr="175446312696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759" y="3074655"/>
            <a:ext cx="4928380" cy="3502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05" t="66878" r="2005" b="-62871"/>
          <a:stretch>
            <a:fillRect/>
          </a:stretch>
        </p:blipFill>
        <p:spPr>
          <a:xfrm>
            <a:off x="-242156" y="-101600"/>
            <a:ext cx="12436929" cy="2310108"/>
          </a:xfrm>
          <a:prstGeom prst="rect">
            <a:avLst/>
          </a:prstGeom>
        </p:spPr>
      </p:pic>
      <p:pic>
        <p:nvPicPr>
          <p:cNvPr id="3" name="图片 2" descr="徽标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2" r="45166" b="17638"/>
          <a:stretch>
            <a:fillRect/>
          </a:stretch>
        </p:blipFill>
        <p:spPr>
          <a:xfrm>
            <a:off x="142513" y="-203199"/>
            <a:ext cx="785047" cy="987042"/>
          </a:xfrm>
          <a:prstGeom prst="rect">
            <a:avLst/>
          </a:prstGeom>
        </p:spPr>
      </p:pic>
      <p:pic>
        <p:nvPicPr>
          <p:cNvPr id="4" name="图片 3" descr="/private/var/folders/yy/k9vbpjvs50n3dskbszjx5l8r0000gn/T/com.kingsoft.wpsoffice.mac/photoedit2/20230330085317/temp.pngtemp"/>
          <p:cNvPicPr>
            <a:picLocks noChangeAspect="1"/>
          </p:cNvPicPr>
          <p:nvPr/>
        </p:nvPicPr>
        <p:blipFill rotWithShape="1">
          <a:blip r:embed="rId3"/>
          <a:srcRect r="62275"/>
          <a:stretch>
            <a:fillRect/>
          </a:stretch>
        </p:blipFill>
        <p:spPr>
          <a:xfrm>
            <a:off x="803573" y="-101600"/>
            <a:ext cx="1458647" cy="783843"/>
          </a:xfrm>
          <a:prstGeom prst="rect">
            <a:avLst/>
          </a:prstGeom>
        </p:spPr>
      </p:pic>
      <p:sp>
        <p:nvSpPr>
          <p:cNvPr id="29" name="文本占位符 5"/>
          <p:cNvSpPr txBox="1"/>
          <p:nvPr/>
        </p:nvSpPr>
        <p:spPr>
          <a:xfrm>
            <a:off x="675079" y="6858000"/>
            <a:ext cx="6745288" cy="377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点击此处修改项目名称或添加注释、文献、数据来源等备注信息</a:t>
            </a:r>
            <a:endParaRPr lang="zh-CN" altLang="en-US" sz="11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494954" flipV="1">
            <a:off x="9745886" y="1747850"/>
            <a:ext cx="4311650" cy="39757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2513" y="724102"/>
            <a:ext cx="74517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APP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层：需求实现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CB48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图片 8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054955" flipV="1">
            <a:off x="-4046675" y="752188"/>
            <a:ext cx="6026326" cy="555682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25827" y="1767772"/>
            <a:ext cx="9740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3.</a:t>
            </a:r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 计算各地区发消息总量</a:t>
            </a:r>
            <a:endParaRPr lang="zh-CN" altLang="en-US" sz="24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012" y="1127572"/>
            <a:ext cx="4170504" cy="2433493"/>
          </a:xfrm>
          <a:prstGeom prst="rect">
            <a:avLst/>
          </a:prstGeom>
        </p:spPr>
      </p:pic>
      <p:pic>
        <p:nvPicPr>
          <p:cNvPr id="5122" name="图片 20" descr="175446340408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862" y="2417790"/>
            <a:ext cx="6065103" cy="398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图片 21" descr="175446356288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571" y="3644041"/>
            <a:ext cx="4426562" cy="3130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05" t="66878" r="2005" b="-62871"/>
          <a:stretch>
            <a:fillRect/>
          </a:stretch>
        </p:blipFill>
        <p:spPr>
          <a:xfrm>
            <a:off x="-242156" y="-101600"/>
            <a:ext cx="12436929" cy="2310108"/>
          </a:xfrm>
          <a:prstGeom prst="rect">
            <a:avLst/>
          </a:prstGeom>
        </p:spPr>
      </p:pic>
      <p:pic>
        <p:nvPicPr>
          <p:cNvPr id="3" name="图片 2" descr="徽标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2" r="45166" b="17638"/>
          <a:stretch>
            <a:fillRect/>
          </a:stretch>
        </p:blipFill>
        <p:spPr>
          <a:xfrm>
            <a:off x="142513" y="-203199"/>
            <a:ext cx="785047" cy="987042"/>
          </a:xfrm>
          <a:prstGeom prst="rect">
            <a:avLst/>
          </a:prstGeom>
        </p:spPr>
      </p:pic>
      <p:pic>
        <p:nvPicPr>
          <p:cNvPr id="4" name="图片 3" descr="/private/var/folders/yy/k9vbpjvs50n3dskbszjx5l8r0000gn/T/com.kingsoft.wpsoffice.mac/photoedit2/20230330085317/temp.pngtemp"/>
          <p:cNvPicPr>
            <a:picLocks noChangeAspect="1"/>
          </p:cNvPicPr>
          <p:nvPr/>
        </p:nvPicPr>
        <p:blipFill rotWithShape="1">
          <a:blip r:embed="rId3"/>
          <a:srcRect r="62275"/>
          <a:stretch>
            <a:fillRect/>
          </a:stretch>
        </p:blipFill>
        <p:spPr>
          <a:xfrm>
            <a:off x="803573" y="-101600"/>
            <a:ext cx="1458647" cy="783843"/>
          </a:xfrm>
          <a:prstGeom prst="rect">
            <a:avLst/>
          </a:prstGeom>
        </p:spPr>
      </p:pic>
      <p:sp>
        <p:nvSpPr>
          <p:cNvPr id="29" name="文本占位符 5"/>
          <p:cNvSpPr txBox="1"/>
          <p:nvPr/>
        </p:nvSpPr>
        <p:spPr>
          <a:xfrm>
            <a:off x="675079" y="6858000"/>
            <a:ext cx="6745288" cy="377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点击此处修改项目名称或添加注释、文献、数据来源等备注信息</a:t>
            </a:r>
            <a:endParaRPr lang="zh-CN" altLang="en-US" sz="11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494954" flipV="1">
            <a:off x="9745886" y="1747850"/>
            <a:ext cx="4311650" cy="39757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2513" y="724102"/>
            <a:ext cx="74517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APP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层：需求实现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CB48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图片 8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054955" flipV="1">
            <a:off x="-4046675" y="752188"/>
            <a:ext cx="6026326" cy="555682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35036" y="2019534"/>
            <a:ext cx="9740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4.</a:t>
            </a:r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 计算发送消息人数、接受消息人数</a:t>
            </a:r>
            <a:endParaRPr lang="zh-CN" altLang="en-US" sz="2400" dirty="0"/>
          </a:p>
        </p:txBody>
      </p:sp>
      <p:pic>
        <p:nvPicPr>
          <p:cNvPr id="6146" name="图片 22" descr="1754463808189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656"/>
          <a:stretch>
            <a:fillRect/>
          </a:stretch>
        </p:blipFill>
        <p:spPr bwMode="auto">
          <a:xfrm>
            <a:off x="396894" y="2854178"/>
            <a:ext cx="5795886" cy="3590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8474" y="2734499"/>
            <a:ext cx="5800192" cy="172874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l="27924" t="6867" b="-1"/>
          <a:stretch>
            <a:fillRect/>
          </a:stretch>
        </p:blipFill>
        <p:spPr>
          <a:xfrm>
            <a:off x="6316757" y="4989238"/>
            <a:ext cx="5875243" cy="75788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05" t="66878" r="2005" b="-62871"/>
          <a:stretch>
            <a:fillRect/>
          </a:stretch>
        </p:blipFill>
        <p:spPr>
          <a:xfrm>
            <a:off x="-242156" y="-101600"/>
            <a:ext cx="12436929" cy="2310108"/>
          </a:xfrm>
          <a:prstGeom prst="rect">
            <a:avLst/>
          </a:prstGeom>
        </p:spPr>
      </p:pic>
      <p:pic>
        <p:nvPicPr>
          <p:cNvPr id="3" name="图片 2" descr="徽标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2" r="45166" b="17638"/>
          <a:stretch>
            <a:fillRect/>
          </a:stretch>
        </p:blipFill>
        <p:spPr>
          <a:xfrm>
            <a:off x="142513" y="-203199"/>
            <a:ext cx="785047" cy="987042"/>
          </a:xfrm>
          <a:prstGeom prst="rect">
            <a:avLst/>
          </a:prstGeom>
        </p:spPr>
      </p:pic>
      <p:pic>
        <p:nvPicPr>
          <p:cNvPr id="4" name="图片 3" descr="/private/var/folders/yy/k9vbpjvs50n3dskbszjx5l8r0000gn/T/com.kingsoft.wpsoffice.mac/photoedit2/20230330085317/temp.pngtemp"/>
          <p:cNvPicPr>
            <a:picLocks noChangeAspect="1"/>
          </p:cNvPicPr>
          <p:nvPr/>
        </p:nvPicPr>
        <p:blipFill rotWithShape="1">
          <a:blip r:embed="rId3"/>
          <a:srcRect r="62275"/>
          <a:stretch>
            <a:fillRect/>
          </a:stretch>
        </p:blipFill>
        <p:spPr>
          <a:xfrm>
            <a:off x="803573" y="-101600"/>
            <a:ext cx="1458647" cy="783843"/>
          </a:xfrm>
          <a:prstGeom prst="rect">
            <a:avLst/>
          </a:prstGeom>
        </p:spPr>
      </p:pic>
      <p:sp>
        <p:nvSpPr>
          <p:cNvPr id="29" name="文本占位符 5"/>
          <p:cNvSpPr txBox="1"/>
          <p:nvPr/>
        </p:nvSpPr>
        <p:spPr>
          <a:xfrm>
            <a:off x="675079" y="6858000"/>
            <a:ext cx="6745288" cy="377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点击此处修改项目名称或添加注释、文献、数据来源等备注信息</a:t>
            </a:r>
            <a:endParaRPr lang="zh-CN" altLang="en-US" sz="11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494954" flipV="1">
            <a:off x="9745886" y="1747850"/>
            <a:ext cx="4311650" cy="39757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2513" y="724102"/>
            <a:ext cx="74517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APP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层：需求实现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CB48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图片 8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054955" flipV="1">
            <a:off x="-4046675" y="752188"/>
            <a:ext cx="6026326" cy="555682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53209" y="2250367"/>
            <a:ext cx="974034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5.</a:t>
            </a:r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统计发送人的手机型号分布情况</a:t>
            </a:r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en-US" altLang="zh-CN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6.</a:t>
            </a:r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统计发送人的操作系统分布情况</a:t>
            </a:r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en-US" altLang="zh-CN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…………</a:t>
            </a:r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目前正在推进中，有待项目后期完善</a:t>
            </a:r>
            <a:endParaRPr lang="zh-CN" altLang="en-US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05" t="66878" r="2005" b="-62871"/>
          <a:stretch>
            <a:fillRect/>
          </a:stretch>
        </p:blipFill>
        <p:spPr>
          <a:xfrm>
            <a:off x="-242156" y="-101600"/>
            <a:ext cx="12436929" cy="2310108"/>
          </a:xfrm>
          <a:prstGeom prst="rect">
            <a:avLst/>
          </a:prstGeom>
        </p:spPr>
      </p:pic>
      <p:pic>
        <p:nvPicPr>
          <p:cNvPr id="3" name="图片 2" descr="徽标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2" r="45166" b="17638"/>
          <a:stretch>
            <a:fillRect/>
          </a:stretch>
        </p:blipFill>
        <p:spPr>
          <a:xfrm>
            <a:off x="142513" y="-203199"/>
            <a:ext cx="785047" cy="987042"/>
          </a:xfrm>
          <a:prstGeom prst="rect">
            <a:avLst/>
          </a:prstGeom>
        </p:spPr>
      </p:pic>
      <p:pic>
        <p:nvPicPr>
          <p:cNvPr id="4" name="图片 3" descr="/private/var/folders/yy/k9vbpjvs50n3dskbszjx5l8r0000gn/T/com.kingsoft.wpsoffice.mac/photoedit2/20230330085317/temp.pngtemp"/>
          <p:cNvPicPr>
            <a:picLocks noChangeAspect="1"/>
          </p:cNvPicPr>
          <p:nvPr/>
        </p:nvPicPr>
        <p:blipFill rotWithShape="1">
          <a:blip r:embed="rId3"/>
          <a:srcRect r="62275"/>
          <a:stretch>
            <a:fillRect/>
          </a:stretch>
        </p:blipFill>
        <p:spPr>
          <a:xfrm>
            <a:off x="803573" y="-101600"/>
            <a:ext cx="1458647" cy="783843"/>
          </a:xfrm>
          <a:prstGeom prst="rect">
            <a:avLst/>
          </a:prstGeom>
        </p:spPr>
      </p:pic>
      <p:sp>
        <p:nvSpPr>
          <p:cNvPr id="29" name="文本占位符 5"/>
          <p:cNvSpPr txBox="1"/>
          <p:nvPr/>
        </p:nvSpPr>
        <p:spPr>
          <a:xfrm>
            <a:off x="675079" y="6858000"/>
            <a:ext cx="6745288" cy="377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点击此处修改项目名称或添加注释、文献、数据来源等备注信息</a:t>
            </a:r>
            <a:endParaRPr lang="zh-CN" altLang="en-US" sz="11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494954" flipV="1">
            <a:off x="9745886" y="1747850"/>
            <a:ext cx="4311650" cy="39757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2513" y="724102"/>
            <a:ext cx="74517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lang="en-US" altLang="zh-CN" sz="4400" b="1" dirty="0"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4400" b="1" dirty="0"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）可视化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CB48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图片 8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054955" flipV="1">
            <a:off x="-4046675" y="752188"/>
            <a:ext cx="6026326" cy="555682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06135" y="1606242"/>
            <a:ext cx="1040337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使用工具：</a:t>
            </a:r>
            <a:r>
              <a:rPr lang="en-US" altLang="zh-CN" sz="2400" dirty="0" err="1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FineBI</a:t>
            </a:r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将</a:t>
            </a:r>
            <a:r>
              <a:rPr lang="en-US" altLang="zh-CN" sz="2400" dirty="0" err="1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hadoop</a:t>
            </a:r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数据仓库与</a:t>
            </a:r>
            <a:r>
              <a:rPr lang="en-US" altLang="zh-CN" sz="2400" dirty="0" err="1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FineBI</a:t>
            </a:r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建立连接后，即可选择相关视图进行数据可视化</a:t>
            </a:r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626" y="2485144"/>
            <a:ext cx="6428939" cy="380567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05" t="66878" r="2005" b="-62871"/>
          <a:stretch>
            <a:fillRect/>
          </a:stretch>
        </p:blipFill>
        <p:spPr>
          <a:xfrm>
            <a:off x="-242156" y="-101600"/>
            <a:ext cx="12436929" cy="2310108"/>
          </a:xfrm>
          <a:prstGeom prst="rect">
            <a:avLst/>
          </a:prstGeom>
        </p:spPr>
      </p:pic>
      <p:pic>
        <p:nvPicPr>
          <p:cNvPr id="3" name="图片 2" descr="徽标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2" r="45166" b="17638"/>
          <a:stretch>
            <a:fillRect/>
          </a:stretch>
        </p:blipFill>
        <p:spPr>
          <a:xfrm>
            <a:off x="142513" y="-203199"/>
            <a:ext cx="785047" cy="987042"/>
          </a:xfrm>
          <a:prstGeom prst="rect">
            <a:avLst/>
          </a:prstGeom>
        </p:spPr>
      </p:pic>
      <p:pic>
        <p:nvPicPr>
          <p:cNvPr id="4" name="图片 3" descr="/private/var/folders/yy/k9vbpjvs50n3dskbszjx5l8r0000gn/T/com.kingsoft.wpsoffice.mac/photoedit2/20230330085317/temp.pngtemp"/>
          <p:cNvPicPr>
            <a:picLocks noChangeAspect="1"/>
          </p:cNvPicPr>
          <p:nvPr/>
        </p:nvPicPr>
        <p:blipFill rotWithShape="1">
          <a:blip r:embed="rId3"/>
          <a:srcRect r="62275"/>
          <a:stretch>
            <a:fillRect/>
          </a:stretch>
        </p:blipFill>
        <p:spPr>
          <a:xfrm>
            <a:off x="803573" y="-101600"/>
            <a:ext cx="1458647" cy="783843"/>
          </a:xfrm>
          <a:prstGeom prst="rect">
            <a:avLst/>
          </a:prstGeom>
        </p:spPr>
      </p:pic>
      <p:sp>
        <p:nvSpPr>
          <p:cNvPr id="29" name="文本占位符 5"/>
          <p:cNvSpPr txBox="1"/>
          <p:nvPr/>
        </p:nvSpPr>
        <p:spPr>
          <a:xfrm>
            <a:off x="675079" y="6858000"/>
            <a:ext cx="6745288" cy="377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点击此处修改项目名称或添加注释、文献、数据来源等备注信息</a:t>
            </a:r>
            <a:endParaRPr lang="zh-CN" altLang="en-US" sz="11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494954" flipV="1">
            <a:off x="9784883" y="1688109"/>
            <a:ext cx="4311650" cy="39757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2513" y="724102"/>
            <a:ext cx="74517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lang="en-US" altLang="zh-CN" sz="4400" b="1" dirty="0"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4400" b="1" dirty="0"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）可视化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CB48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图片 8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054955" flipV="1">
            <a:off x="-4046675" y="752188"/>
            <a:ext cx="6026326" cy="555682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291" y="3387039"/>
            <a:ext cx="11940709" cy="2370742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463322" y="1998605"/>
            <a:ext cx="9740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每小时消息量趋势</a:t>
            </a:r>
            <a:r>
              <a:rPr lang="zh-CN" altLang="en-US" sz="18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：</a:t>
            </a:r>
            <a:endParaRPr lang="zh-CN" altLang="en-US" dirty="0"/>
          </a:p>
        </p:txBody>
      </p:sp>
      <p:pic>
        <p:nvPicPr>
          <p:cNvPr id="14" name="图片 19" descr="1754463126960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2" t="27620" r="45163"/>
          <a:stretch>
            <a:fillRect/>
          </a:stretch>
        </p:blipFill>
        <p:spPr bwMode="auto">
          <a:xfrm>
            <a:off x="6388189" y="1230707"/>
            <a:ext cx="1848971" cy="1803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05" t="66878" r="2005" b="-62871"/>
          <a:stretch>
            <a:fillRect/>
          </a:stretch>
        </p:blipFill>
        <p:spPr>
          <a:xfrm>
            <a:off x="-242156" y="-101600"/>
            <a:ext cx="12436929" cy="2310108"/>
          </a:xfrm>
          <a:prstGeom prst="rect">
            <a:avLst/>
          </a:prstGeom>
        </p:spPr>
      </p:pic>
      <p:pic>
        <p:nvPicPr>
          <p:cNvPr id="3" name="图片 2" descr="徽标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2" r="45166" b="17638"/>
          <a:stretch>
            <a:fillRect/>
          </a:stretch>
        </p:blipFill>
        <p:spPr>
          <a:xfrm>
            <a:off x="142513" y="-203199"/>
            <a:ext cx="785047" cy="987042"/>
          </a:xfrm>
          <a:prstGeom prst="rect">
            <a:avLst/>
          </a:prstGeom>
        </p:spPr>
      </p:pic>
      <p:pic>
        <p:nvPicPr>
          <p:cNvPr id="4" name="图片 3" descr="/private/var/folders/yy/k9vbpjvs50n3dskbszjx5l8r0000gn/T/com.kingsoft.wpsoffice.mac/photoedit2/20230330085317/temp.pngtemp"/>
          <p:cNvPicPr>
            <a:picLocks noChangeAspect="1"/>
          </p:cNvPicPr>
          <p:nvPr/>
        </p:nvPicPr>
        <p:blipFill rotWithShape="1">
          <a:blip r:embed="rId3"/>
          <a:srcRect r="62275"/>
          <a:stretch>
            <a:fillRect/>
          </a:stretch>
        </p:blipFill>
        <p:spPr>
          <a:xfrm>
            <a:off x="803573" y="-101600"/>
            <a:ext cx="1458647" cy="783843"/>
          </a:xfrm>
          <a:prstGeom prst="rect">
            <a:avLst/>
          </a:prstGeom>
        </p:spPr>
      </p:pic>
      <p:sp>
        <p:nvSpPr>
          <p:cNvPr id="29" name="文本占位符 5"/>
          <p:cNvSpPr txBox="1"/>
          <p:nvPr/>
        </p:nvSpPr>
        <p:spPr>
          <a:xfrm>
            <a:off x="675079" y="6858000"/>
            <a:ext cx="6745288" cy="377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点击此处修改项目名称或添加注释、文献、数据来源等备注信息</a:t>
            </a:r>
            <a:endParaRPr lang="zh-CN" altLang="en-US" sz="11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494954" flipV="1">
            <a:off x="9745886" y="1747850"/>
            <a:ext cx="4311650" cy="39757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2513" y="724102"/>
            <a:ext cx="74517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lang="en-US" altLang="zh-CN" sz="4400" b="1" dirty="0"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4400" b="1" dirty="0"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）可视化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CB48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图片 8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054955" flipV="1">
            <a:off x="-4046675" y="752188"/>
            <a:ext cx="6026326" cy="5556823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463322" y="1998605"/>
            <a:ext cx="9740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该日地区消息总量</a:t>
            </a:r>
            <a:r>
              <a:rPr lang="zh-CN" altLang="en-US" sz="18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：</a:t>
            </a:r>
            <a:endParaRPr lang="zh-CN" altLang="en-US" dirty="0"/>
          </a:p>
        </p:txBody>
      </p:sp>
      <p:pic>
        <p:nvPicPr>
          <p:cNvPr id="7170" name="图片 36" descr="17544705957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679" y="2965332"/>
            <a:ext cx="6713173" cy="3742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图片 21" descr="175446356288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837" y="822506"/>
            <a:ext cx="2956813" cy="2091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05" t="66878" r="2005" b="-62871"/>
          <a:stretch>
            <a:fillRect/>
          </a:stretch>
        </p:blipFill>
        <p:spPr>
          <a:xfrm>
            <a:off x="-242156" y="-101600"/>
            <a:ext cx="12436929" cy="2310108"/>
          </a:xfrm>
          <a:prstGeom prst="rect">
            <a:avLst/>
          </a:prstGeom>
        </p:spPr>
      </p:pic>
      <p:pic>
        <p:nvPicPr>
          <p:cNvPr id="3" name="图片 2" descr="徽标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2" r="45166" b="17638"/>
          <a:stretch>
            <a:fillRect/>
          </a:stretch>
        </p:blipFill>
        <p:spPr>
          <a:xfrm>
            <a:off x="142513" y="-203199"/>
            <a:ext cx="785047" cy="987042"/>
          </a:xfrm>
          <a:prstGeom prst="rect">
            <a:avLst/>
          </a:prstGeom>
        </p:spPr>
      </p:pic>
      <p:pic>
        <p:nvPicPr>
          <p:cNvPr id="4" name="图片 3" descr="/private/var/folders/yy/k9vbpjvs50n3dskbszjx5l8r0000gn/T/com.kingsoft.wpsoffice.mac/photoedit2/20230330085317/temp.pngtemp"/>
          <p:cNvPicPr>
            <a:picLocks noChangeAspect="1"/>
          </p:cNvPicPr>
          <p:nvPr/>
        </p:nvPicPr>
        <p:blipFill rotWithShape="1">
          <a:blip r:embed="rId3"/>
          <a:srcRect r="62275"/>
          <a:stretch>
            <a:fillRect/>
          </a:stretch>
        </p:blipFill>
        <p:spPr>
          <a:xfrm>
            <a:off x="803573" y="-101600"/>
            <a:ext cx="1458647" cy="783843"/>
          </a:xfrm>
          <a:prstGeom prst="rect">
            <a:avLst/>
          </a:prstGeom>
        </p:spPr>
      </p:pic>
      <p:sp>
        <p:nvSpPr>
          <p:cNvPr id="29" name="文本占位符 5"/>
          <p:cNvSpPr txBox="1"/>
          <p:nvPr/>
        </p:nvSpPr>
        <p:spPr>
          <a:xfrm>
            <a:off x="675079" y="6858000"/>
            <a:ext cx="6745288" cy="377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点击此处修改项目名称或添加注释、文献、数据来源等备注信息</a:t>
            </a:r>
            <a:endParaRPr lang="zh-CN" altLang="en-US" sz="11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494954" flipV="1">
            <a:off x="9696552" y="1695835"/>
            <a:ext cx="4311650" cy="39757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2513" y="724102"/>
            <a:ext cx="74517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lang="en-US" altLang="zh-CN" sz="4400" b="1" dirty="0"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4400" b="1" dirty="0"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）可视化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CB48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图片 8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054955" flipV="1">
            <a:off x="-4046675" y="752188"/>
            <a:ext cx="6026326" cy="5556823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463322" y="1998605"/>
            <a:ext cx="9740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发送、接收消息人数对比</a:t>
            </a:r>
            <a:r>
              <a:rPr lang="zh-CN" altLang="en-US" sz="18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：</a:t>
            </a:r>
            <a:endParaRPr lang="zh-CN" altLang="en-US" dirty="0"/>
          </a:p>
        </p:txBody>
      </p:sp>
      <p:pic>
        <p:nvPicPr>
          <p:cNvPr id="8194" name="图片 40" descr="175447101460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663" y="2872846"/>
            <a:ext cx="6546876" cy="367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27924" t="6867" b="-1"/>
          <a:stretch>
            <a:fillRect/>
          </a:stretch>
        </p:blipFill>
        <p:spPr>
          <a:xfrm>
            <a:off x="5443208" y="1901423"/>
            <a:ext cx="3954317" cy="51009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05" t="66878" r="2005" b="-62871"/>
          <a:stretch>
            <a:fillRect/>
          </a:stretch>
        </p:blipFill>
        <p:spPr>
          <a:xfrm>
            <a:off x="-242156" y="-101600"/>
            <a:ext cx="12436929" cy="2310108"/>
          </a:xfrm>
          <a:prstGeom prst="rect">
            <a:avLst/>
          </a:prstGeom>
        </p:spPr>
      </p:pic>
      <p:pic>
        <p:nvPicPr>
          <p:cNvPr id="3" name="图片 2" descr="徽标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2" r="45166" b="17638"/>
          <a:stretch>
            <a:fillRect/>
          </a:stretch>
        </p:blipFill>
        <p:spPr>
          <a:xfrm>
            <a:off x="142513" y="-203199"/>
            <a:ext cx="785047" cy="987042"/>
          </a:xfrm>
          <a:prstGeom prst="rect">
            <a:avLst/>
          </a:prstGeom>
        </p:spPr>
      </p:pic>
      <p:pic>
        <p:nvPicPr>
          <p:cNvPr id="4" name="图片 3" descr="/private/var/folders/yy/k9vbpjvs50n3dskbszjx5l8r0000gn/T/com.kingsoft.wpsoffice.mac/photoedit2/20230330085317/temp.pngtemp"/>
          <p:cNvPicPr>
            <a:picLocks noChangeAspect="1"/>
          </p:cNvPicPr>
          <p:nvPr/>
        </p:nvPicPr>
        <p:blipFill rotWithShape="1">
          <a:blip r:embed="rId3"/>
          <a:srcRect r="62275"/>
          <a:stretch>
            <a:fillRect/>
          </a:stretch>
        </p:blipFill>
        <p:spPr>
          <a:xfrm>
            <a:off x="803573" y="-101600"/>
            <a:ext cx="1458647" cy="783843"/>
          </a:xfrm>
          <a:prstGeom prst="rect">
            <a:avLst/>
          </a:prstGeom>
        </p:spPr>
      </p:pic>
      <p:sp>
        <p:nvSpPr>
          <p:cNvPr id="29" name="文本占位符 5"/>
          <p:cNvSpPr txBox="1"/>
          <p:nvPr/>
        </p:nvSpPr>
        <p:spPr>
          <a:xfrm>
            <a:off x="675079" y="6858000"/>
            <a:ext cx="6745288" cy="377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点击此处修改项目名称或添加注释、文献、数据来源等备注信息</a:t>
            </a:r>
            <a:endParaRPr lang="zh-CN" altLang="en-US" sz="11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494954" flipV="1">
            <a:off x="9745886" y="1747850"/>
            <a:ext cx="4311650" cy="39757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2513" y="724102"/>
            <a:ext cx="74517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lang="en-US" altLang="zh-CN" sz="4400" b="1" dirty="0"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4400" b="1" dirty="0"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）可视化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CB48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图片 8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054955" flipV="1">
            <a:off x="-4016858" y="752188"/>
            <a:ext cx="6026326" cy="555682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262220" y="2533488"/>
            <a:ext cx="1019473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统计发送人的手机型号分布情况</a:t>
            </a:r>
            <a:endParaRPr lang="en-US" altLang="zh-CN" sz="18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en-US" altLang="zh-CN" sz="18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 </a:t>
            </a:r>
            <a:r>
              <a:rPr lang="zh-CN" altLang="en-US" sz="18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更直观好看的图表</a:t>
            </a:r>
            <a:endParaRPr lang="en-US" altLang="zh-CN" sz="18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sz="18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sz="18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en-US" altLang="zh-CN" sz="18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…………</a:t>
            </a:r>
            <a:endParaRPr lang="en-US" altLang="zh-CN" sz="18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sz="18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zh-CN" altLang="en-US" sz="18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目前正在推进中，有待项目后期完善</a:t>
            </a:r>
            <a:endParaRPr lang="zh-CN" altLang="en-US" sz="18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9987662" flipV="1">
            <a:off x="3036845" y="-622082"/>
            <a:ext cx="5159847" cy="47578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904" y="294441"/>
            <a:ext cx="4187689" cy="6281533"/>
          </a:xfrm>
          <a:custGeom>
            <a:avLst/>
            <a:gdLst/>
            <a:ahLst/>
            <a:cxnLst/>
            <a:rect l="l" t="t" r="r" b="b"/>
            <a:pathLst>
              <a:path w="3099034" h="5022358">
                <a:moveTo>
                  <a:pt x="1489025" y="1144688"/>
                </a:moveTo>
                <a:lnTo>
                  <a:pt x="935294" y="3282060"/>
                </a:lnTo>
                <a:lnTo>
                  <a:pt x="1489025" y="3282060"/>
                </a:lnTo>
                <a:close/>
                <a:moveTo>
                  <a:pt x="1082645" y="0"/>
                </a:moveTo>
                <a:lnTo>
                  <a:pt x="2742288" y="0"/>
                </a:lnTo>
                <a:lnTo>
                  <a:pt x="2742288" y="3282060"/>
                </a:lnTo>
                <a:lnTo>
                  <a:pt x="3099034" y="3282060"/>
                </a:lnTo>
                <a:lnTo>
                  <a:pt x="3099034" y="4138249"/>
                </a:lnTo>
                <a:lnTo>
                  <a:pt x="2742288" y="4138249"/>
                </a:lnTo>
                <a:lnTo>
                  <a:pt x="2742288" y="5022358"/>
                </a:lnTo>
                <a:lnTo>
                  <a:pt x="1489025" y="5022358"/>
                </a:lnTo>
                <a:lnTo>
                  <a:pt x="1489025" y="4138249"/>
                </a:lnTo>
                <a:lnTo>
                  <a:pt x="0" y="4138249"/>
                </a:lnTo>
                <a:lnTo>
                  <a:pt x="0" y="3282060"/>
                </a:lnTo>
                <a:close/>
              </a:path>
            </a:pathLst>
          </a:custGeom>
          <a:noFill/>
          <a:effectLst>
            <a:outerShdw blurRad="50800" dist="50800" dir="5400000" algn="ctr" rotWithShape="0">
              <a:srgbClr val="CB4845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6007274" y="1967715"/>
            <a:ext cx="470714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000" spc="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b="1" dirty="0">
                <a:gradFill>
                  <a:gsLst>
                    <a:gs pos="0">
                      <a:schemeClr val="accent1">
                        <a:lumMod val="75000"/>
                        <a:alpha val="88000"/>
                      </a:schemeClr>
                    </a:gs>
                    <a:gs pos="100000">
                      <a:schemeClr val="accent1">
                        <a:lumMod val="75000"/>
                        <a:alpha val="62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后续进度计划</a:t>
            </a:r>
            <a:endParaRPr lang="zh-CN" altLang="en-US" b="1" dirty="0">
              <a:gradFill>
                <a:gsLst>
                  <a:gs pos="100000">
                    <a:schemeClr val="accent1">
                      <a:lumMod val="75000"/>
                      <a:alpha val="62000"/>
                    </a:schemeClr>
                  </a:gs>
                  <a:gs pos="0">
                    <a:schemeClr val="accent1">
                      <a:lumMod val="75000"/>
                      <a:alpha val="88000"/>
                    </a:schemeClr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21788" y="2575516"/>
            <a:ext cx="34734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100" dirty="0">
                <a:solidFill>
                  <a:schemeClr val="tx1">
                    <a:lumMod val="75000"/>
                    <a:lumOff val="25000"/>
                    <a:alpha val="63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Future</a:t>
            </a:r>
            <a:endParaRPr lang="zh-CN" altLang="en-US" spc="100" dirty="0">
              <a:solidFill>
                <a:schemeClr val="tx1">
                  <a:lumMod val="75000"/>
                  <a:lumOff val="25000"/>
                  <a:alpha val="63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6107241" y="3063307"/>
            <a:ext cx="3909240" cy="0"/>
          </a:xfrm>
          <a:prstGeom prst="line">
            <a:avLst/>
          </a:prstGeom>
          <a:ln w="12700">
            <a:gradFill flip="none" rotWithShape="1">
              <a:gsLst>
                <a:gs pos="100000">
                  <a:schemeClr val="accent1">
                    <a:lumMod val="75000"/>
                  </a:schemeClr>
                </a:gs>
                <a:gs pos="0">
                  <a:srgbClr val="821A1A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/>
        </p:nvGrpSpPr>
        <p:grpSpPr>
          <a:xfrm>
            <a:off x="6124743" y="1626215"/>
            <a:ext cx="1207842" cy="338555"/>
            <a:chOff x="1477297" y="1791315"/>
            <a:chExt cx="1207842" cy="338555"/>
          </a:xfrm>
        </p:grpSpPr>
        <p:sp>
          <p:nvSpPr>
            <p:cNvPr id="10" name="矩形: 圆角 9"/>
            <p:cNvSpPr/>
            <p:nvPr/>
          </p:nvSpPr>
          <p:spPr>
            <a:xfrm>
              <a:off x="1477297" y="1791315"/>
              <a:ext cx="1207842" cy="338555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2000"/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3" cstate="screen">
              <a:alphaModFix amt="35000"/>
            </a:blip>
            <a:srcRect t="-717"/>
            <a:stretch>
              <a:fillRect/>
            </a:stretch>
          </p:blipFill>
          <p:spPr>
            <a:xfrm rot="5400000">
              <a:off x="1911941" y="1356671"/>
              <a:ext cx="338554" cy="1207842"/>
            </a:xfrm>
            <a:prstGeom prst="rect">
              <a:avLst/>
            </a:prstGeom>
            <a:effectLst/>
          </p:spPr>
        </p:pic>
      </p:grpSp>
      <p:sp>
        <p:nvSpPr>
          <p:cNvPr id="12" name="文本框 11"/>
          <p:cNvSpPr txBox="1"/>
          <p:nvPr/>
        </p:nvSpPr>
        <p:spPr>
          <a:xfrm>
            <a:off x="6128895" y="1626215"/>
            <a:ext cx="12036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第四部分</a:t>
            </a:r>
            <a:endParaRPr lang="zh-CN" altLang="en-US" sz="1600" b="1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徽标&#10;&#10;描述已自动生成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2" r="45166" b="17638"/>
          <a:stretch>
            <a:fillRect/>
          </a:stretch>
        </p:blipFill>
        <p:spPr>
          <a:xfrm>
            <a:off x="2420718" y="3725491"/>
            <a:ext cx="1089364" cy="1369662"/>
          </a:xfrm>
          <a:prstGeom prst="rect">
            <a:avLst/>
          </a:prstGeom>
        </p:spPr>
      </p:pic>
      <p:pic>
        <p:nvPicPr>
          <p:cNvPr id="15" name="图片 14" descr="/private/var/folders/yy/k9vbpjvs50n3dskbszjx5l8r0000gn/T/com.kingsoft.wpsoffice.mac/photoedit2/20230330085317/temp.pngtemp"/>
          <p:cNvPicPr>
            <a:picLocks noChangeAspect="1"/>
          </p:cNvPicPr>
          <p:nvPr/>
        </p:nvPicPr>
        <p:blipFill rotWithShape="1">
          <a:blip r:embed="rId5"/>
          <a:srcRect r="62275"/>
          <a:stretch>
            <a:fillRect/>
          </a:stretch>
        </p:blipFill>
        <p:spPr>
          <a:xfrm>
            <a:off x="2303457" y="4767428"/>
            <a:ext cx="1323887" cy="711426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758" y="5777467"/>
            <a:ext cx="1020105" cy="57658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49" y="5772485"/>
            <a:ext cx="1063171" cy="581563"/>
          </a:xfrm>
          <a:prstGeom prst="rect">
            <a:avLst/>
          </a:prstGeom>
        </p:spPr>
      </p:pic>
      <p:pic>
        <p:nvPicPr>
          <p:cNvPr id="19" name="图片 18" descr="图片包含 图示&#10;&#10;描述已自动生成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" t="67459" r="6526"/>
          <a:stretch>
            <a:fillRect/>
          </a:stretch>
        </p:blipFill>
        <p:spPr>
          <a:xfrm>
            <a:off x="2820670" y="5999480"/>
            <a:ext cx="9557385" cy="11760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05" t="66878" r="2005" b="-62871"/>
          <a:stretch>
            <a:fillRect/>
          </a:stretch>
        </p:blipFill>
        <p:spPr>
          <a:xfrm>
            <a:off x="-244929" y="-101600"/>
            <a:ext cx="12436929" cy="2310108"/>
          </a:xfrm>
          <a:prstGeom prst="rect">
            <a:avLst/>
          </a:prstGeom>
        </p:spPr>
      </p:pic>
      <p:pic>
        <p:nvPicPr>
          <p:cNvPr id="3" name="图片 2" descr="徽标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2" r="45166" b="17638"/>
          <a:stretch>
            <a:fillRect/>
          </a:stretch>
        </p:blipFill>
        <p:spPr>
          <a:xfrm>
            <a:off x="142513" y="-203199"/>
            <a:ext cx="785047" cy="987042"/>
          </a:xfrm>
          <a:prstGeom prst="rect">
            <a:avLst/>
          </a:prstGeom>
        </p:spPr>
      </p:pic>
      <p:pic>
        <p:nvPicPr>
          <p:cNvPr id="4" name="图片 3" descr="/private/var/folders/yy/k9vbpjvs50n3dskbszjx5l8r0000gn/T/com.kingsoft.wpsoffice.mac/photoedit2/20230330085317/temp.pngtemp"/>
          <p:cNvPicPr>
            <a:picLocks noChangeAspect="1"/>
          </p:cNvPicPr>
          <p:nvPr/>
        </p:nvPicPr>
        <p:blipFill rotWithShape="1">
          <a:blip r:embed="rId3"/>
          <a:srcRect r="62275"/>
          <a:stretch>
            <a:fillRect/>
          </a:stretch>
        </p:blipFill>
        <p:spPr>
          <a:xfrm>
            <a:off x="803573" y="-101600"/>
            <a:ext cx="1458647" cy="783843"/>
          </a:xfrm>
          <a:prstGeom prst="rect">
            <a:avLst/>
          </a:prstGeom>
        </p:spPr>
      </p:pic>
      <p:sp>
        <p:nvSpPr>
          <p:cNvPr id="29" name="文本占位符 5"/>
          <p:cNvSpPr txBox="1"/>
          <p:nvPr/>
        </p:nvSpPr>
        <p:spPr>
          <a:xfrm>
            <a:off x="675079" y="6858000"/>
            <a:ext cx="6745288" cy="377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点击此处修改项目名称或添加注释、文献、数据来源等备注信息</a:t>
            </a:r>
            <a:endParaRPr lang="zh-CN" altLang="en-US" sz="11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5266" y="6215005"/>
            <a:ext cx="728963" cy="42239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6903" y="6192723"/>
            <a:ext cx="742383" cy="422390"/>
          </a:xfrm>
          <a:prstGeom prst="rect">
            <a:avLst/>
          </a:prstGeom>
        </p:spPr>
      </p:pic>
      <p:pic>
        <p:nvPicPr>
          <p:cNvPr id="8" name="图片 7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494954" flipV="1">
            <a:off x="9820449" y="1603122"/>
            <a:ext cx="4311650" cy="3975735"/>
          </a:xfrm>
          <a:prstGeom prst="rect">
            <a:avLst/>
          </a:prstGeom>
        </p:spPr>
      </p:pic>
      <p:pic>
        <p:nvPicPr>
          <p:cNvPr id="11" name="图片 10" descr="图片包含 图示&#10;&#10;描述已自动生成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" t="67459" r="6526"/>
          <a:stretch>
            <a:fillRect/>
          </a:stretch>
        </p:blipFill>
        <p:spPr>
          <a:xfrm>
            <a:off x="-93456" y="5965831"/>
            <a:ext cx="9557385" cy="11760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03573" y="989256"/>
            <a:ext cx="910308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完善当前项目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CB48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图片 8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7054955" flipV="1">
            <a:off x="-4046675" y="752188"/>
            <a:ext cx="6026326" cy="555682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56199" y="1991385"/>
            <a:ext cx="977582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仓库部分：</a:t>
            </a:r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en-US" altLang="zh-CN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1.</a:t>
            </a:r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完成已计划的</a:t>
            </a:r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统计发送人的手机型号分布情况</a:t>
            </a:r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统计发送人的操作系统分布情况</a:t>
            </a:r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en-US" altLang="zh-CN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2.</a:t>
            </a:r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提出其他更有现实意义的新需求，并着手进行推进</a:t>
            </a:r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150" y="2178888"/>
            <a:ext cx="4133651" cy="231010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05" t="66878" r="2005" b="-62871"/>
          <a:stretch>
            <a:fillRect/>
          </a:stretch>
        </p:blipFill>
        <p:spPr>
          <a:xfrm>
            <a:off x="-244929" y="-101600"/>
            <a:ext cx="12436929" cy="2310108"/>
          </a:xfrm>
          <a:prstGeom prst="rect">
            <a:avLst/>
          </a:prstGeom>
        </p:spPr>
      </p:pic>
      <p:pic>
        <p:nvPicPr>
          <p:cNvPr id="3" name="图片 2" descr="徽标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2" r="45166" b="17638"/>
          <a:stretch>
            <a:fillRect/>
          </a:stretch>
        </p:blipFill>
        <p:spPr>
          <a:xfrm>
            <a:off x="142513" y="-203199"/>
            <a:ext cx="785047" cy="987042"/>
          </a:xfrm>
          <a:prstGeom prst="rect">
            <a:avLst/>
          </a:prstGeom>
        </p:spPr>
      </p:pic>
      <p:pic>
        <p:nvPicPr>
          <p:cNvPr id="4" name="图片 3" descr="/private/var/folders/yy/k9vbpjvs50n3dskbszjx5l8r0000gn/T/com.kingsoft.wpsoffice.mac/photoedit2/20230330085317/temp.pngtemp"/>
          <p:cNvPicPr>
            <a:picLocks noChangeAspect="1"/>
          </p:cNvPicPr>
          <p:nvPr/>
        </p:nvPicPr>
        <p:blipFill rotWithShape="1">
          <a:blip r:embed="rId3"/>
          <a:srcRect r="62275"/>
          <a:stretch>
            <a:fillRect/>
          </a:stretch>
        </p:blipFill>
        <p:spPr>
          <a:xfrm>
            <a:off x="803573" y="-101600"/>
            <a:ext cx="1458647" cy="783843"/>
          </a:xfrm>
          <a:prstGeom prst="rect">
            <a:avLst/>
          </a:prstGeom>
        </p:spPr>
      </p:pic>
      <p:sp>
        <p:nvSpPr>
          <p:cNvPr id="29" name="文本占位符 5"/>
          <p:cNvSpPr txBox="1"/>
          <p:nvPr/>
        </p:nvSpPr>
        <p:spPr>
          <a:xfrm>
            <a:off x="675079" y="6858000"/>
            <a:ext cx="6745288" cy="377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点击此处修改项目名称或添加注释、文献、数据来源等备注信息</a:t>
            </a:r>
            <a:endParaRPr lang="zh-CN" altLang="en-US" sz="1100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5266" y="6215005"/>
            <a:ext cx="728963" cy="42239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6903" y="6192723"/>
            <a:ext cx="742383" cy="422390"/>
          </a:xfrm>
          <a:prstGeom prst="rect">
            <a:avLst/>
          </a:prstGeom>
        </p:spPr>
      </p:pic>
      <p:pic>
        <p:nvPicPr>
          <p:cNvPr id="8" name="图片 7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494954" flipV="1">
            <a:off x="9820449" y="1603122"/>
            <a:ext cx="4311650" cy="3975735"/>
          </a:xfrm>
          <a:prstGeom prst="rect">
            <a:avLst/>
          </a:prstGeom>
        </p:spPr>
      </p:pic>
      <p:pic>
        <p:nvPicPr>
          <p:cNvPr id="11" name="图片 10" descr="图片包含 图示&#10;&#10;描述已自动生成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" t="67459" r="6526"/>
          <a:stretch>
            <a:fillRect/>
          </a:stretch>
        </p:blipFill>
        <p:spPr>
          <a:xfrm>
            <a:off x="-93456" y="5965831"/>
            <a:ext cx="9557385" cy="11760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03573" y="989256"/>
            <a:ext cx="910308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B48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完善当前项目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CB48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图片 8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7054955" flipV="1">
            <a:off x="-4046675" y="752188"/>
            <a:ext cx="6026326" cy="555682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77565" y="2073123"/>
            <a:ext cx="977582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可视化部分：</a:t>
            </a:r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en-US" altLang="zh-CN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1.</a:t>
            </a:r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完成已计划的</a:t>
            </a:r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统计发送人的手机型号分布情况</a:t>
            </a:r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统计发送人的操作系统分布情况</a:t>
            </a:r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en-US" altLang="zh-CN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2.</a:t>
            </a:r>
            <a:r>
              <a:rPr lang="zh-CN" altLang="en-US" sz="2400" dirty="0">
                <a:solidFill>
                  <a:srgbClr val="82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anose="02010600040101010101" pitchFamily="2" charset="-122"/>
                <a:ea typeface="华文宋体" panose="02010600040101010101" pitchFamily="2" charset="-122"/>
              </a:rPr>
              <a:t>优化目前已有图表的表现形式，使其更加直观、美观</a:t>
            </a:r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en-US" altLang="zh-CN" sz="2400" dirty="0">
              <a:solidFill>
                <a:srgbClr val="821A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6481" y="1962439"/>
            <a:ext cx="2557507" cy="2557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412" y="1084593"/>
            <a:ext cx="1063171" cy="581563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738" y="1136406"/>
            <a:ext cx="1020105" cy="576581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477" y="349989"/>
            <a:ext cx="1004768" cy="57167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5764" y="409774"/>
            <a:ext cx="993180" cy="575487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-1899" y="-49204"/>
            <a:ext cx="2822801" cy="6907157"/>
            <a:chOff x="695293" y="-25074"/>
            <a:chExt cx="2822801" cy="6907157"/>
          </a:xfrm>
          <a:solidFill>
            <a:srgbClr val="CB4845"/>
          </a:solidFill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</p:grpSpPr>
        <p:sp>
          <p:nvSpPr>
            <p:cNvPr id="22" name="平行四边形 21"/>
            <p:cNvSpPr/>
            <p:nvPr/>
          </p:nvSpPr>
          <p:spPr>
            <a:xfrm>
              <a:off x="695293" y="-13030"/>
              <a:ext cx="2822801" cy="6883071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5" cstate="screen">
              <a:alphaModFix amt="7000"/>
            </a:blip>
            <a:srcRect t="-717"/>
            <a:stretch>
              <a:fillRect/>
            </a:stretch>
          </p:blipFill>
          <p:spPr>
            <a:xfrm>
              <a:off x="729247" y="-25074"/>
              <a:ext cx="2788847" cy="6907157"/>
            </a:xfrm>
            <a:prstGeom prst="rect">
              <a:avLst/>
            </a:prstGeom>
            <a:grpFill/>
          </p:spPr>
        </p:pic>
      </p:grpSp>
      <p:pic>
        <p:nvPicPr>
          <p:cNvPr id="3" name="图片 2" descr="徽标&#10;&#10;描述已自动生成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2" r="45166" b="17638"/>
          <a:stretch>
            <a:fillRect/>
          </a:stretch>
        </p:blipFill>
        <p:spPr>
          <a:xfrm>
            <a:off x="452755" y="139700"/>
            <a:ext cx="1912620" cy="2404745"/>
          </a:xfrm>
          <a:prstGeom prst="rect">
            <a:avLst/>
          </a:prstGeom>
        </p:spPr>
      </p:pic>
      <p:pic>
        <p:nvPicPr>
          <p:cNvPr id="5" name="图片 4" descr="/private/var/folders/yy/k9vbpjvs50n3dskbszjx5l8r0000gn/T/com.kingsoft.wpsoffice.mac/photoedit2/20230330085317/temp.pngtemp"/>
          <p:cNvPicPr>
            <a:picLocks noChangeAspect="1"/>
          </p:cNvPicPr>
          <p:nvPr/>
        </p:nvPicPr>
        <p:blipFill rotWithShape="1">
          <a:blip r:embed="rId7"/>
          <a:srcRect r="62275"/>
          <a:stretch>
            <a:fillRect/>
          </a:stretch>
        </p:blipFill>
        <p:spPr>
          <a:xfrm>
            <a:off x="-152361" y="2098639"/>
            <a:ext cx="2837180" cy="1524635"/>
          </a:xfrm>
          <a:prstGeom prst="rect">
            <a:avLst/>
          </a:prstGeom>
        </p:spPr>
      </p:pic>
      <p:pic>
        <p:nvPicPr>
          <p:cNvPr id="18" name="图片 17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7054955" flipV="1">
            <a:off x="-1000198" y="3235264"/>
            <a:ext cx="4311650" cy="3975735"/>
          </a:xfrm>
          <a:prstGeom prst="rect">
            <a:avLst/>
          </a:prstGeom>
        </p:spPr>
      </p:pic>
      <p:pic>
        <p:nvPicPr>
          <p:cNvPr id="11" name="图片 10" descr="图片包含 游戏机, 烟花&#10;&#10;描述已自动生成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30" b="33902"/>
          <a:stretch>
            <a:fillRect/>
          </a:stretch>
        </p:blipFill>
        <p:spPr>
          <a:xfrm>
            <a:off x="7224135" y="70458"/>
            <a:ext cx="3593651" cy="1354238"/>
          </a:xfrm>
          <a:prstGeom prst="rect">
            <a:avLst/>
          </a:prstGeom>
        </p:spPr>
      </p:pic>
      <p:pic>
        <p:nvPicPr>
          <p:cNvPr id="13" name="图片 12" descr="图片包含 图示&#10;&#10;描述已自动生成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" t="67459" r="6526"/>
          <a:stretch>
            <a:fillRect/>
          </a:stretch>
        </p:blipFill>
        <p:spPr>
          <a:xfrm>
            <a:off x="2820670" y="5999480"/>
            <a:ext cx="9557385" cy="1176020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4191911" y="2904193"/>
            <a:ext cx="85496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spc="12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Thanks For Watching </a:t>
            </a:r>
            <a:r>
              <a:rPr lang="zh-CN" altLang="en-US" sz="4000" b="1" spc="12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en-US" altLang="zh-CN" sz="4000" b="1" spc="12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9" name="图片 38" descr="/private/var/folders/yy/k9vbpjvs50n3dskbszjx5l8r0000gn/T/com.kingsoft.wpsoffice.mac/picturecompress_20230330124548/output_1.pngoutput_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146733" flipV="1">
            <a:off x="8969541" y="3133911"/>
            <a:ext cx="4314106" cy="397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6.95834645669294,&quot;left&quot;:308.32826771653544,&quot;top&quot;:184.28527559055118,&quot;width&quot;:615.9703149606299}"/>
</p:tagLst>
</file>

<file path=ppt/tags/tag2.xml><?xml version="1.0" encoding="utf-8"?>
<p:tagLst xmlns:p="http://schemas.openxmlformats.org/presentationml/2006/main">
  <p:tag name="KSO_WM_DIAGRAM_VIRTUALLY_FRAME" val="{&quot;height&quot;:236.95834645669294,&quot;left&quot;:308.32826771653544,&quot;top&quot;:184.28527559055118,&quot;width&quot;:615.9703149606299}"/>
</p:tagLst>
</file>

<file path=ppt/tags/tag3.xml><?xml version="1.0" encoding="utf-8"?>
<p:tagLst xmlns:p="http://schemas.openxmlformats.org/presentationml/2006/main">
  <p:tag name="KSO_WM_DIAGRAM_VIRTUALLY_FRAME" val="{&quot;height&quot;:236.95834645669294,&quot;left&quot;:308.32826771653544,&quot;top&quot;:184.28527559055118,&quot;width&quot;:615.9703149606299}"/>
</p:tagLst>
</file>

<file path=ppt/tags/tag4.xml><?xml version="1.0" encoding="utf-8"?>
<p:tagLst xmlns:p="http://schemas.openxmlformats.org/presentationml/2006/main">
  <p:tag name="KSO_WM_DIAGRAM_VIRTUALLY_FRAME" val="{&quot;height&quot;:236.95834645669294,&quot;left&quot;:308.32826771653544,&quot;top&quot;:184.28527559055118,&quot;width&quot;:615.9703149606299}"/>
</p:tagLst>
</file>

<file path=ppt/tags/tag5.xml><?xml version="1.0" encoding="utf-8"?>
<p:tagLst xmlns:p="http://schemas.openxmlformats.org/presentationml/2006/main">
  <p:tag name="KSO_WM_DIAGRAM_VIRTUALLY_FRAME" val="{&quot;height&quot;:236.95834645669294,&quot;left&quot;:308.32826771653544,&quot;top&quot;:184.28527559055118,&quot;width&quot;:615.9703149606299}"/>
</p:tagLst>
</file>

<file path=ppt/tags/tag6.xml><?xml version="1.0" encoding="utf-8"?>
<p:tagLst xmlns:p="http://schemas.openxmlformats.org/presentationml/2006/main">
  <p:tag name="KSO_WM_DIAGRAM_VIRTUALLY_FRAME" val="{&quot;height&quot;:236.95834645669294,&quot;left&quot;:308.32826771653544,&quot;top&quot;:184.28527559055118,&quot;width&quot;:615.9703149606299}"/>
</p:tagLst>
</file>

<file path=ppt/tags/tag7.xml><?xml version="1.0" encoding="utf-8"?>
<p:tagLst xmlns:p="http://schemas.openxmlformats.org/presentationml/2006/main">
  <p:tag name="KSO_WM_DIAGRAM_VIRTUALLY_FRAME" val="{&quot;height&quot;:236.95834645669294,&quot;left&quot;:308.32826771653544,&quot;top&quot;:184.28527559055118,&quot;width&quot;:615.9703149606299}"/>
</p:tagLst>
</file>

<file path=ppt/tags/tag8.xml><?xml version="1.0" encoding="utf-8"?>
<p:tagLst xmlns:p="http://schemas.openxmlformats.org/presentationml/2006/main">
  <p:tag name="KSO_WM_DIAGRAM_VIRTUALLY_FRAME" val="{&quot;height&quot;:236.95834645669294,&quot;left&quot;:308.32826771653544,&quot;top&quot;:184.28527559055118,&quot;width&quot;:615.9703149606299}"/>
</p:tagLst>
</file>

<file path=ppt/tags/tag9.xml><?xml version="1.0" encoding="utf-8"?>
<p:tagLst xmlns:p="http://schemas.openxmlformats.org/presentationml/2006/main">
  <p:tag name="KSO_WM_DIAGRAM_VIRTUALLY_FRAME" val="{&quot;height&quot;:236.95834645669294,&quot;left&quot;:308.32826771653544,&quot;top&quot;:184.28527559055118,&quot;width&quot;:615.9703149606299}"/>
</p:tagLst>
</file>

<file path=ppt/tags/tag10.xml><?xml version="1.0" encoding="utf-8"?>
<p:tagLst xmlns:p="http://schemas.openxmlformats.org/presentationml/2006/main">
  <p:tag name="KSO_WM_DIAGRAM_VIRTUALLY_FRAME" val="{&quot;height&quot;:236.95834645669294,&quot;left&quot;:308.32826771653544,&quot;top&quot;:184.28527559055118,&quot;width&quot;:615.9703149606299}"/>
</p:tagLst>
</file>

<file path=ppt/tags/tag11.xml><?xml version="1.0" encoding="utf-8"?>
<p:tagLst xmlns:p="http://schemas.openxmlformats.org/presentationml/2006/main">
  <p:tag name="KSO_WM_DIAGRAM_VIRTUALLY_FRAME" val="{&quot;height&quot;:236.95834645669294,&quot;left&quot;:308.32826771653544,&quot;top&quot;:184.28527559055118,&quot;width&quot;:615.9703149606299}"/>
</p:tagLst>
</file>

<file path=ppt/tags/tag12.xml><?xml version="1.0" encoding="utf-8"?>
<p:tagLst xmlns:p="http://schemas.openxmlformats.org/presentationml/2006/main">
  <p:tag name="KSO_WM_DIAGRAM_VIRTUALLY_FRAME" val="{&quot;height&quot;:236.95834645669294,&quot;left&quot;:308.32826771653544,&quot;top&quot;:184.28527559055118,&quot;width&quot;:615.9703149606299}"/>
</p:tagLst>
</file>

<file path=ppt/tags/tag13.xml><?xml version="1.0" encoding="utf-8"?>
<p:tagLst xmlns:p="http://schemas.openxmlformats.org/presentationml/2006/main">
  <p:tag name="KSO_WM_DIAGRAM_VIRTUALLY_FRAME" val="{&quot;height&quot;:236.95834645669294,&quot;left&quot;:308.32826771653544,&quot;top&quot;:184.28527559055118,&quot;width&quot;:615.9703149606299}"/>
</p:tagLst>
</file>

<file path=ppt/tags/tag14.xml><?xml version="1.0" encoding="utf-8"?>
<p:tagLst xmlns:p="http://schemas.openxmlformats.org/presentationml/2006/main">
  <p:tag name="KSO_WM_DIAGRAM_VIRTUALLY_FRAME" val="{&quot;height&quot;:236.95834645669294,&quot;left&quot;:308.32826771653544,&quot;top&quot;:184.28527559055118,&quot;width&quot;:615.9703149606299}"/>
</p:tagLst>
</file>

<file path=ppt/tags/tag15.xml><?xml version="1.0" encoding="utf-8"?>
<p:tagLst xmlns:p="http://schemas.openxmlformats.org/presentationml/2006/main">
  <p:tag name="KSO_WM_DIAGRAM_VIRTUALLY_FRAME" val="{&quot;height&quot;:236.95834645669294,&quot;left&quot;:308.32826771653544,&quot;top&quot;:184.28527559055118,&quot;width&quot;:615.9703149606299}"/>
</p:tagLst>
</file>

<file path=ppt/tags/tag16.xml><?xml version="1.0" encoding="utf-8"?>
<p:tagLst xmlns:p="http://schemas.openxmlformats.org/presentationml/2006/main">
  <p:tag name="KSO_WM_DIAGRAM_VIRTUALLY_FRAME" val="{&quot;height&quot;:236.95834645669294,&quot;left&quot;:308.32826771653544,&quot;top&quot;:184.28527559055118,&quot;width&quot;:615.9703149606299}"/>
</p:tagLst>
</file>

<file path=ppt/tags/tag17.xml><?xml version="1.0" encoding="utf-8"?>
<p:tagLst xmlns:p="http://schemas.openxmlformats.org/presentationml/2006/main">
  <p:tag name="KSO_WM_DIAGRAM_VIRTUALLY_FRAME" val="{&quot;height&quot;:236.95834645669294,&quot;left&quot;:308.32826771653544,&quot;top&quot;:184.28527559055118,&quot;width&quot;:615.9703149606299}"/>
</p:tagLst>
</file>

<file path=ppt/tags/tag18.xml><?xml version="1.0" encoding="utf-8"?>
<p:tagLst xmlns:p="http://schemas.openxmlformats.org/presentationml/2006/main">
  <p:tag name="KSO_WM_DIAGRAM_VIRTUALLY_FRAME" val="{&quot;height&quot;:236.95834645669294,&quot;left&quot;:308.32826771653544,&quot;top&quot;:184.28527559055118,&quot;width&quot;:615.9703149606299}"/>
</p:tagLst>
</file>

<file path=ppt/tags/tag19.xml><?xml version="1.0" encoding="utf-8"?>
<p:tagLst xmlns:p="http://schemas.openxmlformats.org/presentationml/2006/main">
  <p:tag name="KSO_WM_DIAGRAM_VIRTUALLY_FRAME" val="{&quot;height&quot;:236.95834645669294,&quot;left&quot;:308.32826771653544,&quot;top&quot;:184.28527559055118,&quot;width&quot;:615.9703149606299}"/>
</p:tagLst>
</file>

<file path=ppt/tags/tag20.xml><?xml version="1.0" encoding="utf-8"?>
<p:tagLst xmlns:p="http://schemas.openxmlformats.org/presentationml/2006/main">
  <p:tag name="KSO_WM_DIAGRAM_VIRTUALLY_FRAME" val="{&quot;height&quot;:236.95834645669294,&quot;left&quot;:308.32826771653544,&quot;top&quot;:184.28527559055118,&quot;width&quot;:615.9703149606299}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西政主题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C00000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1953</Words>
  <Application>WPS 演示</Application>
  <PresentationFormat>宽屏</PresentationFormat>
  <Paragraphs>266</Paragraphs>
  <Slides>28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华文宋体</vt:lpstr>
      <vt:lpstr>思源黑体 CN Bold</vt:lpstr>
      <vt:lpstr>黑体</vt:lpstr>
      <vt:lpstr>Arial Unicode MS</vt:lpstr>
      <vt:lpstr>等线 Light</vt:lpstr>
      <vt:lpstr>等线</vt:lpstr>
      <vt:lpstr>Inter</vt:lpstr>
      <vt:lpstr>Segoe Print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a24209</dc:creator>
  <cp:lastModifiedBy>晚</cp:lastModifiedBy>
  <cp:revision>578</cp:revision>
  <dcterms:created xsi:type="dcterms:W3CDTF">2023-03-30T06:05:00Z</dcterms:created>
  <dcterms:modified xsi:type="dcterms:W3CDTF">2025-11-13T07:55:03Z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768B91B362A641FC9B35D5A538F86588</vt:lpwstr>
  </property>
  <property fmtid="{D5CDD505-2E9C-101B-9397-08002B2CF9AE}" pid="3" name="KSOProductBuildVer">
    <vt:lpwstr>2052-12.1.0.23542</vt:lpwstr>
  </property>
</Properties>
</file>